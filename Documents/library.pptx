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4" r:id="rId1"/>
  </p:sldMasterIdLst>
  <p:notesMasterIdLst>
    <p:notesMasterId r:id="rId10"/>
  </p:notesMasterIdLst>
  <p:sldIdLst>
    <p:sldId id="256" r:id="rId2"/>
    <p:sldId id="257" r:id="rId3"/>
    <p:sldId id="265" r:id="rId4"/>
    <p:sldId id="275" r:id="rId5"/>
    <p:sldId id="266" r:id="rId6"/>
    <p:sldId id="267" r:id="rId7"/>
    <p:sldId id="268" r:id="rId8"/>
    <p:sldId id="274" r:id="rId9"/>
  </p:sldIdLst>
  <p:sldSz cx="9144000" cy="5143500" type="screen16x9"/>
  <p:notesSz cx="6858000" cy="9144000"/>
  <p:embeddedFontLst>
    <p:embeddedFont>
      <p:font typeface="Abril Fatface" panose="02000503000000020003" pitchFamily="2" charset="0"/>
      <p:regular r:id="rId11"/>
    </p:embeddedFont>
    <p:embeddedFont>
      <p:font typeface="Inter" panose="020B0604020202020204" charset="0"/>
      <p:regular r:id="rId12"/>
      <p:bold r:id="rId13"/>
      <p:italic r:id="rId14"/>
      <p:boldItalic r:id="rId15"/>
    </p:embeddedFont>
    <p:embeddedFont>
      <p:font typeface="Nunito Light" pitchFamily="2" charset="-52"/>
      <p:regular r:id="rId16"/>
      <p: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6B3DC37-6371-47CD-89BE-AF25CC4005B7}">
  <a:tblStyle styleId="{56B3DC37-6371-47CD-89BE-AF25CC4005B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DB7CA77-195F-4824-879D-6D0615DB54EF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7" y="8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5" name="Google Shape;187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6" name="Google Shape;187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" name="Google Shape;2211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2" name="Google Shape;2212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5" name="Google Shape;3405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6" name="Google Shape;3406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4">
          <a:extLst>
            <a:ext uri="{FF2B5EF4-FFF2-40B4-BE49-F238E27FC236}">
              <a16:creationId xmlns:a16="http://schemas.microsoft.com/office/drawing/2014/main" id="{328A4953-5EE6-A01A-9F70-DDA0FF811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5" name="Google Shape;3405;g54dda1946d_6_332:notes">
            <a:extLst>
              <a:ext uri="{FF2B5EF4-FFF2-40B4-BE49-F238E27FC236}">
                <a16:creationId xmlns:a16="http://schemas.microsoft.com/office/drawing/2014/main" id="{BBCB7C78-0271-2692-43E2-F1EAF2CCC6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6" name="Google Shape;3406;g54dda1946d_6_332:notes">
            <a:extLst>
              <a:ext uri="{FF2B5EF4-FFF2-40B4-BE49-F238E27FC236}">
                <a16:creationId xmlns:a16="http://schemas.microsoft.com/office/drawing/2014/main" id="{A0DA4677-568C-3D2A-E6AF-F103A6BB1C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90213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3" name="Google Shape;3483;g1530717f9dd_2_19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4" name="Google Shape;3484;g1530717f9dd_2_19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0" name="Google Shape;3830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1" name="Google Shape;3831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8" name="Google Shape;3908;g1535f8946a9_1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9" name="Google Shape;3909;g1535f8946a9_1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3" name="Google Shape;4903;g54dda1946d_6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4" name="Google Shape;4904;g54dda1946d_6_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540125" y="-9525"/>
            <a:ext cx="10224238" cy="5148650"/>
            <a:chOff x="-540125" y="-9525"/>
            <a:chExt cx="10224238" cy="5148650"/>
          </a:xfrm>
        </p:grpSpPr>
        <p:sp>
          <p:nvSpPr>
            <p:cNvPr id="10" name="Google Shape;10;p2"/>
            <p:cNvSpPr/>
            <p:nvPr/>
          </p:nvSpPr>
          <p:spPr>
            <a:xfrm>
              <a:off x="5025" y="1299850"/>
              <a:ext cx="9140707" cy="3522165"/>
            </a:xfrm>
            <a:custGeom>
              <a:avLst/>
              <a:gdLst/>
              <a:ahLst/>
              <a:cxnLst/>
              <a:rect l="l" t="t" r="r" b="b"/>
              <a:pathLst>
                <a:path w="27675" h="40289" extrusionOk="0">
                  <a:moveTo>
                    <a:pt x="1" y="0"/>
                  </a:moveTo>
                  <a:lnTo>
                    <a:pt x="1" y="40289"/>
                  </a:lnTo>
                  <a:lnTo>
                    <a:pt x="27674" y="40289"/>
                  </a:lnTo>
                  <a:lnTo>
                    <a:pt x="2767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8972950" y="257125"/>
              <a:ext cx="169775" cy="4609241"/>
            </a:xfrm>
            <a:custGeom>
              <a:avLst/>
              <a:gdLst/>
              <a:ahLst/>
              <a:cxnLst/>
              <a:rect l="l" t="t" r="r" b="b"/>
              <a:pathLst>
                <a:path w="860" h="38738" extrusionOk="0">
                  <a:moveTo>
                    <a:pt x="0" y="0"/>
                  </a:moveTo>
                  <a:lnTo>
                    <a:pt x="0" y="38737"/>
                  </a:lnTo>
                  <a:lnTo>
                    <a:pt x="860" y="38737"/>
                  </a:lnTo>
                  <a:lnTo>
                    <a:pt x="8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100" y="247650"/>
              <a:ext cx="169775" cy="4618635"/>
            </a:xfrm>
            <a:custGeom>
              <a:avLst/>
              <a:gdLst/>
              <a:ahLst/>
              <a:cxnLst/>
              <a:rect l="l" t="t" r="r" b="b"/>
              <a:pathLst>
                <a:path w="850" h="38738" extrusionOk="0">
                  <a:moveTo>
                    <a:pt x="0" y="0"/>
                  </a:moveTo>
                  <a:lnTo>
                    <a:pt x="0" y="38737"/>
                  </a:lnTo>
                  <a:lnTo>
                    <a:pt x="850" y="38737"/>
                  </a:lnTo>
                  <a:lnTo>
                    <a:pt x="85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" name="Google Shape;13;p2"/>
            <p:cNvGrpSpPr/>
            <p:nvPr/>
          </p:nvGrpSpPr>
          <p:grpSpPr>
            <a:xfrm>
              <a:off x="169884" y="4505102"/>
              <a:ext cx="8807563" cy="318713"/>
              <a:chOff x="188112" y="4401147"/>
              <a:chExt cx="8663745" cy="305867"/>
            </a:xfrm>
          </p:grpSpPr>
          <p:sp>
            <p:nvSpPr>
              <p:cNvPr id="14" name="Google Shape;14;p2"/>
              <p:cNvSpPr/>
              <p:nvPr/>
            </p:nvSpPr>
            <p:spPr>
              <a:xfrm>
                <a:off x="188112" y="4401147"/>
                <a:ext cx="8663745" cy="305867"/>
              </a:xfrm>
              <a:custGeom>
                <a:avLst/>
                <a:gdLst/>
                <a:ahLst/>
                <a:cxnLst/>
                <a:rect l="l" t="t" r="r" b="b"/>
                <a:pathLst>
                  <a:path w="27171" h="3178" extrusionOk="0">
                    <a:moveTo>
                      <a:pt x="1" y="0"/>
                    </a:moveTo>
                    <a:lnTo>
                      <a:pt x="1" y="3177"/>
                    </a:lnTo>
                    <a:lnTo>
                      <a:pt x="27171" y="3177"/>
                    </a:lnTo>
                    <a:lnTo>
                      <a:pt x="2717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1201135" y="4401147"/>
                <a:ext cx="6647593" cy="305867"/>
              </a:xfrm>
              <a:custGeom>
                <a:avLst/>
                <a:gdLst/>
                <a:ahLst/>
                <a:cxnLst/>
                <a:rect l="l" t="t" r="r" b="b"/>
                <a:pathLst>
                  <a:path w="20848" h="3178" extrusionOk="0">
                    <a:moveTo>
                      <a:pt x="1" y="0"/>
                    </a:moveTo>
                    <a:lnTo>
                      <a:pt x="378" y="3177"/>
                    </a:lnTo>
                    <a:lnTo>
                      <a:pt x="20470" y="3177"/>
                    </a:lnTo>
                    <a:lnTo>
                      <a:pt x="20848" y="0"/>
                    </a:lnTo>
                    <a:close/>
                  </a:path>
                </a:pathLst>
              </a:custGeom>
              <a:solidFill>
                <a:srgbClr val="FFFCF7">
                  <a:alpha val="195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43887" y="4570540"/>
                <a:ext cx="220332" cy="55630"/>
              </a:xfrm>
              <a:custGeom>
                <a:avLst/>
                <a:gdLst/>
                <a:ahLst/>
                <a:cxnLst/>
                <a:rect l="l" t="t" r="r" b="b"/>
                <a:pathLst>
                  <a:path w="691" h="578" extrusionOk="0">
                    <a:moveTo>
                      <a:pt x="366" y="0"/>
                    </a:moveTo>
                    <a:cubicBezTo>
                      <a:pt x="269" y="0"/>
                      <a:pt x="171" y="48"/>
                      <a:pt x="114" y="149"/>
                    </a:cubicBezTo>
                    <a:cubicBezTo>
                      <a:pt x="1" y="346"/>
                      <a:pt x="150" y="578"/>
                      <a:pt x="356" y="578"/>
                    </a:cubicBezTo>
                    <a:cubicBezTo>
                      <a:pt x="379" y="578"/>
                      <a:pt x="403" y="575"/>
                      <a:pt x="428" y="568"/>
                    </a:cubicBezTo>
                    <a:cubicBezTo>
                      <a:pt x="596" y="526"/>
                      <a:pt x="690" y="358"/>
                      <a:pt x="638" y="201"/>
                    </a:cubicBezTo>
                    <a:cubicBezTo>
                      <a:pt x="598" y="70"/>
                      <a:pt x="483" y="0"/>
                      <a:pt x="36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" name="Google Shape;17;p2"/>
            <p:cNvSpPr/>
            <p:nvPr/>
          </p:nvSpPr>
          <p:spPr>
            <a:xfrm>
              <a:off x="169868" y="454400"/>
              <a:ext cx="8807154" cy="855436"/>
            </a:xfrm>
            <a:custGeom>
              <a:avLst/>
              <a:gdLst/>
              <a:ahLst/>
              <a:cxnLst/>
              <a:rect l="l" t="t" r="r" b="b"/>
              <a:pathLst>
                <a:path w="27675" h="40289" extrusionOk="0">
                  <a:moveTo>
                    <a:pt x="1" y="0"/>
                  </a:moveTo>
                  <a:lnTo>
                    <a:pt x="1" y="40289"/>
                  </a:lnTo>
                  <a:lnTo>
                    <a:pt x="27674" y="40289"/>
                  </a:lnTo>
                  <a:lnTo>
                    <a:pt x="2767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-9525" y="438375"/>
              <a:ext cx="9153523" cy="302799"/>
            </a:xfrm>
            <a:custGeom>
              <a:avLst/>
              <a:gdLst/>
              <a:ahLst/>
              <a:cxnLst/>
              <a:rect l="l" t="t" r="r" b="b"/>
              <a:pathLst>
                <a:path w="27423" h="1375" extrusionOk="0">
                  <a:moveTo>
                    <a:pt x="1" y="1"/>
                  </a:moveTo>
                  <a:lnTo>
                    <a:pt x="1" y="1374"/>
                  </a:lnTo>
                  <a:lnTo>
                    <a:pt x="27422" y="1374"/>
                  </a:lnTo>
                  <a:lnTo>
                    <a:pt x="2742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14452" y="504162"/>
              <a:ext cx="9120845" cy="130625"/>
            </a:xfrm>
            <a:custGeom>
              <a:avLst/>
              <a:gdLst/>
              <a:ahLst/>
              <a:cxnLst/>
              <a:rect l="l" t="t" r="r" b="b"/>
              <a:pathLst>
                <a:path w="28723" h="798" extrusionOk="0">
                  <a:moveTo>
                    <a:pt x="0" y="0"/>
                  </a:moveTo>
                  <a:lnTo>
                    <a:pt x="0" y="797"/>
                  </a:lnTo>
                  <a:lnTo>
                    <a:pt x="28722" y="797"/>
                  </a:lnTo>
                  <a:lnTo>
                    <a:pt x="2872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-134261" y="215612"/>
              <a:ext cx="9409084" cy="261761"/>
            </a:xfrm>
            <a:custGeom>
              <a:avLst/>
              <a:gdLst/>
              <a:ahLst/>
              <a:cxnLst/>
              <a:rect l="l" t="t" r="r" b="b"/>
              <a:pathLst>
                <a:path w="30138" h="1658" extrusionOk="0">
                  <a:moveTo>
                    <a:pt x="902" y="0"/>
                  </a:moveTo>
                  <a:cubicBezTo>
                    <a:pt x="0" y="0"/>
                    <a:pt x="0" y="1657"/>
                    <a:pt x="902" y="1657"/>
                  </a:cubicBezTo>
                  <a:lnTo>
                    <a:pt x="29247" y="1657"/>
                  </a:lnTo>
                  <a:cubicBezTo>
                    <a:pt x="30138" y="1657"/>
                    <a:pt x="30138" y="0"/>
                    <a:pt x="292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-540125" y="-9525"/>
              <a:ext cx="10224238" cy="266655"/>
            </a:xfrm>
            <a:custGeom>
              <a:avLst/>
              <a:gdLst/>
              <a:ahLst/>
              <a:cxnLst/>
              <a:rect l="l" t="t" r="r" b="b"/>
              <a:pathLst>
                <a:path w="32749" h="1689" extrusionOk="0">
                  <a:moveTo>
                    <a:pt x="0" y="0"/>
                  </a:moveTo>
                  <a:lnTo>
                    <a:pt x="0" y="315"/>
                  </a:lnTo>
                  <a:lnTo>
                    <a:pt x="902" y="1028"/>
                  </a:lnTo>
                  <a:cubicBezTo>
                    <a:pt x="902" y="1395"/>
                    <a:pt x="1195" y="1688"/>
                    <a:pt x="1562" y="1688"/>
                  </a:cubicBezTo>
                  <a:lnTo>
                    <a:pt x="31186" y="1688"/>
                  </a:lnTo>
                  <a:cubicBezTo>
                    <a:pt x="31553" y="1688"/>
                    <a:pt x="31847" y="1395"/>
                    <a:pt x="31847" y="1028"/>
                  </a:cubicBezTo>
                  <a:lnTo>
                    <a:pt x="32749" y="315"/>
                  </a:lnTo>
                  <a:lnTo>
                    <a:pt x="327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-540125" y="-9525"/>
              <a:ext cx="10221116" cy="49731"/>
            </a:xfrm>
            <a:custGeom>
              <a:avLst/>
              <a:gdLst/>
              <a:ahLst/>
              <a:cxnLst/>
              <a:rect l="l" t="t" r="r" b="b"/>
              <a:pathLst>
                <a:path w="32739" h="315" extrusionOk="0">
                  <a:moveTo>
                    <a:pt x="0" y="0"/>
                  </a:moveTo>
                  <a:lnTo>
                    <a:pt x="0" y="315"/>
                  </a:lnTo>
                  <a:lnTo>
                    <a:pt x="32738" y="315"/>
                  </a:lnTo>
                  <a:lnTo>
                    <a:pt x="32738" y="0"/>
                  </a:ln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10332" y="375906"/>
              <a:ext cx="3444951" cy="99841"/>
            </a:xfrm>
            <a:custGeom>
              <a:avLst/>
              <a:gdLst/>
              <a:ahLst/>
              <a:cxnLst/>
              <a:rect l="l" t="t" r="r" b="b"/>
              <a:pathLst>
                <a:path w="23187" h="672" extrusionOk="0">
                  <a:moveTo>
                    <a:pt x="441" y="0"/>
                  </a:moveTo>
                  <a:cubicBezTo>
                    <a:pt x="231" y="11"/>
                    <a:pt x="64" y="147"/>
                    <a:pt x="1" y="336"/>
                  </a:cubicBezTo>
                  <a:cubicBezTo>
                    <a:pt x="64" y="535"/>
                    <a:pt x="231" y="672"/>
                    <a:pt x="441" y="672"/>
                  </a:cubicBezTo>
                  <a:lnTo>
                    <a:pt x="22746" y="672"/>
                  </a:lnTo>
                  <a:cubicBezTo>
                    <a:pt x="22945" y="672"/>
                    <a:pt x="23123" y="535"/>
                    <a:pt x="23186" y="336"/>
                  </a:cubicBezTo>
                  <a:cubicBezTo>
                    <a:pt x="23123" y="147"/>
                    <a:pt x="22945" y="11"/>
                    <a:pt x="22746" y="0"/>
                  </a:cubicBezTo>
                  <a:close/>
                </a:path>
              </a:pathLst>
            </a:custGeom>
            <a:solidFill>
              <a:srgbClr val="FFFCF7">
                <a:alpha val="19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-340627" y="121200"/>
              <a:ext cx="9821812" cy="34891"/>
            </a:xfrm>
            <a:custGeom>
              <a:avLst/>
              <a:gdLst/>
              <a:ahLst/>
              <a:cxnLst/>
              <a:rect l="l" t="t" r="r" b="b"/>
              <a:pathLst>
                <a:path w="31460" h="221" extrusionOk="0">
                  <a:moveTo>
                    <a:pt x="1" y="0"/>
                  </a:moveTo>
                  <a:lnTo>
                    <a:pt x="263" y="200"/>
                  </a:lnTo>
                  <a:lnTo>
                    <a:pt x="263" y="221"/>
                  </a:lnTo>
                  <a:lnTo>
                    <a:pt x="31208" y="221"/>
                  </a:lnTo>
                  <a:lnTo>
                    <a:pt x="31208" y="200"/>
                  </a:lnTo>
                  <a:lnTo>
                    <a:pt x="3146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-157810" y="4820400"/>
              <a:ext cx="9437035" cy="206502"/>
            </a:xfrm>
            <a:custGeom>
              <a:avLst/>
              <a:gdLst/>
              <a:ahLst/>
              <a:cxnLst/>
              <a:rect l="l" t="t" r="r" b="b"/>
              <a:pathLst>
                <a:path w="30842" h="1312" extrusionOk="0">
                  <a:moveTo>
                    <a:pt x="882" y="0"/>
                  </a:moveTo>
                  <a:cubicBezTo>
                    <a:pt x="1" y="0"/>
                    <a:pt x="1" y="1311"/>
                    <a:pt x="882" y="1311"/>
                  </a:cubicBezTo>
                  <a:lnTo>
                    <a:pt x="30191" y="1311"/>
                  </a:lnTo>
                  <a:cubicBezTo>
                    <a:pt x="30548" y="1311"/>
                    <a:pt x="30841" y="1018"/>
                    <a:pt x="30841" y="651"/>
                  </a:cubicBezTo>
                  <a:cubicBezTo>
                    <a:pt x="30841" y="294"/>
                    <a:pt x="30548" y="0"/>
                    <a:pt x="301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-369550" y="4991961"/>
              <a:ext cx="9889274" cy="147164"/>
            </a:xfrm>
            <a:custGeom>
              <a:avLst/>
              <a:gdLst/>
              <a:ahLst/>
              <a:cxnLst/>
              <a:rect l="l" t="t" r="r" b="b"/>
              <a:pathLst>
                <a:path w="32320" h="935" extrusionOk="0">
                  <a:moveTo>
                    <a:pt x="945" y="1"/>
                  </a:moveTo>
                  <a:cubicBezTo>
                    <a:pt x="420" y="1"/>
                    <a:pt x="1" y="420"/>
                    <a:pt x="1" y="934"/>
                  </a:cubicBezTo>
                  <a:lnTo>
                    <a:pt x="32320" y="934"/>
                  </a:lnTo>
                  <a:cubicBezTo>
                    <a:pt x="32320" y="420"/>
                    <a:pt x="31900" y="1"/>
                    <a:pt x="313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1170769" y="4991961"/>
              <a:ext cx="3603526" cy="147164"/>
            </a:xfrm>
            <a:custGeom>
              <a:avLst/>
              <a:gdLst/>
              <a:ahLst/>
              <a:cxnLst/>
              <a:rect l="l" t="t" r="r" b="b"/>
              <a:pathLst>
                <a:path w="11777" h="935" extrusionOk="0">
                  <a:moveTo>
                    <a:pt x="11758" y="1"/>
                  </a:moveTo>
                  <a:cubicBezTo>
                    <a:pt x="11752" y="1"/>
                    <a:pt x="11746" y="1"/>
                    <a:pt x="11739" y="1"/>
                  </a:cubicBezTo>
                  <a:lnTo>
                    <a:pt x="11776" y="1"/>
                  </a:lnTo>
                  <a:cubicBezTo>
                    <a:pt x="11770" y="1"/>
                    <a:pt x="11764" y="1"/>
                    <a:pt x="11758" y="1"/>
                  </a:cubicBezTo>
                  <a:close/>
                  <a:moveTo>
                    <a:pt x="758" y="1"/>
                  </a:moveTo>
                  <a:cubicBezTo>
                    <a:pt x="336" y="1"/>
                    <a:pt x="0" y="353"/>
                    <a:pt x="0" y="777"/>
                  </a:cubicBezTo>
                  <a:lnTo>
                    <a:pt x="0" y="934"/>
                  </a:lnTo>
                  <a:lnTo>
                    <a:pt x="11000" y="934"/>
                  </a:lnTo>
                  <a:lnTo>
                    <a:pt x="11000" y="777"/>
                  </a:lnTo>
                  <a:cubicBezTo>
                    <a:pt x="11000" y="359"/>
                    <a:pt x="11327" y="11"/>
                    <a:pt x="11739" y="1"/>
                  </a:cubicBezTo>
                  <a:lnTo>
                    <a:pt x="776" y="1"/>
                  </a:lnTo>
                  <a:cubicBezTo>
                    <a:pt x="770" y="1"/>
                    <a:pt x="764" y="1"/>
                    <a:pt x="758" y="1"/>
                  </a:cubicBezTo>
                  <a:close/>
                </a:path>
              </a:pathLst>
            </a:custGeom>
            <a:solidFill>
              <a:srgbClr val="FFFCF7">
                <a:alpha val="19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5524907" y="4991961"/>
              <a:ext cx="1854851" cy="147164"/>
            </a:xfrm>
            <a:custGeom>
              <a:avLst/>
              <a:gdLst/>
              <a:ahLst/>
              <a:cxnLst/>
              <a:rect l="l" t="t" r="r" b="b"/>
              <a:pathLst>
                <a:path w="6062" h="935" extrusionOk="0">
                  <a:moveTo>
                    <a:pt x="776" y="1"/>
                  </a:moveTo>
                  <a:cubicBezTo>
                    <a:pt x="346" y="1"/>
                    <a:pt x="0" y="347"/>
                    <a:pt x="0" y="777"/>
                  </a:cubicBezTo>
                  <a:lnTo>
                    <a:pt x="0" y="934"/>
                  </a:lnTo>
                  <a:lnTo>
                    <a:pt x="5296" y="934"/>
                  </a:lnTo>
                  <a:lnTo>
                    <a:pt x="5296" y="777"/>
                  </a:lnTo>
                  <a:cubicBezTo>
                    <a:pt x="5296" y="347"/>
                    <a:pt x="5631" y="1"/>
                    <a:pt x="6061" y="1"/>
                  </a:cubicBezTo>
                  <a:close/>
                </a:path>
              </a:pathLst>
            </a:custGeom>
            <a:solidFill>
              <a:srgbClr val="FFFCF7">
                <a:alpha val="19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9" name="Google Shape;29;p2"/>
            <p:cNvGrpSpPr/>
            <p:nvPr/>
          </p:nvGrpSpPr>
          <p:grpSpPr>
            <a:xfrm>
              <a:off x="-10709" y="444378"/>
              <a:ext cx="448838" cy="860613"/>
              <a:chOff x="561117" y="628348"/>
              <a:chExt cx="448838" cy="855480"/>
            </a:xfrm>
          </p:grpSpPr>
          <p:sp>
            <p:nvSpPr>
              <p:cNvPr id="30" name="Google Shape;30;p2"/>
              <p:cNvSpPr/>
              <p:nvPr/>
            </p:nvSpPr>
            <p:spPr>
              <a:xfrm>
                <a:off x="561117" y="628348"/>
                <a:ext cx="448838" cy="85548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5758" extrusionOk="0">
                    <a:moveTo>
                      <a:pt x="3020" y="1"/>
                    </a:moveTo>
                    <a:lnTo>
                      <a:pt x="0" y="11"/>
                    </a:lnTo>
                    <a:lnTo>
                      <a:pt x="73" y="5758"/>
                    </a:lnTo>
                    <a:lnTo>
                      <a:pt x="1321" y="5758"/>
                    </a:lnTo>
                    <a:lnTo>
                      <a:pt x="1321" y="5422"/>
                    </a:lnTo>
                    <a:cubicBezTo>
                      <a:pt x="944" y="5422"/>
                      <a:pt x="828" y="4174"/>
                      <a:pt x="1573" y="4174"/>
                    </a:cubicBezTo>
                    <a:lnTo>
                      <a:pt x="1573" y="3723"/>
                    </a:lnTo>
                    <a:cubicBezTo>
                      <a:pt x="1825" y="3723"/>
                      <a:pt x="2380" y="3335"/>
                      <a:pt x="2380" y="2528"/>
                    </a:cubicBezTo>
                    <a:cubicBezTo>
                      <a:pt x="2380" y="2213"/>
                      <a:pt x="2318" y="2056"/>
                      <a:pt x="2244" y="1972"/>
                    </a:cubicBezTo>
                    <a:cubicBezTo>
                      <a:pt x="2108" y="1826"/>
                      <a:pt x="2189" y="1526"/>
                      <a:pt x="2344" y="1526"/>
                    </a:cubicBezTo>
                    <a:cubicBezTo>
                      <a:pt x="2355" y="1526"/>
                      <a:pt x="2368" y="1528"/>
                      <a:pt x="2380" y="1532"/>
                    </a:cubicBezTo>
                    <a:lnTo>
                      <a:pt x="2391" y="1532"/>
                    </a:lnTo>
                    <a:cubicBezTo>
                      <a:pt x="2437" y="1552"/>
                      <a:pt x="2485" y="1562"/>
                      <a:pt x="2532" y="1562"/>
                    </a:cubicBezTo>
                    <a:cubicBezTo>
                      <a:pt x="2701" y="1562"/>
                      <a:pt x="2861" y="1439"/>
                      <a:pt x="2894" y="1259"/>
                    </a:cubicBezTo>
                    <a:cubicBezTo>
                      <a:pt x="2914" y="1122"/>
                      <a:pt x="2888" y="867"/>
                      <a:pt x="2714" y="867"/>
                    </a:cubicBezTo>
                    <a:cubicBezTo>
                      <a:pt x="2702" y="867"/>
                      <a:pt x="2688" y="868"/>
                      <a:pt x="2674" y="871"/>
                    </a:cubicBezTo>
                    <a:lnTo>
                      <a:pt x="2674" y="703"/>
                    </a:lnTo>
                    <a:cubicBezTo>
                      <a:pt x="2863" y="703"/>
                      <a:pt x="3020" y="546"/>
                      <a:pt x="3020" y="357"/>
                    </a:cubicBez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694982" y="920890"/>
                <a:ext cx="187201" cy="203396"/>
              </a:xfrm>
              <a:custGeom>
                <a:avLst/>
                <a:gdLst/>
                <a:ahLst/>
                <a:cxnLst/>
                <a:rect l="l" t="t" r="r" b="b"/>
                <a:pathLst>
                  <a:path w="1260" h="1369" extrusionOk="0">
                    <a:moveTo>
                      <a:pt x="673" y="1"/>
                    </a:moveTo>
                    <a:cubicBezTo>
                      <a:pt x="413" y="1"/>
                      <a:pt x="159" y="235"/>
                      <a:pt x="85" y="559"/>
                    </a:cubicBezTo>
                    <a:cubicBezTo>
                      <a:pt x="1" y="926"/>
                      <a:pt x="179" y="1283"/>
                      <a:pt x="473" y="1356"/>
                    </a:cubicBezTo>
                    <a:cubicBezTo>
                      <a:pt x="508" y="1365"/>
                      <a:pt x="544" y="1369"/>
                      <a:pt x="580" y="1369"/>
                    </a:cubicBezTo>
                    <a:cubicBezTo>
                      <a:pt x="848" y="1369"/>
                      <a:pt x="1101" y="1135"/>
                      <a:pt x="1175" y="811"/>
                    </a:cubicBezTo>
                    <a:cubicBezTo>
                      <a:pt x="1259" y="433"/>
                      <a:pt x="1081" y="77"/>
                      <a:pt x="777" y="14"/>
                    </a:cubicBezTo>
                    <a:cubicBezTo>
                      <a:pt x="742" y="5"/>
                      <a:pt x="708" y="1"/>
                      <a:pt x="67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886642" y="773654"/>
                <a:ext cx="70572" cy="56606"/>
              </a:xfrm>
              <a:custGeom>
                <a:avLst/>
                <a:gdLst/>
                <a:ahLst/>
                <a:cxnLst/>
                <a:rect l="l" t="t" r="r" b="b"/>
                <a:pathLst>
                  <a:path w="475" h="381" extrusionOk="0">
                    <a:moveTo>
                      <a:pt x="229" y="0"/>
                    </a:moveTo>
                    <a:cubicBezTo>
                      <a:pt x="151" y="0"/>
                      <a:pt x="70" y="39"/>
                      <a:pt x="22" y="124"/>
                    </a:cubicBezTo>
                    <a:cubicBezTo>
                      <a:pt x="1" y="239"/>
                      <a:pt x="85" y="344"/>
                      <a:pt x="189" y="365"/>
                    </a:cubicBezTo>
                    <a:cubicBezTo>
                      <a:pt x="219" y="376"/>
                      <a:pt x="248" y="381"/>
                      <a:pt x="276" y="381"/>
                    </a:cubicBezTo>
                    <a:cubicBezTo>
                      <a:pt x="359" y="381"/>
                      <a:pt x="431" y="336"/>
                      <a:pt x="462" y="250"/>
                    </a:cubicBezTo>
                    <a:cubicBezTo>
                      <a:pt x="475" y="96"/>
                      <a:pt x="354" y="0"/>
                      <a:pt x="22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" name="Google Shape;33;p2"/>
            <p:cNvGrpSpPr/>
            <p:nvPr/>
          </p:nvGrpSpPr>
          <p:grpSpPr>
            <a:xfrm>
              <a:off x="8694552" y="444361"/>
              <a:ext cx="448838" cy="855480"/>
              <a:chOff x="4189590" y="628348"/>
              <a:chExt cx="448838" cy="855480"/>
            </a:xfrm>
          </p:grpSpPr>
          <p:sp>
            <p:nvSpPr>
              <p:cNvPr id="34" name="Google Shape;34;p2"/>
              <p:cNvSpPr/>
              <p:nvPr/>
            </p:nvSpPr>
            <p:spPr>
              <a:xfrm>
                <a:off x="4189590" y="628348"/>
                <a:ext cx="448838" cy="85548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5758" extrusionOk="0">
                    <a:moveTo>
                      <a:pt x="1" y="1"/>
                    </a:moveTo>
                    <a:lnTo>
                      <a:pt x="1" y="357"/>
                    </a:lnTo>
                    <a:cubicBezTo>
                      <a:pt x="1" y="546"/>
                      <a:pt x="148" y="703"/>
                      <a:pt x="336" y="703"/>
                    </a:cubicBezTo>
                    <a:lnTo>
                      <a:pt x="336" y="871"/>
                    </a:lnTo>
                    <a:cubicBezTo>
                      <a:pt x="323" y="868"/>
                      <a:pt x="310" y="867"/>
                      <a:pt x="298" y="867"/>
                    </a:cubicBezTo>
                    <a:cubicBezTo>
                      <a:pt x="132" y="867"/>
                      <a:pt x="97" y="1122"/>
                      <a:pt x="127" y="1259"/>
                    </a:cubicBezTo>
                    <a:cubicBezTo>
                      <a:pt x="151" y="1439"/>
                      <a:pt x="310" y="1562"/>
                      <a:pt x="484" y="1562"/>
                    </a:cubicBezTo>
                    <a:cubicBezTo>
                      <a:pt x="532" y="1562"/>
                      <a:pt x="582" y="1552"/>
                      <a:pt x="630" y="1532"/>
                    </a:cubicBezTo>
                    <a:lnTo>
                      <a:pt x="640" y="1532"/>
                    </a:lnTo>
                    <a:cubicBezTo>
                      <a:pt x="652" y="1528"/>
                      <a:pt x="664" y="1526"/>
                      <a:pt x="675" y="1526"/>
                    </a:cubicBezTo>
                    <a:cubicBezTo>
                      <a:pt x="822" y="1526"/>
                      <a:pt x="903" y="1826"/>
                      <a:pt x="777" y="1972"/>
                    </a:cubicBezTo>
                    <a:cubicBezTo>
                      <a:pt x="703" y="2056"/>
                      <a:pt x="640" y="2213"/>
                      <a:pt x="640" y="2528"/>
                    </a:cubicBezTo>
                    <a:cubicBezTo>
                      <a:pt x="640" y="3335"/>
                      <a:pt x="1196" y="3723"/>
                      <a:pt x="1448" y="3723"/>
                    </a:cubicBezTo>
                    <a:lnTo>
                      <a:pt x="1448" y="4174"/>
                    </a:lnTo>
                    <a:cubicBezTo>
                      <a:pt x="2192" y="4174"/>
                      <a:pt x="2077" y="5422"/>
                      <a:pt x="1699" y="5422"/>
                    </a:cubicBezTo>
                    <a:lnTo>
                      <a:pt x="1699" y="5758"/>
                    </a:lnTo>
                    <a:lnTo>
                      <a:pt x="2947" y="5758"/>
                    </a:lnTo>
                    <a:lnTo>
                      <a:pt x="3021" y="1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4231636" y="771574"/>
                <a:ext cx="73395" cy="60172"/>
              </a:xfrm>
              <a:custGeom>
                <a:avLst/>
                <a:gdLst/>
                <a:ahLst/>
                <a:cxnLst/>
                <a:rect l="l" t="t" r="r" b="b"/>
                <a:pathLst>
                  <a:path w="494" h="405" extrusionOk="0">
                    <a:moveTo>
                      <a:pt x="269" y="0"/>
                    </a:moveTo>
                    <a:cubicBezTo>
                      <a:pt x="230" y="0"/>
                      <a:pt x="192" y="11"/>
                      <a:pt x="158" y="33"/>
                    </a:cubicBezTo>
                    <a:cubicBezTo>
                      <a:pt x="53" y="85"/>
                      <a:pt x="1" y="201"/>
                      <a:pt x="53" y="316"/>
                    </a:cubicBezTo>
                    <a:cubicBezTo>
                      <a:pt x="92" y="374"/>
                      <a:pt x="155" y="405"/>
                      <a:pt x="219" y="405"/>
                    </a:cubicBezTo>
                    <a:cubicBezTo>
                      <a:pt x="259" y="405"/>
                      <a:pt x="300" y="393"/>
                      <a:pt x="336" y="369"/>
                    </a:cubicBezTo>
                    <a:cubicBezTo>
                      <a:pt x="441" y="316"/>
                      <a:pt x="494" y="201"/>
                      <a:pt x="452" y="96"/>
                    </a:cubicBezTo>
                    <a:cubicBezTo>
                      <a:pt x="411" y="35"/>
                      <a:pt x="340" y="0"/>
                      <a:pt x="26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4322118" y="921485"/>
                <a:ext cx="183933" cy="203544"/>
              </a:xfrm>
              <a:custGeom>
                <a:avLst/>
                <a:gdLst/>
                <a:ahLst/>
                <a:cxnLst/>
                <a:rect l="l" t="t" r="r" b="b"/>
                <a:pathLst>
                  <a:path w="1238" h="1370" extrusionOk="0">
                    <a:moveTo>
                      <a:pt x="594" y="0"/>
                    </a:moveTo>
                    <a:cubicBezTo>
                      <a:pt x="564" y="0"/>
                      <a:pt x="534" y="3"/>
                      <a:pt x="503" y="10"/>
                    </a:cubicBezTo>
                    <a:cubicBezTo>
                      <a:pt x="199" y="62"/>
                      <a:pt x="0" y="398"/>
                      <a:pt x="63" y="775"/>
                    </a:cubicBezTo>
                    <a:cubicBezTo>
                      <a:pt x="130" y="1129"/>
                      <a:pt x="380" y="1369"/>
                      <a:pt x="662" y="1369"/>
                    </a:cubicBezTo>
                    <a:cubicBezTo>
                      <a:pt x="689" y="1369"/>
                      <a:pt x="717" y="1367"/>
                      <a:pt x="745" y="1362"/>
                    </a:cubicBezTo>
                    <a:cubicBezTo>
                      <a:pt x="1049" y="1310"/>
                      <a:pt x="1237" y="964"/>
                      <a:pt x="1174" y="586"/>
                    </a:cubicBezTo>
                    <a:cubicBezTo>
                      <a:pt x="1118" y="247"/>
                      <a:pt x="866" y="0"/>
                      <a:pt x="5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7" name="Google Shape;37;p2"/>
            <p:cNvSpPr/>
            <p:nvPr/>
          </p:nvSpPr>
          <p:spPr>
            <a:xfrm>
              <a:off x="384093" y="4634587"/>
              <a:ext cx="219363" cy="57966"/>
            </a:xfrm>
            <a:custGeom>
              <a:avLst/>
              <a:gdLst/>
              <a:ahLst/>
              <a:cxnLst/>
              <a:rect l="l" t="t" r="r" b="b"/>
              <a:pathLst>
                <a:path w="691" h="578" extrusionOk="0">
                  <a:moveTo>
                    <a:pt x="366" y="0"/>
                  </a:moveTo>
                  <a:cubicBezTo>
                    <a:pt x="269" y="0"/>
                    <a:pt x="171" y="48"/>
                    <a:pt x="114" y="149"/>
                  </a:cubicBezTo>
                  <a:cubicBezTo>
                    <a:pt x="1" y="346"/>
                    <a:pt x="150" y="578"/>
                    <a:pt x="356" y="578"/>
                  </a:cubicBezTo>
                  <a:cubicBezTo>
                    <a:pt x="379" y="578"/>
                    <a:pt x="403" y="575"/>
                    <a:pt x="428" y="568"/>
                  </a:cubicBezTo>
                  <a:cubicBezTo>
                    <a:pt x="596" y="526"/>
                    <a:pt x="690" y="358"/>
                    <a:pt x="638" y="201"/>
                  </a:cubicBezTo>
                  <a:cubicBezTo>
                    <a:pt x="598" y="70"/>
                    <a:pt x="483" y="0"/>
                    <a:pt x="3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8540543" y="4634587"/>
              <a:ext cx="219363" cy="57966"/>
            </a:xfrm>
            <a:custGeom>
              <a:avLst/>
              <a:gdLst/>
              <a:ahLst/>
              <a:cxnLst/>
              <a:rect l="l" t="t" r="r" b="b"/>
              <a:pathLst>
                <a:path w="691" h="578" extrusionOk="0">
                  <a:moveTo>
                    <a:pt x="366" y="0"/>
                  </a:moveTo>
                  <a:cubicBezTo>
                    <a:pt x="269" y="0"/>
                    <a:pt x="171" y="48"/>
                    <a:pt x="114" y="149"/>
                  </a:cubicBezTo>
                  <a:cubicBezTo>
                    <a:pt x="1" y="346"/>
                    <a:pt x="150" y="578"/>
                    <a:pt x="356" y="578"/>
                  </a:cubicBezTo>
                  <a:cubicBezTo>
                    <a:pt x="379" y="578"/>
                    <a:pt x="403" y="575"/>
                    <a:pt x="428" y="568"/>
                  </a:cubicBezTo>
                  <a:cubicBezTo>
                    <a:pt x="596" y="526"/>
                    <a:pt x="690" y="358"/>
                    <a:pt x="638" y="201"/>
                  </a:cubicBezTo>
                  <a:cubicBezTo>
                    <a:pt x="598" y="70"/>
                    <a:pt x="483" y="0"/>
                    <a:pt x="3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2"/>
          <p:cNvSpPr txBox="1">
            <a:spLocks noGrp="1"/>
          </p:cNvSpPr>
          <p:nvPr>
            <p:ph type="ctrTitle"/>
          </p:nvPr>
        </p:nvSpPr>
        <p:spPr>
          <a:xfrm>
            <a:off x="1181700" y="1784775"/>
            <a:ext cx="6780600" cy="17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4800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2"/>
          <p:cNvSpPr txBox="1">
            <a:spLocks noGrp="1"/>
          </p:cNvSpPr>
          <p:nvPr>
            <p:ph type="subTitle" idx="1"/>
          </p:nvPr>
        </p:nvSpPr>
        <p:spPr>
          <a:xfrm>
            <a:off x="2307600" y="3618619"/>
            <a:ext cx="4528800" cy="24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4"/>
          <p:cNvSpPr txBox="1">
            <a:spLocks noGrp="1"/>
          </p:cNvSpPr>
          <p:nvPr>
            <p:ph type="body" idx="1"/>
          </p:nvPr>
        </p:nvSpPr>
        <p:spPr>
          <a:xfrm>
            <a:off x="720000" y="1017700"/>
            <a:ext cx="7704000" cy="358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  <a:defRPr sz="1200">
                <a:solidFill>
                  <a:schemeClr val="dk1"/>
                </a:solidFill>
              </a:defRPr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AutoNum type="alphaLcPeriod"/>
              <a:defRPr>
                <a:solidFill>
                  <a:schemeClr val="dk1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AutoNum type="romanLcPeriod"/>
              <a:defRPr>
                <a:solidFill>
                  <a:schemeClr val="dk1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AutoNum type="arabicPeriod"/>
              <a:defRPr>
                <a:solidFill>
                  <a:schemeClr val="dk1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AutoNum type="alphaLcPeriod"/>
              <a:defRPr>
                <a:solidFill>
                  <a:schemeClr val="dk1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AutoNum type="romanLcPeriod"/>
              <a:defRPr>
                <a:solidFill>
                  <a:schemeClr val="dk1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AutoNum type="arabicPeriod"/>
              <a:defRPr>
                <a:solidFill>
                  <a:schemeClr val="dk1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AutoNum type="alphaLcPeriod"/>
              <a:defRPr>
                <a:solidFill>
                  <a:schemeClr val="dk1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Nunito Light"/>
              <a:buAutoNum type="romanLcPeriod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75" name="Google Shape;75;p4"/>
          <p:cNvGrpSpPr/>
          <p:nvPr/>
        </p:nvGrpSpPr>
        <p:grpSpPr>
          <a:xfrm>
            <a:off x="-540119" y="-190500"/>
            <a:ext cx="10224238" cy="5634425"/>
            <a:chOff x="-540125" y="-190500"/>
            <a:chExt cx="10224238" cy="5634425"/>
          </a:xfrm>
        </p:grpSpPr>
        <p:grpSp>
          <p:nvGrpSpPr>
            <p:cNvPr id="76" name="Google Shape;76;p4"/>
            <p:cNvGrpSpPr/>
            <p:nvPr/>
          </p:nvGrpSpPr>
          <p:grpSpPr>
            <a:xfrm>
              <a:off x="123156" y="409580"/>
              <a:ext cx="262232" cy="352736"/>
              <a:chOff x="694982" y="773654"/>
              <a:chExt cx="262232" cy="350632"/>
            </a:xfrm>
          </p:grpSpPr>
          <p:sp>
            <p:nvSpPr>
              <p:cNvPr id="77" name="Google Shape;77;p4"/>
              <p:cNvSpPr/>
              <p:nvPr/>
            </p:nvSpPr>
            <p:spPr>
              <a:xfrm>
                <a:off x="694982" y="920890"/>
                <a:ext cx="187201" cy="203396"/>
              </a:xfrm>
              <a:custGeom>
                <a:avLst/>
                <a:gdLst/>
                <a:ahLst/>
                <a:cxnLst/>
                <a:rect l="l" t="t" r="r" b="b"/>
                <a:pathLst>
                  <a:path w="1260" h="1369" extrusionOk="0">
                    <a:moveTo>
                      <a:pt x="673" y="1"/>
                    </a:moveTo>
                    <a:cubicBezTo>
                      <a:pt x="413" y="1"/>
                      <a:pt x="159" y="235"/>
                      <a:pt x="85" y="559"/>
                    </a:cubicBezTo>
                    <a:cubicBezTo>
                      <a:pt x="1" y="926"/>
                      <a:pt x="179" y="1283"/>
                      <a:pt x="473" y="1356"/>
                    </a:cubicBezTo>
                    <a:cubicBezTo>
                      <a:pt x="508" y="1365"/>
                      <a:pt x="544" y="1369"/>
                      <a:pt x="580" y="1369"/>
                    </a:cubicBezTo>
                    <a:cubicBezTo>
                      <a:pt x="848" y="1369"/>
                      <a:pt x="1101" y="1135"/>
                      <a:pt x="1175" y="811"/>
                    </a:cubicBezTo>
                    <a:cubicBezTo>
                      <a:pt x="1259" y="433"/>
                      <a:pt x="1081" y="77"/>
                      <a:pt x="777" y="14"/>
                    </a:cubicBezTo>
                    <a:cubicBezTo>
                      <a:pt x="742" y="5"/>
                      <a:pt x="708" y="1"/>
                      <a:pt x="673" y="1"/>
                    </a:cubicBezTo>
                    <a:close/>
                  </a:path>
                </a:pathLst>
              </a:custGeom>
              <a:solidFill>
                <a:srgbClr val="FFFCF7">
                  <a:alpha val="195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4"/>
              <p:cNvSpPr/>
              <p:nvPr/>
            </p:nvSpPr>
            <p:spPr>
              <a:xfrm>
                <a:off x="886642" y="773654"/>
                <a:ext cx="70572" cy="56606"/>
              </a:xfrm>
              <a:custGeom>
                <a:avLst/>
                <a:gdLst/>
                <a:ahLst/>
                <a:cxnLst/>
                <a:rect l="l" t="t" r="r" b="b"/>
                <a:pathLst>
                  <a:path w="475" h="381" extrusionOk="0">
                    <a:moveTo>
                      <a:pt x="229" y="0"/>
                    </a:moveTo>
                    <a:cubicBezTo>
                      <a:pt x="151" y="0"/>
                      <a:pt x="70" y="39"/>
                      <a:pt x="22" y="124"/>
                    </a:cubicBezTo>
                    <a:cubicBezTo>
                      <a:pt x="1" y="239"/>
                      <a:pt x="85" y="344"/>
                      <a:pt x="189" y="365"/>
                    </a:cubicBezTo>
                    <a:cubicBezTo>
                      <a:pt x="219" y="376"/>
                      <a:pt x="248" y="381"/>
                      <a:pt x="276" y="381"/>
                    </a:cubicBezTo>
                    <a:cubicBezTo>
                      <a:pt x="359" y="381"/>
                      <a:pt x="431" y="336"/>
                      <a:pt x="462" y="250"/>
                    </a:cubicBezTo>
                    <a:cubicBezTo>
                      <a:pt x="475" y="96"/>
                      <a:pt x="354" y="0"/>
                      <a:pt x="22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9" name="Google Shape;79;p4"/>
            <p:cNvGrpSpPr/>
            <p:nvPr/>
          </p:nvGrpSpPr>
          <p:grpSpPr>
            <a:xfrm>
              <a:off x="-540125" y="-190500"/>
              <a:ext cx="10224238" cy="5634425"/>
              <a:chOff x="-540125" y="-190500"/>
              <a:chExt cx="10224238" cy="5634425"/>
            </a:xfrm>
          </p:grpSpPr>
          <p:grpSp>
            <p:nvGrpSpPr>
              <p:cNvPr id="80" name="Google Shape;80;p4"/>
              <p:cNvGrpSpPr/>
              <p:nvPr/>
            </p:nvGrpSpPr>
            <p:grpSpPr>
              <a:xfrm>
                <a:off x="123150" y="4810250"/>
                <a:ext cx="9020846" cy="318721"/>
                <a:chOff x="66882" y="4401145"/>
                <a:chExt cx="9060713" cy="305875"/>
              </a:xfrm>
            </p:grpSpPr>
            <p:sp>
              <p:nvSpPr>
                <p:cNvPr id="81" name="Google Shape;81;p4"/>
                <p:cNvSpPr/>
                <p:nvPr/>
              </p:nvSpPr>
              <p:spPr>
                <a:xfrm>
                  <a:off x="66882" y="4401145"/>
                  <a:ext cx="9060713" cy="30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171" h="3178" extrusionOk="0">
                      <a:moveTo>
                        <a:pt x="1" y="0"/>
                      </a:moveTo>
                      <a:lnTo>
                        <a:pt x="1" y="3177"/>
                      </a:lnTo>
                      <a:lnTo>
                        <a:pt x="27171" y="3177"/>
                      </a:lnTo>
                      <a:lnTo>
                        <a:pt x="27171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" name="Google Shape;82;p4"/>
                <p:cNvSpPr/>
                <p:nvPr/>
              </p:nvSpPr>
              <p:spPr>
                <a:xfrm>
                  <a:off x="1201135" y="4401147"/>
                  <a:ext cx="6647593" cy="3058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48" h="3178" extrusionOk="0">
                      <a:moveTo>
                        <a:pt x="1" y="0"/>
                      </a:moveTo>
                      <a:lnTo>
                        <a:pt x="378" y="3177"/>
                      </a:lnTo>
                      <a:lnTo>
                        <a:pt x="20470" y="3177"/>
                      </a:lnTo>
                      <a:lnTo>
                        <a:pt x="20848" y="0"/>
                      </a:lnTo>
                      <a:close/>
                    </a:path>
                  </a:pathLst>
                </a:custGeom>
                <a:solidFill>
                  <a:srgbClr val="FFFCF7">
                    <a:alpha val="1955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" name="Google Shape;83;p4"/>
                <p:cNvSpPr/>
                <p:nvPr/>
              </p:nvSpPr>
              <p:spPr>
                <a:xfrm>
                  <a:off x="743887" y="4570540"/>
                  <a:ext cx="220332" cy="556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1" h="578" extrusionOk="0">
                      <a:moveTo>
                        <a:pt x="366" y="0"/>
                      </a:moveTo>
                      <a:cubicBezTo>
                        <a:pt x="269" y="0"/>
                        <a:pt x="171" y="48"/>
                        <a:pt x="114" y="149"/>
                      </a:cubicBezTo>
                      <a:cubicBezTo>
                        <a:pt x="1" y="346"/>
                        <a:pt x="150" y="578"/>
                        <a:pt x="356" y="578"/>
                      </a:cubicBezTo>
                      <a:cubicBezTo>
                        <a:pt x="379" y="578"/>
                        <a:pt x="403" y="575"/>
                        <a:pt x="428" y="568"/>
                      </a:cubicBezTo>
                      <a:cubicBezTo>
                        <a:pt x="596" y="526"/>
                        <a:pt x="690" y="358"/>
                        <a:pt x="638" y="201"/>
                      </a:cubicBezTo>
                      <a:cubicBezTo>
                        <a:pt x="598" y="70"/>
                        <a:pt x="483" y="0"/>
                        <a:pt x="36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84" name="Google Shape;84;p4"/>
              <p:cNvSpPr/>
              <p:nvPr/>
            </p:nvSpPr>
            <p:spPr>
              <a:xfrm>
                <a:off x="-134261" y="34637"/>
                <a:ext cx="9409084" cy="261761"/>
              </a:xfrm>
              <a:custGeom>
                <a:avLst/>
                <a:gdLst/>
                <a:ahLst/>
                <a:cxnLst/>
                <a:rect l="l" t="t" r="r" b="b"/>
                <a:pathLst>
                  <a:path w="30138" h="1658" extrusionOk="0">
                    <a:moveTo>
                      <a:pt x="902" y="0"/>
                    </a:moveTo>
                    <a:cubicBezTo>
                      <a:pt x="0" y="0"/>
                      <a:pt x="0" y="1657"/>
                      <a:pt x="902" y="1657"/>
                    </a:cubicBezTo>
                    <a:lnTo>
                      <a:pt x="29247" y="1657"/>
                    </a:lnTo>
                    <a:cubicBezTo>
                      <a:pt x="30138" y="1657"/>
                      <a:pt x="30138" y="0"/>
                      <a:pt x="2924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4"/>
              <p:cNvSpPr/>
              <p:nvPr/>
            </p:nvSpPr>
            <p:spPr>
              <a:xfrm>
                <a:off x="-540125" y="-190500"/>
                <a:ext cx="10224238" cy="266655"/>
              </a:xfrm>
              <a:custGeom>
                <a:avLst/>
                <a:gdLst/>
                <a:ahLst/>
                <a:cxnLst/>
                <a:rect l="l" t="t" r="r" b="b"/>
                <a:pathLst>
                  <a:path w="32749" h="1689" extrusionOk="0">
                    <a:moveTo>
                      <a:pt x="0" y="0"/>
                    </a:moveTo>
                    <a:lnTo>
                      <a:pt x="0" y="315"/>
                    </a:lnTo>
                    <a:lnTo>
                      <a:pt x="902" y="1028"/>
                    </a:lnTo>
                    <a:cubicBezTo>
                      <a:pt x="902" y="1395"/>
                      <a:pt x="1195" y="1688"/>
                      <a:pt x="1562" y="1688"/>
                    </a:cubicBezTo>
                    <a:lnTo>
                      <a:pt x="31186" y="1688"/>
                    </a:lnTo>
                    <a:cubicBezTo>
                      <a:pt x="31553" y="1688"/>
                      <a:pt x="31847" y="1395"/>
                      <a:pt x="31847" y="1028"/>
                    </a:cubicBezTo>
                    <a:lnTo>
                      <a:pt x="32749" y="315"/>
                    </a:lnTo>
                    <a:lnTo>
                      <a:pt x="327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4"/>
              <p:cNvSpPr/>
              <p:nvPr/>
            </p:nvSpPr>
            <p:spPr>
              <a:xfrm>
                <a:off x="-540125" y="-190500"/>
                <a:ext cx="10221116" cy="49731"/>
              </a:xfrm>
              <a:custGeom>
                <a:avLst/>
                <a:gdLst/>
                <a:ahLst/>
                <a:cxnLst/>
                <a:rect l="l" t="t" r="r" b="b"/>
                <a:pathLst>
                  <a:path w="32739" h="315" extrusionOk="0">
                    <a:moveTo>
                      <a:pt x="0" y="0"/>
                    </a:moveTo>
                    <a:lnTo>
                      <a:pt x="0" y="315"/>
                    </a:lnTo>
                    <a:lnTo>
                      <a:pt x="32738" y="315"/>
                    </a:lnTo>
                    <a:lnTo>
                      <a:pt x="32738" y="0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87;p4"/>
              <p:cNvSpPr/>
              <p:nvPr/>
            </p:nvSpPr>
            <p:spPr>
              <a:xfrm>
                <a:off x="713232" y="111806"/>
                <a:ext cx="3444951" cy="99841"/>
              </a:xfrm>
              <a:custGeom>
                <a:avLst/>
                <a:gdLst/>
                <a:ahLst/>
                <a:cxnLst/>
                <a:rect l="l" t="t" r="r" b="b"/>
                <a:pathLst>
                  <a:path w="23187" h="672" extrusionOk="0">
                    <a:moveTo>
                      <a:pt x="441" y="0"/>
                    </a:moveTo>
                    <a:cubicBezTo>
                      <a:pt x="231" y="11"/>
                      <a:pt x="64" y="147"/>
                      <a:pt x="1" y="336"/>
                    </a:cubicBezTo>
                    <a:cubicBezTo>
                      <a:pt x="64" y="535"/>
                      <a:pt x="231" y="672"/>
                      <a:pt x="441" y="672"/>
                    </a:cubicBezTo>
                    <a:lnTo>
                      <a:pt x="22746" y="672"/>
                    </a:lnTo>
                    <a:cubicBezTo>
                      <a:pt x="22945" y="672"/>
                      <a:pt x="23123" y="535"/>
                      <a:pt x="23186" y="336"/>
                    </a:cubicBezTo>
                    <a:cubicBezTo>
                      <a:pt x="23123" y="147"/>
                      <a:pt x="22945" y="11"/>
                      <a:pt x="22746" y="0"/>
                    </a:cubicBezTo>
                    <a:close/>
                  </a:path>
                </a:pathLst>
              </a:custGeom>
              <a:solidFill>
                <a:srgbClr val="FFFCF7">
                  <a:alpha val="195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88;p4"/>
              <p:cNvSpPr/>
              <p:nvPr/>
            </p:nvSpPr>
            <p:spPr>
              <a:xfrm>
                <a:off x="-340627" y="-59775"/>
                <a:ext cx="9821812" cy="34891"/>
              </a:xfrm>
              <a:custGeom>
                <a:avLst/>
                <a:gdLst/>
                <a:ahLst/>
                <a:cxnLst/>
                <a:rect l="l" t="t" r="r" b="b"/>
                <a:pathLst>
                  <a:path w="31460" h="221" extrusionOk="0">
                    <a:moveTo>
                      <a:pt x="1" y="0"/>
                    </a:moveTo>
                    <a:lnTo>
                      <a:pt x="263" y="200"/>
                    </a:lnTo>
                    <a:lnTo>
                      <a:pt x="263" y="221"/>
                    </a:lnTo>
                    <a:lnTo>
                      <a:pt x="31208" y="221"/>
                    </a:lnTo>
                    <a:lnTo>
                      <a:pt x="31208" y="200"/>
                    </a:lnTo>
                    <a:lnTo>
                      <a:pt x="314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4"/>
              <p:cNvSpPr/>
              <p:nvPr/>
            </p:nvSpPr>
            <p:spPr>
              <a:xfrm>
                <a:off x="-157810" y="5125200"/>
                <a:ext cx="9437035" cy="206502"/>
              </a:xfrm>
              <a:custGeom>
                <a:avLst/>
                <a:gdLst/>
                <a:ahLst/>
                <a:cxnLst/>
                <a:rect l="l" t="t" r="r" b="b"/>
                <a:pathLst>
                  <a:path w="30842" h="1312" extrusionOk="0">
                    <a:moveTo>
                      <a:pt x="882" y="0"/>
                    </a:moveTo>
                    <a:cubicBezTo>
                      <a:pt x="1" y="0"/>
                      <a:pt x="1" y="1311"/>
                      <a:pt x="882" y="1311"/>
                    </a:cubicBezTo>
                    <a:lnTo>
                      <a:pt x="30191" y="1311"/>
                    </a:lnTo>
                    <a:cubicBezTo>
                      <a:pt x="30548" y="1311"/>
                      <a:pt x="30841" y="1018"/>
                      <a:pt x="30841" y="651"/>
                    </a:cubicBezTo>
                    <a:cubicBezTo>
                      <a:pt x="30841" y="294"/>
                      <a:pt x="30548" y="0"/>
                      <a:pt x="3019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4"/>
              <p:cNvSpPr/>
              <p:nvPr/>
            </p:nvSpPr>
            <p:spPr>
              <a:xfrm>
                <a:off x="-369550" y="5296761"/>
                <a:ext cx="9889274" cy="147164"/>
              </a:xfrm>
              <a:custGeom>
                <a:avLst/>
                <a:gdLst/>
                <a:ahLst/>
                <a:cxnLst/>
                <a:rect l="l" t="t" r="r" b="b"/>
                <a:pathLst>
                  <a:path w="32320" h="935" extrusionOk="0">
                    <a:moveTo>
                      <a:pt x="945" y="1"/>
                    </a:moveTo>
                    <a:cubicBezTo>
                      <a:pt x="420" y="1"/>
                      <a:pt x="1" y="420"/>
                      <a:pt x="1" y="934"/>
                    </a:cubicBezTo>
                    <a:lnTo>
                      <a:pt x="32320" y="934"/>
                    </a:lnTo>
                    <a:cubicBezTo>
                      <a:pt x="32320" y="420"/>
                      <a:pt x="31900" y="1"/>
                      <a:pt x="313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4"/>
              <p:cNvSpPr/>
              <p:nvPr/>
            </p:nvSpPr>
            <p:spPr>
              <a:xfrm>
                <a:off x="1170769" y="5296761"/>
                <a:ext cx="3603526" cy="147164"/>
              </a:xfrm>
              <a:custGeom>
                <a:avLst/>
                <a:gdLst/>
                <a:ahLst/>
                <a:cxnLst/>
                <a:rect l="l" t="t" r="r" b="b"/>
                <a:pathLst>
                  <a:path w="11777" h="935" extrusionOk="0">
                    <a:moveTo>
                      <a:pt x="11758" y="1"/>
                    </a:moveTo>
                    <a:cubicBezTo>
                      <a:pt x="11752" y="1"/>
                      <a:pt x="11746" y="1"/>
                      <a:pt x="11739" y="1"/>
                    </a:cubicBezTo>
                    <a:lnTo>
                      <a:pt x="11776" y="1"/>
                    </a:lnTo>
                    <a:cubicBezTo>
                      <a:pt x="11770" y="1"/>
                      <a:pt x="11764" y="1"/>
                      <a:pt x="11758" y="1"/>
                    </a:cubicBezTo>
                    <a:close/>
                    <a:moveTo>
                      <a:pt x="758" y="1"/>
                    </a:moveTo>
                    <a:cubicBezTo>
                      <a:pt x="336" y="1"/>
                      <a:pt x="0" y="353"/>
                      <a:pt x="0" y="777"/>
                    </a:cubicBezTo>
                    <a:lnTo>
                      <a:pt x="0" y="934"/>
                    </a:lnTo>
                    <a:lnTo>
                      <a:pt x="11000" y="934"/>
                    </a:lnTo>
                    <a:lnTo>
                      <a:pt x="11000" y="777"/>
                    </a:lnTo>
                    <a:cubicBezTo>
                      <a:pt x="11000" y="359"/>
                      <a:pt x="11327" y="11"/>
                      <a:pt x="11739" y="1"/>
                    </a:cubicBezTo>
                    <a:lnTo>
                      <a:pt x="776" y="1"/>
                    </a:lnTo>
                    <a:cubicBezTo>
                      <a:pt x="770" y="1"/>
                      <a:pt x="764" y="1"/>
                      <a:pt x="758" y="1"/>
                    </a:cubicBezTo>
                    <a:close/>
                  </a:path>
                </a:pathLst>
              </a:custGeom>
              <a:solidFill>
                <a:srgbClr val="FFFCF7">
                  <a:alpha val="195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4"/>
              <p:cNvSpPr/>
              <p:nvPr/>
            </p:nvSpPr>
            <p:spPr>
              <a:xfrm>
                <a:off x="5524907" y="5296761"/>
                <a:ext cx="1854851" cy="147164"/>
              </a:xfrm>
              <a:custGeom>
                <a:avLst/>
                <a:gdLst/>
                <a:ahLst/>
                <a:cxnLst/>
                <a:rect l="l" t="t" r="r" b="b"/>
                <a:pathLst>
                  <a:path w="6062" h="935" extrusionOk="0">
                    <a:moveTo>
                      <a:pt x="776" y="1"/>
                    </a:moveTo>
                    <a:cubicBezTo>
                      <a:pt x="346" y="1"/>
                      <a:pt x="0" y="347"/>
                      <a:pt x="0" y="777"/>
                    </a:cubicBezTo>
                    <a:lnTo>
                      <a:pt x="0" y="934"/>
                    </a:lnTo>
                    <a:lnTo>
                      <a:pt x="5296" y="934"/>
                    </a:lnTo>
                    <a:lnTo>
                      <a:pt x="5296" y="777"/>
                    </a:lnTo>
                    <a:cubicBezTo>
                      <a:pt x="5296" y="347"/>
                      <a:pt x="5631" y="1"/>
                      <a:pt x="6061" y="1"/>
                    </a:cubicBezTo>
                    <a:close/>
                  </a:path>
                </a:pathLst>
              </a:custGeom>
              <a:solidFill>
                <a:srgbClr val="FFFCF7">
                  <a:alpha val="195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4"/>
              <p:cNvSpPr/>
              <p:nvPr/>
            </p:nvSpPr>
            <p:spPr>
              <a:xfrm>
                <a:off x="8945550" y="247650"/>
                <a:ext cx="197174" cy="4618732"/>
              </a:xfrm>
              <a:custGeom>
                <a:avLst/>
                <a:gdLst/>
                <a:ahLst/>
                <a:cxnLst/>
                <a:rect l="l" t="t" r="r" b="b"/>
                <a:pathLst>
                  <a:path w="860" h="38738" extrusionOk="0">
                    <a:moveTo>
                      <a:pt x="0" y="0"/>
                    </a:moveTo>
                    <a:lnTo>
                      <a:pt x="0" y="38737"/>
                    </a:lnTo>
                    <a:lnTo>
                      <a:pt x="860" y="38737"/>
                    </a:lnTo>
                    <a:lnTo>
                      <a:pt x="86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94" name="Google Shape;94;p4"/>
              <p:cNvGrpSpPr/>
              <p:nvPr/>
            </p:nvGrpSpPr>
            <p:grpSpPr>
              <a:xfrm>
                <a:off x="8694552" y="444361"/>
                <a:ext cx="448838" cy="855480"/>
                <a:chOff x="4189590" y="628348"/>
                <a:chExt cx="448838" cy="855480"/>
              </a:xfrm>
            </p:grpSpPr>
            <p:sp>
              <p:nvSpPr>
                <p:cNvPr id="95" name="Google Shape;95;p4"/>
                <p:cNvSpPr/>
                <p:nvPr/>
              </p:nvSpPr>
              <p:spPr>
                <a:xfrm>
                  <a:off x="4189590" y="628348"/>
                  <a:ext cx="448838" cy="8554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21" h="5758" extrusionOk="0">
                      <a:moveTo>
                        <a:pt x="1" y="1"/>
                      </a:moveTo>
                      <a:lnTo>
                        <a:pt x="1" y="357"/>
                      </a:lnTo>
                      <a:cubicBezTo>
                        <a:pt x="1" y="546"/>
                        <a:pt x="148" y="703"/>
                        <a:pt x="336" y="703"/>
                      </a:cubicBezTo>
                      <a:lnTo>
                        <a:pt x="336" y="871"/>
                      </a:lnTo>
                      <a:cubicBezTo>
                        <a:pt x="323" y="868"/>
                        <a:pt x="310" y="867"/>
                        <a:pt x="298" y="867"/>
                      </a:cubicBezTo>
                      <a:cubicBezTo>
                        <a:pt x="132" y="867"/>
                        <a:pt x="97" y="1122"/>
                        <a:pt x="127" y="1259"/>
                      </a:cubicBezTo>
                      <a:cubicBezTo>
                        <a:pt x="151" y="1439"/>
                        <a:pt x="310" y="1562"/>
                        <a:pt x="484" y="1562"/>
                      </a:cubicBezTo>
                      <a:cubicBezTo>
                        <a:pt x="532" y="1562"/>
                        <a:pt x="582" y="1552"/>
                        <a:pt x="630" y="1532"/>
                      </a:cubicBezTo>
                      <a:lnTo>
                        <a:pt x="640" y="1532"/>
                      </a:lnTo>
                      <a:cubicBezTo>
                        <a:pt x="652" y="1528"/>
                        <a:pt x="664" y="1526"/>
                        <a:pt x="675" y="1526"/>
                      </a:cubicBezTo>
                      <a:cubicBezTo>
                        <a:pt x="822" y="1526"/>
                        <a:pt x="903" y="1826"/>
                        <a:pt x="777" y="1972"/>
                      </a:cubicBezTo>
                      <a:cubicBezTo>
                        <a:pt x="703" y="2056"/>
                        <a:pt x="640" y="2213"/>
                        <a:pt x="640" y="2528"/>
                      </a:cubicBezTo>
                      <a:cubicBezTo>
                        <a:pt x="640" y="3335"/>
                        <a:pt x="1196" y="3723"/>
                        <a:pt x="1448" y="3723"/>
                      </a:cubicBezTo>
                      <a:lnTo>
                        <a:pt x="1448" y="4174"/>
                      </a:lnTo>
                      <a:cubicBezTo>
                        <a:pt x="2192" y="4174"/>
                        <a:pt x="2077" y="5422"/>
                        <a:pt x="1699" y="5422"/>
                      </a:cubicBezTo>
                      <a:lnTo>
                        <a:pt x="1699" y="5758"/>
                      </a:lnTo>
                      <a:lnTo>
                        <a:pt x="2947" y="5758"/>
                      </a:lnTo>
                      <a:lnTo>
                        <a:pt x="3021" y="1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" name="Google Shape;96;p4"/>
                <p:cNvSpPr/>
                <p:nvPr/>
              </p:nvSpPr>
              <p:spPr>
                <a:xfrm>
                  <a:off x="4231636" y="771574"/>
                  <a:ext cx="73395" cy="601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4" h="405" extrusionOk="0">
                      <a:moveTo>
                        <a:pt x="269" y="0"/>
                      </a:moveTo>
                      <a:cubicBezTo>
                        <a:pt x="230" y="0"/>
                        <a:pt x="192" y="11"/>
                        <a:pt x="158" y="33"/>
                      </a:cubicBezTo>
                      <a:cubicBezTo>
                        <a:pt x="53" y="85"/>
                        <a:pt x="1" y="201"/>
                        <a:pt x="53" y="316"/>
                      </a:cubicBezTo>
                      <a:cubicBezTo>
                        <a:pt x="92" y="374"/>
                        <a:pt x="155" y="405"/>
                        <a:pt x="219" y="405"/>
                      </a:cubicBezTo>
                      <a:cubicBezTo>
                        <a:pt x="259" y="405"/>
                        <a:pt x="300" y="393"/>
                        <a:pt x="336" y="369"/>
                      </a:cubicBezTo>
                      <a:cubicBezTo>
                        <a:pt x="441" y="316"/>
                        <a:pt x="494" y="201"/>
                        <a:pt x="452" y="96"/>
                      </a:cubicBezTo>
                      <a:cubicBezTo>
                        <a:pt x="411" y="35"/>
                        <a:pt x="340" y="0"/>
                        <a:pt x="26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" name="Google Shape;97;p4"/>
                <p:cNvSpPr/>
                <p:nvPr/>
              </p:nvSpPr>
              <p:spPr>
                <a:xfrm>
                  <a:off x="4322118" y="921485"/>
                  <a:ext cx="183933" cy="2035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" h="1370" extrusionOk="0">
                      <a:moveTo>
                        <a:pt x="594" y="0"/>
                      </a:moveTo>
                      <a:cubicBezTo>
                        <a:pt x="564" y="0"/>
                        <a:pt x="534" y="3"/>
                        <a:pt x="503" y="10"/>
                      </a:cubicBezTo>
                      <a:cubicBezTo>
                        <a:pt x="199" y="62"/>
                        <a:pt x="0" y="398"/>
                        <a:pt x="63" y="775"/>
                      </a:cubicBezTo>
                      <a:cubicBezTo>
                        <a:pt x="130" y="1129"/>
                        <a:pt x="380" y="1369"/>
                        <a:pt x="662" y="1369"/>
                      </a:cubicBezTo>
                      <a:cubicBezTo>
                        <a:pt x="689" y="1369"/>
                        <a:pt x="717" y="1367"/>
                        <a:pt x="745" y="1362"/>
                      </a:cubicBezTo>
                      <a:cubicBezTo>
                        <a:pt x="1049" y="1310"/>
                        <a:pt x="1237" y="964"/>
                        <a:pt x="1174" y="586"/>
                      </a:cubicBezTo>
                      <a:cubicBezTo>
                        <a:pt x="1118" y="247"/>
                        <a:pt x="866" y="0"/>
                        <a:pt x="59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98" name="Google Shape;98;p4"/>
              <p:cNvSpPr/>
              <p:nvPr/>
            </p:nvSpPr>
            <p:spPr>
              <a:xfrm>
                <a:off x="100" y="247650"/>
                <a:ext cx="183874" cy="4895805"/>
              </a:xfrm>
              <a:custGeom>
                <a:avLst/>
                <a:gdLst/>
                <a:ahLst/>
                <a:cxnLst/>
                <a:rect l="l" t="t" r="r" b="b"/>
                <a:pathLst>
                  <a:path w="850" h="38738" extrusionOk="0">
                    <a:moveTo>
                      <a:pt x="0" y="0"/>
                    </a:moveTo>
                    <a:lnTo>
                      <a:pt x="0" y="38737"/>
                    </a:lnTo>
                    <a:lnTo>
                      <a:pt x="850" y="38737"/>
                    </a:lnTo>
                    <a:lnTo>
                      <a:pt x="8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99" name="Google Shape;99;p4"/>
              <p:cNvGrpSpPr/>
              <p:nvPr/>
            </p:nvGrpSpPr>
            <p:grpSpPr>
              <a:xfrm>
                <a:off x="-10709" y="444378"/>
                <a:ext cx="448838" cy="860613"/>
                <a:chOff x="561117" y="628348"/>
                <a:chExt cx="448838" cy="855480"/>
              </a:xfrm>
            </p:grpSpPr>
            <p:sp>
              <p:nvSpPr>
                <p:cNvPr id="100" name="Google Shape;100;p4"/>
                <p:cNvSpPr/>
                <p:nvPr/>
              </p:nvSpPr>
              <p:spPr>
                <a:xfrm>
                  <a:off x="561117" y="628348"/>
                  <a:ext cx="448838" cy="8554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21" h="5758" extrusionOk="0">
                      <a:moveTo>
                        <a:pt x="3020" y="1"/>
                      </a:moveTo>
                      <a:lnTo>
                        <a:pt x="0" y="11"/>
                      </a:lnTo>
                      <a:lnTo>
                        <a:pt x="73" y="5758"/>
                      </a:lnTo>
                      <a:lnTo>
                        <a:pt x="1321" y="5758"/>
                      </a:lnTo>
                      <a:lnTo>
                        <a:pt x="1321" y="5422"/>
                      </a:lnTo>
                      <a:cubicBezTo>
                        <a:pt x="944" y="5422"/>
                        <a:pt x="828" y="4174"/>
                        <a:pt x="1573" y="4174"/>
                      </a:cubicBezTo>
                      <a:lnTo>
                        <a:pt x="1573" y="3723"/>
                      </a:lnTo>
                      <a:cubicBezTo>
                        <a:pt x="1825" y="3723"/>
                        <a:pt x="2380" y="3335"/>
                        <a:pt x="2380" y="2528"/>
                      </a:cubicBezTo>
                      <a:cubicBezTo>
                        <a:pt x="2380" y="2213"/>
                        <a:pt x="2318" y="2056"/>
                        <a:pt x="2244" y="1972"/>
                      </a:cubicBezTo>
                      <a:cubicBezTo>
                        <a:pt x="2108" y="1826"/>
                        <a:pt x="2189" y="1526"/>
                        <a:pt x="2344" y="1526"/>
                      </a:cubicBezTo>
                      <a:cubicBezTo>
                        <a:pt x="2355" y="1526"/>
                        <a:pt x="2368" y="1528"/>
                        <a:pt x="2380" y="1532"/>
                      </a:cubicBezTo>
                      <a:lnTo>
                        <a:pt x="2391" y="1532"/>
                      </a:lnTo>
                      <a:cubicBezTo>
                        <a:pt x="2437" y="1552"/>
                        <a:pt x="2485" y="1562"/>
                        <a:pt x="2532" y="1562"/>
                      </a:cubicBezTo>
                      <a:cubicBezTo>
                        <a:pt x="2701" y="1562"/>
                        <a:pt x="2861" y="1439"/>
                        <a:pt x="2894" y="1259"/>
                      </a:cubicBezTo>
                      <a:cubicBezTo>
                        <a:pt x="2914" y="1122"/>
                        <a:pt x="2888" y="867"/>
                        <a:pt x="2714" y="867"/>
                      </a:cubicBezTo>
                      <a:cubicBezTo>
                        <a:pt x="2702" y="867"/>
                        <a:pt x="2688" y="868"/>
                        <a:pt x="2674" y="871"/>
                      </a:cubicBezTo>
                      <a:lnTo>
                        <a:pt x="2674" y="703"/>
                      </a:lnTo>
                      <a:cubicBezTo>
                        <a:pt x="2863" y="703"/>
                        <a:pt x="3020" y="546"/>
                        <a:pt x="3020" y="357"/>
                      </a:cubicBezTo>
                      <a:lnTo>
                        <a:pt x="302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" name="Google Shape;101;p4"/>
                <p:cNvSpPr/>
                <p:nvPr/>
              </p:nvSpPr>
              <p:spPr>
                <a:xfrm>
                  <a:off x="694982" y="920890"/>
                  <a:ext cx="187201" cy="2033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0" h="1369" extrusionOk="0">
                      <a:moveTo>
                        <a:pt x="673" y="1"/>
                      </a:moveTo>
                      <a:cubicBezTo>
                        <a:pt x="413" y="1"/>
                        <a:pt x="159" y="235"/>
                        <a:pt x="85" y="559"/>
                      </a:cubicBezTo>
                      <a:cubicBezTo>
                        <a:pt x="1" y="926"/>
                        <a:pt x="179" y="1283"/>
                        <a:pt x="473" y="1356"/>
                      </a:cubicBezTo>
                      <a:cubicBezTo>
                        <a:pt x="508" y="1365"/>
                        <a:pt x="544" y="1369"/>
                        <a:pt x="580" y="1369"/>
                      </a:cubicBezTo>
                      <a:cubicBezTo>
                        <a:pt x="848" y="1369"/>
                        <a:pt x="1101" y="1135"/>
                        <a:pt x="1175" y="811"/>
                      </a:cubicBezTo>
                      <a:cubicBezTo>
                        <a:pt x="1259" y="433"/>
                        <a:pt x="1081" y="77"/>
                        <a:pt x="777" y="14"/>
                      </a:cubicBezTo>
                      <a:cubicBezTo>
                        <a:pt x="742" y="5"/>
                        <a:pt x="708" y="1"/>
                        <a:pt x="67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" name="Google Shape;102;p4"/>
                <p:cNvSpPr/>
                <p:nvPr/>
              </p:nvSpPr>
              <p:spPr>
                <a:xfrm>
                  <a:off x="886642" y="773654"/>
                  <a:ext cx="70572" cy="56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5" h="381" extrusionOk="0">
                      <a:moveTo>
                        <a:pt x="229" y="0"/>
                      </a:moveTo>
                      <a:cubicBezTo>
                        <a:pt x="151" y="0"/>
                        <a:pt x="70" y="39"/>
                        <a:pt x="22" y="124"/>
                      </a:cubicBezTo>
                      <a:cubicBezTo>
                        <a:pt x="1" y="239"/>
                        <a:pt x="85" y="344"/>
                        <a:pt x="189" y="365"/>
                      </a:cubicBezTo>
                      <a:cubicBezTo>
                        <a:pt x="219" y="376"/>
                        <a:pt x="248" y="381"/>
                        <a:pt x="276" y="381"/>
                      </a:cubicBezTo>
                      <a:cubicBezTo>
                        <a:pt x="359" y="381"/>
                        <a:pt x="431" y="336"/>
                        <a:pt x="462" y="250"/>
                      </a:cubicBezTo>
                      <a:cubicBezTo>
                        <a:pt x="475" y="96"/>
                        <a:pt x="354" y="0"/>
                        <a:pt x="22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03" name="Google Shape;103;p4"/>
            <p:cNvSpPr/>
            <p:nvPr/>
          </p:nvSpPr>
          <p:spPr>
            <a:xfrm>
              <a:off x="14450" y="247294"/>
              <a:ext cx="9120845" cy="206500"/>
            </a:xfrm>
            <a:custGeom>
              <a:avLst/>
              <a:gdLst/>
              <a:ahLst/>
              <a:cxnLst/>
              <a:rect l="l" t="t" r="r" b="b"/>
              <a:pathLst>
                <a:path w="28723" h="798" extrusionOk="0">
                  <a:moveTo>
                    <a:pt x="0" y="0"/>
                  </a:moveTo>
                  <a:lnTo>
                    <a:pt x="0" y="797"/>
                  </a:lnTo>
                  <a:lnTo>
                    <a:pt x="28722" y="797"/>
                  </a:lnTo>
                  <a:lnTo>
                    <a:pt x="2872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" name="Google Shape;104;p4"/>
          <p:cNvGrpSpPr/>
          <p:nvPr/>
        </p:nvGrpSpPr>
        <p:grpSpPr>
          <a:xfrm>
            <a:off x="-540125" y="-190500"/>
            <a:ext cx="10224238" cy="5634425"/>
            <a:chOff x="-540125" y="-190500"/>
            <a:chExt cx="10224238" cy="5634425"/>
          </a:xfrm>
        </p:grpSpPr>
        <p:grpSp>
          <p:nvGrpSpPr>
            <p:cNvPr id="105" name="Google Shape;105;p4"/>
            <p:cNvGrpSpPr/>
            <p:nvPr/>
          </p:nvGrpSpPr>
          <p:grpSpPr>
            <a:xfrm>
              <a:off x="123156" y="409580"/>
              <a:ext cx="262232" cy="352736"/>
              <a:chOff x="694982" y="773654"/>
              <a:chExt cx="262232" cy="350632"/>
            </a:xfrm>
          </p:grpSpPr>
          <p:sp>
            <p:nvSpPr>
              <p:cNvPr id="106" name="Google Shape;106;p4"/>
              <p:cNvSpPr/>
              <p:nvPr/>
            </p:nvSpPr>
            <p:spPr>
              <a:xfrm>
                <a:off x="694982" y="920890"/>
                <a:ext cx="187201" cy="203396"/>
              </a:xfrm>
              <a:custGeom>
                <a:avLst/>
                <a:gdLst/>
                <a:ahLst/>
                <a:cxnLst/>
                <a:rect l="l" t="t" r="r" b="b"/>
                <a:pathLst>
                  <a:path w="1260" h="1369" extrusionOk="0">
                    <a:moveTo>
                      <a:pt x="673" y="1"/>
                    </a:moveTo>
                    <a:cubicBezTo>
                      <a:pt x="413" y="1"/>
                      <a:pt x="159" y="235"/>
                      <a:pt x="85" y="559"/>
                    </a:cubicBezTo>
                    <a:cubicBezTo>
                      <a:pt x="1" y="926"/>
                      <a:pt x="179" y="1283"/>
                      <a:pt x="473" y="1356"/>
                    </a:cubicBezTo>
                    <a:cubicBezTo>
                      <a:pt x="508" y="1365"/>
                      <a:pt x="544" y="1369"/>
                      <a:pt x="580" y="1369"/>
                    </a:cubicBezTo>
                    <a:cubicBezTo>
                      <a:pt x="848" y="1369"/>
                      <a:pt x="1101" y="1135"/>
                      <a:pt x="1175" y="811"/>
                    </a:cubicBezTo>
                    <a:cubicBezTo>
                      <a:pt x="1259" y="433"/>
                      <a:pt x="1081" y="77"/>
                      <a:pt x="777" y="14"/>
                    </a:cubicBezTo>
                    <a:cubicBezTo>
                      <a:pt x="742" y="5"/>
                      <a:pt x="708" y="1"/>
                      <a:pt x="673" y="1"/>
                    </a:cubicBezTo>
                    <a:close/>
                  </a:path>
                </a:pathLst>
              </a:custGeom>
              <a:solidFill>
                <a:srgbClr val="FFFCF7">
                  <a:alpha val="195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4"/>
              <p:cNvSpPr/>
              <p:nvPr/>
            </p:nvSpPr>
            <p:spPr>
              <a:xfrm>
                <a:off x="886642" y="773654"/>
                <a:ext cx="70572" cy="56606"/>
              </a:xfrm>
              <a:custGeom>
                <a:avLst/>
                <a:gdLst/>
                <a:ahLst/>
                <a:cxnLst/>
                <a:rect l="l" t="t" r="r" b="b"/>
                <a:pathLst>
                  <a:path w="475" h="381" extrusionOk="0">
                    <a:moveTo>
                      <a:pt x="229" y="0"/>
                    </a:moveTo>
                    <a:cubicBezTo>
                      <a:pt x="151" y="0"/>
                      <a:pt x="70" y="39"/>
                      <a:pt x="22" y="124"/>
                    </a:cubicBezTo>
                    <a:cubicBezTo>
                      <a:pt x="1" y="239"/>
                      <a:pt x="85" y="344"/>
                      <a:pt x="189" y="365"/>
                    </a:cubicBezTo>
                    <a:cubicBezTo>
                      <a:pt x="219" y="376"/>
                      <a:pt x="248" y="381"/>
                      <a:pt x="276" y="381"/>
                    </a:cubicBezTo>
                    <a:cubicBezTo>
                      <a:pt x="359" y="381"/>
                      <a:pt x="431" y="336"/>
                      <a:pt x="462" y="250"/>
                    </a:cubicBezTo>
                    <a:cubicBezTo>
                      <a:pt x="475" y="96"/>
                      <a:pt x="354" y="0"/>
                      <a:pt x="22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8" name="Google Shape;108;p4"/>
            <p:cNvGrpSpPr/>
            <p:nvPr/>
          </p:nvGrpSpPr>
          <p:grpSpPr>
            <a:xfrm>
              <a:off x="8736599" y="406611"/>
              <a:ext cx="274414" cy="353455"/>
              <a:chOff x="4231636" y="771574"/>
              <a:chExt cx="274414" cy="353455"/>
            </a:xfrm>
          </p:grpSpPr>
          <p:sp>
            <p:nvSpPr>
              <p:cNvPr id="109" name="Google Shape;109;p4"/>
              <p:cNvSpPr/>
              <p:nvPr/>
            </p:nvSpPr>
            <p:spPr>
              <a:xfrm>
                <a:off x="4231636" y="771574"/>
                <a:ext cx="73395" cy="60172"/>
              </a:xfrm>
              <a:custGeom>
                <a:avLst/>
                <a:gdLst/>
                <a:ahLst/>
                <a:cxnLst/>
                <a:rect l="l" t="t" r="r" b="b"/>
                <a:pathLst>
                  <a:path w="494" h="405" extrusionOk="0">
                    <a:moveTo>
                      <a:pt x="269" y="0"/>
                    </a:moveTo>
                    <a:cubicBezTo>
                      <a:pt x="230" y="0"/>
                      <a:pt x="192" y="11"/>
                      <a:pt x="158" y="33"/>
                    </a:cubicBezTo>
                    <a:cubicBezTo>
                      <a:pt x="53" y="85"/>
                      <a:pt x="1" y="201"/>
                      <a:pt x="53" y="316"/>
                    </a:cubicBezTo>
                    <a:cubicBezTo>
                      <a:pt x="92" y="374"/>
                      <a:pt x="155" y="405"/>
                      <a:pt x="219" y="405"/>
                    </a:cubicBezTo>
                    <a:cubicBezTo>
                      <a:pt x="259" y="405"/>
                      <a:pt x="300" y="393"/>
                      <a:pt x="336" y="369"/>
                    </a:cubicBezTo>
                    <a:cubicBezTo>
                      <a:pt x="441" y="316"/>
                      <a:pt x="494" y="201"/>
                      <a:pt x="452" y="96"/>
                    </a:cubicBezTo>
                    <a:cubicBezTo>
                      <a:pt x="411" y="35"/>
                      <a:pt x="340" y="0"/>
                      <a:pt x="26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4"/>
              <p:cNvSpPr/>
              <p:nvPr/>
            </p:nvSpPr>
            <p:spPr>
              <a:xfrm>
                <a:off x="4322118" y="921485"/>
                <a:ext cx="183933" cy="203544"/>
              </a:xfrm>
              <a:custGeom>
                <a:avLst/>
                <a:gdLst/>
                <a:ahLst/>
                <a:cxnLst/>
                <a:rect l="l" t="t" r="r" b="b"/>
                <a:pathLst>
                  <a:path w="1238" h="1370" extrusionOk="0">
                    <a:moveTo>
                      <a:pt x="594" y="0"/>
                    </a:moveTo>
                    <a:cubicBezTo>
                      <a:pt x="564" y="0"/>
                      <a:pt x="534" y="3"/>
                      <a:pt x="503" y="10"/>
                    </a:cubicBezTo>
                    <a:cubicBezTo>
                      <a:pt x="199" y="62"/>
                      <a:pt x="0" y="398"/>
                      <a:pt x="63" y="775"/>
                    </a:cubicBezTo>
                    <a:cubicBezTo>
                      <a:pt x="130" y="1129"/>
                      <a:pt x="380" y="1369"/>
                      <a:pt x="662" y="1369"/>
                    </a:cubicBezTo>
                    <a:cubicBezTo>
                      <a:pt x="689" y="1369"/>
                      <a:pt x="717" y="1367"/>
                      <a:pt x="745" y="1362"/>
                    </a:cubicBezTo>
                    <a:cubicBezTo>
                      <a:pt x="1049" y="1310"/>
                      <a:pt x="1237" y="964"/>
                      <a:pt x="1174" y="586"/>
                    </a:cubicBezTo>
                    <a:cubicBezTo>
                      <a:pt x="1118" y="247"/>
                      <a:pt x="866" y="0"/>
                      <a:pt x="594" y="0"/>
                    </a:cubicBezTo>
                    <a:close/>
                  </a:path>
                </a:pathLst>
              </a:custGeom>
              <a:solidFill>
                <a:srgbClr val="FFFCF7">
                  <a:alpha val="195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1" name="Google Shape;111;p4"/>
            <p:cNvGrpSpPr/>
            <p:nvPr/>
          </p:nvGrpSpPr>
          <p:grpSpPr>
            <a:xfrm>
              <a:off x="-540125" y="-190500"/>
              <a:ext cx="10224238" cy="5634425"/>
              <a:chOff x="-540125" y="-190500"/>
              <a:chExt cx="10224238" cy="5634425"/>
            </a:xfrm>
          </p:grpSpPr>
          <p:grpSp>
            <p:nvGrpSpPr>
              <p:cNvPr id="112" name="Google Shape;112;p4"/>
              <p:cNvGrpSpPr/>
              <p:nvPr/>
            </p:nvGrpSpPr>
            <p:grpSpPr>
              <a:xfrm>
                <a:off x="123150" y="4810250"/>
                <a:ext cx="9020846" cy="318721"/>
                <a:chOff x="66882" y="4401145"/>
                <a:chExt cx="9060713" cy="305875"/>
              </a:xfrm>
            </p:grpSpPr>
            <p:sp>
              <p:nvSpPr>
                <p:cNvPr id="113" name="Google Shape;113;p4"/>
                <p:cNvSpPr/>
                <p:nvPr/>
              </p:nvSpPr>
              <p:spPr>
                <a:xfrm>
                  <a:off x="66882" y="4401145"/>
                  <a:ext cx="9060713" cy="30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171" h="3178" extrusionOk="0">
                      <a:moveTo>
                        <a:pt x="1" y="0"/>
                      </a:moveTo>
                      <a:lnTo>
                        <a:pt x="1" y="3177"/>
                      </a:lnTo>
                      <a:lnTo>
                        <a:pt x="27171" y="3177"/>
                      </a:lnTo>
                      <a:lnTo>
                        <a:pt x="27171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" name="Google Shape;114;p4"/>
                <p:cNvSpPr/>
                <p:nvPr/>
              </p:nvSpPr>
              <p:spPr>
                <a:xfrm>
                  <a:off x="1201135" y="4401147"/>
                  <a:ext cx="6647593" cy="3058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48" h="3178" extrusionOk="0">
                      <a:moveTo>
                        <a:pt x="1" y="0"/>
                      </a:moveTo>
                      <a:lnTo>
                        <a:pt x="378" y="3177"/>
                      </a:lnTo>
                      <a:lnTo>
                        <a:pt x="20470" y="3177"/>
                      </a:lnTo>
                      <a:lnTo>
                        <a:pt x="20848" y="0"/>
                      </a:lnTo>
                      <a:close/>
                    </a:path>
                  </a:pathLst>
                </a:custGeom>
                <a:solidFill>
                  <a:srgbClr val="FFFCF7">
                    <a:alpha val="1955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" name="Google Shape;115;p4"/>
                <p:cNvSpPr/>
                <p:nvPr/>
              </p:nvSpPr>
              <p:spPr>
                <a:xfrm>
                  <a:off x="743887" y="4570540"/>
                  <a:ext cx="220332" cy="556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1" h="578" extrusionOk="0">
                      <a:moveTo>
                        <a:pt x="366" y="0"/>
                      </a:moveTo>
                      <a:cubicBezTo>
                        <a:pt x="269" y="0"/>
                        <a:pt x="171" y="48"/>
                        <a:pt x="114" y="149"/>
                      </a:cubicBezTo>
                      <a:cubicBezTo>
                        <a:pt x="1" y="346"/>
                        <a:pt x="150" y="578"/>
                        <a:pt x="356" y="578"/>
                      </a:cubicBezTo>
                      <a:cubicBezTo>
                        <a:pt x="379" y="578"/>
                        <a:pt x="403" y="575"/>
                        <a:pt x="428" y="568"/>
                      </a:cubicBezTo>
                      <a:cubicBezTo>
                        <a:pt x="596" y="526"/>
                        <a:pt x="690" y="358"/>
                        <a:pt x="638" y="201"/>
                      </a:cubicBezTo>
                      <a:cubicBezTo>
                        <a:pt x="598" y="70"/>
                        <a:pt x="483" y="0"/>
                        <a:pt x="36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16" name="Google Shape;116;p4"/>
              <p:cNvSpPr/>
              <p:nvPr/>
            </p:nvSpPr>
            <p:spPr>
              <a:xfrm>
                <a:off x="-134261" y="34637"/>
                <a:ext cx="9409084" cy="261761"/>
              </a:xfrm>
              <a:custGeom>
                <a:avLst/>
                <a:gdLst/>
                <a:ahLst/>
                <a:cxnLst/>
                <a:rect l="l" t="t" r="r" b="b"/>
                <a:pathLst>
                  <a:path w="30138" h="1658" extrusionOk="0">
                    <a:moveTo>
                      <a:pt x="902" y="0"/>
                    </a:moveTo>
                    <a:cubicBezTo>
                      <a:pt x="0" y="0"/>
                      <a:pt x="0" y="1657"/>
                      <a:pt x="902" y="1657"/>
                    </a:cubicBezTo>
                    <a:lnTo>
                      <a:pt x="29247" y="1657"/>
                    </a:lnTo>
                    <a:cubicBezTo>
                      <a:pt x="30138" y="1657"/>
                      <a:pt x="30138" y="0"/>
                      <a:pt x="2924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4"/>
              <p:cNvSpPr/>
              <p:nvPr/>
            </p:nvSpPr>
            <p:spPr>
              <a:xfrm>
                <a:off x="-540125" y="-190500"/>
                <a:ext cx="10224238" cy="266655"/>
              </a:xfrm>
              <a:custGeom>
                <a:avLst/>
                <a:gdLst/>
                <a:ahLst/>
                <a:cxnLst/>
                <a:rect l="l" t="t" r="r" b="b"/>
                <a:pathLst>
                  <a:path w="32749" h="1689" extrusionOk="0">
                    <a:moveTo>
                      <a:pt x="0" y="0"/>
                    </a:moveTo>
                    <a:lnTo>
                      <a:pt x="0" y="315"/>
                    </a:lnTo>
                    <a:lnTo>
                      <a:pt x="902" y="1028"/>
                    </a:lnTo>
                    <a:cubicBezTo>
                      <a:pt x="902" y="1395"/>
                      <a:pt x="1195" y="1688"/>
                      <a:pt x="1562" y="1688"/>
                    </a:cubicBezTo>
                    <a:lnTo>
                      <a:pt x="31186" y="1688"/>
                    </a:lnTo>
                    <a:cubicBezTo>
                      <a:pt x="31553" y="1688"/>
                      <a:pt x="31847" y="1395"/>
                      <a:pt x="31847" y="1028"/>
                    </a:cubicBezTo>
                    <a:lnTo>
                      <a:pt x="32749" y="315"/>
                    </a:lnTo>
                    <a:lnTo>
                      <a:pt x="327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118;p4"/>
              <p:cNvSpPr/>
              <p:nvPr/>
            </p:nvSpPr>
            <p:spPr>
              <a:xfrm>
                <a:off x="-540125" y="-190500"/>
                <a:ext cx="10221116" cy="49731"/>
              </a:xfrm>
              <a:custGeom>
                <a:avLst/>
                <a:gdLst/>
                <a:ahLst/>
                <a:cxnLst/>
                <a:rect l="l" t="t" r="r" b="b"/>
                <a:pathLst>
                  <a:path w="32739" h="315" extrusionOk="0">
                    <a:moveTo>
                      <a:pt x="0" y="0"/>
                    </a:moveTo>
                    <a:lnTo>
                      <a:pt x="0" y="315"/>
                    </a:lnTo>
                    <a:lnTo>
                      <a:pt x="32738" y="315"/>
                    </a:lnTo>
                    <a:lnTo>
                      <a:pt x="32738" y="0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119;p4"/>
              <p:cNvSpPr/>
              <p:nvPr/>
            </p:nvSpPr>
            <p:spPr>
              <a:xfrm>
                <a:off x="713232" y="111806"/>
                <a:ext cx="3444951" cy="99841"/>
              </a:xfrm>
              <a:custGeom>
                <a:avLst/>
                <a:gdLst/>
                <a:ahLst/>
                <a:cxnLst/>
                <a:rect l="l" t="t" r="r" b="b"/>
                <a:pathLst>
                  <a:path w="23187" h="672" extrusionOk="0">
                    <a:moveTo>
                      <a:pt x="441" y="0"/>
                    </a:moveTo>
                    <a:cubicBezTo>
                      <a:pt x="231" y="11"/>
                      <a:pt x="64" y="147"/>
                      <a:pt x="1" y="336"/>
                    </a:cubicBezTo>
                    <a:cubicBezTo>
                      <a:pt x="64" y="535"/>
                      <a:pt x="231" y="672"/>
                      <a:pt x="441" y="672"/>
                    </a:cubicBezTo>
                    <a:lnTo>
                      <a:pt x="22746" y="672"/>
                    </a:lnTo>
                    <a:cubicBezTo>
                      <a:pt x="22945" y="672"/>
                      <a:pt x="23123" y="535"/>
                      <a:pt x="23186" y="336"/>
                    </a:cubicBezTo>
                    <a:cubicBezTo>
                      <a:pt x="23123" y="147"/>
                      <a:pt x="22945" y="11"/>
                      <a:pt x="22746" y="0"/>
                    </a:cubicBezTo>
                    <a:close/>
                  </a:path>
                </a:pathLst>
              </a:custGeom>
              <a:solidFill>
                <a:srgbClr val="FFFCF7">
                  <a:alpha val="195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4"/>
              <p:cNvSpPr/>
              <p:nvPr/>
            </p:nvSpPr>
            <p:spPr>
              <a:xfrm>
                <a:off x="-340627" y="-59775"/>
                <a:ext cx="9821812" cy="34891"/>
              </a:xfrm>
              <a:custGeom>
                <a:avLst/>
                <a:gdLst/>
                <a:ahLst/>
                <a:cxnLst/>
                <a:rect l="l" t="t" r="r" b="b"/>
                <a:pathLst>
                  <a:path w="31460" h="221" extrusionOk="0">
                    <a:moveTo>
                      <a:pt x="1" y="0"/>
                    </a:moveTo>
                    <a:lnTo>
                      <a:pt x="263" y="200"/>
                    </a:lnTo>
                    <a:lnTo>
                      <a:pt x="263" y="221"/>
                    </a:lnTo>
                    <a:lnTo>
                      <a:pt x="31208" y="221"/>
                    </a:lnTo>
                    <a:lnTo>
                      <a:pt x="31208" y="200"/>
                    </a:lnTo>
                    <a:lnTo>
                      <a:pt x="314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4"/>
              <p:cNvSpPr/>
              <p:nvPr/>
            </p:nvSpPr>
            <p:spPr>
              <a:xfrm>
                <a:off x="-157810" y="5125200"/>
                <a:ext cx="9437035" cy="206502"/>
              </a:xfrm>
              <a:custGeom>
                <a:avLst/>
                <a:gdLst/>
                <a:ahLst/>
                <a:cxnLst/>
                <a:rect l="l" t="t" r="r" b="b"/>
                <a:pathLst>
                  <a:path w="30842" h="1312" extrusionOk="0">
                    <a:moveTo>
                      <a:pt x="882" y="0"/>
                    </a:moveTo>
                    <a:cubicBezTo>
                      <a:pt x="1" y="0"/>
                      <a:pt x="1" y="1311"/>
                      <a:pt x="882" y="1311"/>
                    </a:cubicBezTo>
                    <a:lnTo>
                      <a:pt x="30191" y="1311"/>
                    </a:lnTo>
                    <a:cubicBezTo>
                      <a:pt x="30548" y="1311"/>
                      <a:pt x="30841" y="1018"/>
                      <a:pt x="30841" y="651"/>
                    </a:cubicBezTo>
                    <a:cubicBezTo>
                      <a:pt x="30841" y="294"/>
                      <a:pt x="30548" y="0"/>
                      <a:pt x="3019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4"/>
              <p:cNvSpPr/>
              <p:nvPr/>
            </p:nvSpPr>
            <p:spPr>
              <a:xfrm>
                <a:off x="-369550" y="5296761"/>
                <a:ext cx="9889274" cy="147164"/>
              </a:xfrm>
              <a:custGeom>
                <a:avLst/>
                <a:gdLst/>
                <a:ahLst/>
                <a:cxnLst/>
                <a:rect l="l" t="t" r="r" b="b"/>
                <a:pathLst>
                  <a:path w="32320" h="935" extrusionOk="0">
                    <a:moveTo>
                      <a:pt x="945" y="1"/>
                    </a:moveTo>
                    <a:cubicBezTo>
                      <a:pt x="420" y="1"/>
                      <a:pt x="1" y="420"/>
                      <a:pt x="1" y="934"/>
                    </a:cubicBezTo>
                    <a:lnTo>
                      <a:pt x="32320" y="934"/>
                    </a:lnTo>
                    <a:cubicBezTo>
                      <a:pt x="32320" y="420"/>
                      <a:pt x="31900" y="1"/>
                      <a:pt x="313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4"/>
              <p:cNvSpPr/>
              <p:nvPr/>
            </p:nvSpPr>
            <p:spPr>
              <a:xfrm>
                <a:off x="1170769" y="5296761"/>
                <a:ext cx="3603526" cy="147164"/>
              </a:xfrm>
              <a:custGeom>
                <a:avLst/>
                <a:gdLst/>
                <a:ahLst/>
                <a:cxnLst/>
                <a:rect l="l" t="t" r="r" b="b"/>
                <a:pathLst>
                  <a:path w="11777" h="935" extrusionOk="0">
                    <a:moveTo>
                      <a:pt x="11758" y="1"/>
                    </a:moveTo>
                    <a:cubicBezTo>
                      <a:pt x="11752" y="1"/>
                      <a:pt x="11746" y="1"/>
                      <a:pt x="11739" y="1"/>
                    </a:cubicBezTo>
                    <a:lnTo>
                      <a:pt x="11776" y="1"/>
                    </a:lnTo>
                    <a:cubicBezTo>
                      <a:pt x="11770" y="1"/>
                      <a:pt x="11764" y="1"/>
                      <a:pt x="11758" y="1"/>
                    </a:cubicBezTo>
                    <a:close/>
                    <a:moveTo>
                      <a:pt x="758" y="1"/>
                    </a:moveTo>
                    <a:cubicBezTo>
                      <a:pt x="336" y="1"/>
                      <a:pt x="0" y="353"/>
                      <a:pt x="0" y="777"/>
                    </a:cubicBezTo>
                    <a:lnTo>
                      <a:pt x="0" y="934"/>
                    </a:lnTo>
                    <a:lnTo>
                      <a:pt x="11000" y="934"/>
                    </a:lnTo>
                    <a:lnTo>
                      <a:pt x="11000" y="777"/>
                    </a:lnTo>
                    <a:cubicBezTo>
                      <a:pt x="11000" y="359"/>
                      <a:pt x="11327" y="11"/>
                      <a:pt x="11739" y="1"/>
                    </a:cubicBezTo>
                    <a:lnTo>
                      <a:pt x="776" y="1"/>
                    </a:lnTo>
                    <a:cubicBezTo>
                      <a:pt x="770" y="1"/>
                      <a:pt x="764" y="1"/>
                      <a:pt x="758" y="1"/>
                    </a:cubicBezTo>
                    <a:close/>
                  </a:path>
                </a:pathLst>
              </a:custGeom>
              <a:solidFill>
                <a:srgbClr val="FFFCF7">
                  <a:alpha val="195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4"/>
              <p:cNvSpPr/>
              <p:nvPr/>
            </p:nvSpPr>
            <p:spPr>
              <a:xfrm>
                <a:off x="5524907" y="5296761"/>
                <a:ext cx="1854851" cy="147164"/>
              </a:xfrm>
              <a:custGeom>
                <a:avLst/>
                <a:gdLst/>
                <a:ahLst/>
                <a:cxnLst/>
                <a:rect l="l" t="t" r="r" b="b"/>
                <a:pathLst>
                  <a:path w="6062" h="935" extrusionOk="0">
                    <a:moveTo>
                      <a:pt x="776" y="1"/>
                    </a:moveTo>
                    <a:cubicBezTo>
                      <a:pt x="346" y="1"/>
                      <a:pt x="0" y="347"/>
                      <a:pt x="0" y="777"/>
                    </a:cubicBezTo>
                    <a:lnTo>
                      <a:pt x="0" y="934"/>
                    </a:lnTo>
                    <a:lnTo>
                      <a:pt x="5296" y="934"/>
                    </a:lnTo>
                    <a:lnTo>
                      <a:pt x="5296" y="777"/>
                    </a:lnTo>
                    <a:cubicBezTo>
                      <a:pt x="5296" y="347"/>
                      <a:pt x="5631" y="1"/>
                      <a:pt x="6061" y="1"/>
                    </a:cubicBezTo>
                    <a:close/>
                  </a:path>
                </a:pathLst>
              </a:custGeom>
              <a:solidFill>
                <a:srgbClr val="FFFCF7">
                  <a:alpha val="195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125;p4"/>
              <p:cNvSpPr/>
              <p:nvPr/>
            </p:nvSpPr>
            <p:spPr>
              <a:xfrm>
                <a:off x="8945550" y="247650"/>
                <a:ext cx="197174" cy="4618732"/>
              </a:xfrm>
              <a:custGeom>
                <a:avLst/>
                <a:gdLst/>
                <a:ahLst/>
                <a:cxnLst/>
                <a:rect l="l" t="t" r="r" b="b"/>
                <a:pathLst>
                  <a:path w="860" h="38738" extrusionOk="0">
                    <a:moveTo>
                      <a:pt x="0" y="0"/>
                    </a:moveTo>
                    <a:lnTo>
                      <a:pt x="0" y="38737"/>
                    </a:lnTo>
                    <a:lnTo>
                      <a:pt x="860" y="38737"/>
                    </a:lnTo>
                    <a:lnTo>
                      <a:pt x="86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26" name="Google Shape;126;p4"/>
              <p:cNvGrpSpPr/>
              <p:nvPr/>
            </p:nvGrpSpPr>
            <p:grpSpPr>
              <a:xfrm>
                <a:off x="8694552" y="444361"/>
                <a:ext cx="448838" cy="855480"/>
                <a:chOff x="4189590" y="628348"/>
                <a:chExt cx="448838" cy="855480"/>
              </a:xfrm>
            </p:grpSpPr>
            <p:sp>
              <p:nvSpPr>
                <p:cNvPr id="127" name="Google Shape;127;p4"/>
                <p:cNvSpPr/>
                <p:nvPr/>
              </p:nvSpPr>
              <p:spPr>
                <a:xfrm>
                  <a:off x="4189590" y="628348"/>
                  <a:ext cx="448838" cy="8554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21" h="5758" extrusionOk="0">
                      <a:moveTo>
                        <a:pt x="1" y="1"/>
                      </a:moveTo>
                      <a:lnTo>
                        <a:pt x="1" y="357"/>
                      </a:lnTo>
                      <a:cubicBezTo>
                        <a:pt x="1" y="546"/>
                        <a:pt x="148" y="703"/>
                        <a:pt x="336" y="703"/>
                      </a:cubicBezTo>
                      <a:lnTo>
                        <a:pt x="336" y="871"/>
                      </a:lnTo>
                      <a:cubicBezTo>
                        <a:pt x="323" y="868"/>
                        <a:pt x="310" y="867"/>
                        <a:pt x="298" y="867"/>
                      </a:cubicBezTo>
                      <a:cubicBezTo>
                        <a:pt x="132" y="867"/>
                        <a:pt x="97" y="1122"/>
                        <a:pt x="127" y="1259"/>
                      </a:cubicBezTo>
                      <a:cubicBezTo>
                        <a:pt x="151" y="1439"/>
                        <a:pt x="310" y="1562"/>
                        <a:pt x="484" y="1562"/>
                      </a:cubicBezTo>
                      <a:cubicBezTo>
                        <a:pt x="532" y="1562"/>
                        <a:pt x="582" y="1552"/>
                        <a:pt x="630" y="1532"/>
                      </a:cubicBezTo>
                      <a:lnTo>
                        <a:pt x="640" y="1532"/>
                      </a:lnTo>
                      <a:cubicBezTo>
                        <a:pt x="652" y="1528"/>
                        <a:pt x="664" y="1526"/>
                        <a:pt x="675" y="1526"/>
                      </a:cubicBezTo>
                      <a:cubicBezTo>
                        <a:pt x="822" y="1526"/>
                        <a:pt x="903" y="1826"/>
                        <a:pt x="777" y="1972"/>
                      </a:cubicBezTo>
                      <a:cubicBezTo>
                        <a:pt x="703" y="2056"/>
                        <a:pt x="640" y="2213"/>
                        <a:pt x="640" y="2528"/>
                      </a:cubicBezTo>
                      <a:cubicBezTo>
                        <a:pt x="640" y="3335"/>
                        <a:pt x="1196" y="3723"/>
                        <a:pt x="1448" y="3723"/>
                      </a:cubicBezTo>
                      <a:lnTo>
                        <a:pt x="1448" y="4174"/>
                      </a:lnTo>
                      <a:cubicBezTo>
                        <a:pt x="2192" y="4174"/>
                        <a:pt x="2077" y="5422"/>
                        <a:pt x="1699" y="5422"/>
                      </a:cubicBezTo>
                      <a:lnTo>
                        <a:pt x="1699" y="5758"/>
                      </a:lnTo>
                      <a:lnTo>
                        <a:pt x="2947" y="5758"/>
                      </a:lnTo>
                      <a:lnTo>
                        <a:pt x="3021" y="1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" name="Google Shape;128;p4"/>
                <p:cNvSpPr/>
                <p:nvPr/>
              </p:nvSpPr>
              <p:spPr>
                <a:xfrm>
                  <a:off x="4231636" y="771574"/>
                  <a:ext cx="73395" cy="601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4" h="405" extrusionOk="0">
                      <a:moveTo>
                        <a:pt x="269" y="0"/>
                      </a:moveTo>
                      <a:cubicBezTo>
                        <a:pt x="230" y="0"/>
                        <a:pt x="192" y="11"/>
                        <a:pt x="158" y="33"/>
                      </a:cubicBezTo>
                      <a:cubicBezTo>
                        <a:pt x="53" y="85"/>
                        <a:pt x="1" y="201"/>
                        <a:pt x="53" y="316"/>
                      </a:cubicBezTo>
                      <a:cubicBezTo>
                        <a:pt x="92" y="374"/>
                        <a:pt x="155" y="405"/>
                        <a:pt x="219" y="405"/>
                      </a:cubicBezTo>
                      <a:cubicBezTo>
                        <a:pt x="259" y="405"/>
                        <a:pt x="300" y="393"/>
                        <a:pt x="336" y="369"/>
                      </a:cubicBezTo>
                      <a:cubicBezTo>
                        <a:pt x="441" y="316"/>
                        <a:pt x="494" y="201"/>
                        <a:pt x="452" y="96"/>
                      </a:cubicBezTo>
                      <a:cubicBezTo>
                        <a:pt x="411" y="35"/>
                        <a:pt x="340" y="0"/>
                        <a:pt x="26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9" name="Google Shape;129;p4"/>
                <p:cNvSpPr/>
                <p:nvPr/>
              </p:nvSpPr>
              <p:spPr>
                <a:xfrm>
                  <a:off x="4322118" y="921485"/>
                  <a:ext cx="183933" cy="2035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" h="1370" extrusionOk="0">
                      <a:moveTo>
                        <a:pt x="594" y="0"/>
                      </a:moveTo>
                      <a:cubicBezTo>
                        <a:pt x="564" y="0"/>
                        <a:pt x="534" y="3"/>
                        <a:pt x="503" y="10"/>
                      </a:cubicBezTo>
                      <a:cubicBezTo>
                        <a:pt x="199" y="62"/>
                        <a:pt x="0" y="398"/>
                        <a:pt x="63" y="775"/>
                      </a:cubicBezTo>
                      <a:cubicBezTo>
                        <a:pt x="130" y="1129"/>
                        <a:pt x="380" y="1369"/>
                        <a:pt x="662" y="1369"/>
                      </a:cubicBezTo>
                      <a:cubicBezTo>
                        <a:pt x="689" y="1369"/>
                        <a:pt x="717" y="1367"/>
                        <a:pt x="745" y="1362"/>
                      </a:cubicBezTo>
                      <a:cubicBezTo>
                        <a:pt x="1049" y="1310"/>
                        <a:pt x="1237" y="964"/>
                        <a:pt x="1174" y="586"/>
                      </a:cubicBezTo>
                      <a:cubicBezTo>
                        <a:pt x="1118" y="247"/>
                        <a:pt x="866" y="0"/>
                        <a:pt x="59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30" name="Google Shape;130;p4"/>
              <p:cNvSpPr/>
              <p:nvPr/>
            </p:nvSpPr>
            <p:spPr>
              <a:xfrm>
                <a:off x="100" y="247650"/>
                <a:ext cx="183874" cy="4895805"/>
              </a:xfrm>
              <a:custGeom>
                <a:avLst/>
                <a:gdLst/>
                <a:ahLst/>
                <a:cxnLst/>
                <a:rect l="l" t="t" r="r" b="b"/>
                <a:pathLst>
                  <a:path w="850" h="38738" extrusionOk="0">
                    <a:moveTo>
                      <a:pt x="0" y="0"/>
                    </a:moveTo>
                    <a:lnTo>
                      <a:pt x="0" y="38737"/>
                    </a:lnTo>
                    <a:lnTo>
                      <a:pt x="850" y="38737"/>
                    </a:lnTo>
                    <a:lnTo>
                      <a:pt x="8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1" name="Google Shape;131;p4"/>
              <p:cNvGrpSpPr/>
              <p:nvPr/>
            </p:nvGrpSpPr>
            <p:grpSpPr>
              <a:xfrm>
                <a:off x="-10709" y="444378"/>
                <a:ext cx="448838" cy="860613"/>
                <a:chOff x="561117" y="628348"/>
                <a:chExt cx="448838" cy="855480"/>
              </a:xfrm>
            </p:grpSpPr>
            <p:sp>
              <p:nvSpPr>
                <p:cNvPr id="132" name="Google Shape;132;p4"/>
                <p:cNvSpPr/>
                <p:nvPr/>
              </p:nvSpPr>
              <p:spPr>
                <a:xfrm>
                  <a:off x="561117" y="628348"/>
                  <a:ext cx="448838" cy="8554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21" h="5758" extrusionOk="0">
                      <a:moveTo>
                        <a:pt x="3020" y="1"/>
                      </a:moveTo>
                      <a:lnTo>
                        <a:pt x="0" y="11"/>
                      </a:lnTo>
                      <a:lnTo>
                        <a:pt x="73" y="5758"/>
                      </a:lnTo>
                      <a:lnTo>
                        <a:pt x="1321" y="5758"/>
                      </a:lnTo>
                      <a:lnTo>
                        <a:pt x="1321" y="5422"/>
                      </a:lnTo>
                      <a:cubicBezTo>
                        <a:pt x="944" y="5422"/>
                        <a:pt x="828" y="4174"/>
                        <a:pt x="1573" y="4174"/>
                      </a:cubicBezTo>
                      <a:lnTo>
                        <a:pt x="1573" y="3723"/>
                      </a:lnTo>
                      <a:cubicBezTo>
                        <a:pt x="1825" y="3723"/>
                        <a:pt x="2380" y="3335"/>
                        <a:pt x="2380" y="2528"/>
                      </a:cubicBezTo>
                      <a:cubicBezTo>
                        <a:pt x="2380" y="2213"/>
                        <a:pt x="2318" y="2056"/>
                        <a:pt x="2244" y="1972"/>
                      </a:cubicBezTo>
                      <a:cubicBezTo>
                        <a:pt x="2108" y="1826"/>
                        <a:pt x="2189" y="1526"/>
                        <a:pt x="2344" y="1526"/>
                      </a:cubicBezTo>
                      <a:cubicBezTo>
                        <a:pt x="2355" y="1526"/>
                        <a:pt x="2368" y="1528"/>
                        <a:pt x="2380" y="1532"/>
                      </a:cubicBezTo>
                      <a:lnTo>
                        <a:pt x="2391" y="1532"/>
                      </a:lnTo>
                      <a:cubicBezTo>
                        <a:pt x="2437" y="1552"/>
                        <a:pt x="2485" y="1562"/>
                        <a:pt x="2532" y="1562"/>
                      </a:cubicBezTo>
                      <a:cubicBezTo>
                        <a:pt x="2701" y="1562"/>
                        <a:pt x="2861" y="1439"/>
                        <a:pt x="2894" y="1259"/>
                      </a:cubicBezTo>
                      <a:cubicBezTo>
                        <a:pt x="2914" y="1122"/>
                        <a:pt x="2888" y="867"/>
                        <a:pt x="2714" y="867"/>
                      </a:cubicBezTo>
                      <a:cubicBezTo>
                        <a:pt x="2702" y="867"/>
                        <a:pt x="2688" y="868"/>
                        <a:pt x="2674" y="871"/>
                      </a:cubicBezTo>
                      <a:lnTo>
                        <a:pt x="2674" y="703"/>
                      </a:lnTo>
                      <a:cubicBezTo>
                        <a:pt x="2863" y="703"/>
                        <a:pt x="3020" y="546"/>
                        <a:pt x="3020" y="357"/>
                      </a:cubicBezTo>
                      <a:lnTo>
                        <a:pt x="302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3" name="Google Shape;133;p4"/>
                <p:cNvSpPr/>
                <p:nvPr/>
              </p:nvSpPr>
              <p:spPr>
                <a:xfrm>
                  <a:off x="694982" y="920890"/>
                  <a:ext cx="187201" cy="2033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0" h="1369" extrusionOk="0">
                      <a:moveTo>
                        <a:pt x="673" y="1"/>
                      </a:moveTo>
                      <a:cubicBezTo>
                        <a:pt x="413" y="1"/>
                        <a:pt x="159" y="235"/>
                        <a:pt x="85" y="559"/>
                      </a:cubicBezTo>
                      <a:cubicBezTo>
                        <a:pt x="1" y="926"/>
                        <a:pt x="179" y="1283"/>
                        <a:pt x="473" y="1356"/>
                      </a:cubicBezTo>
                      <a:cubicBezTo>
                        <a:pt x="508" y="1365"/>
                        <a:pt x="544" y="1369"/>
                        <a:pt x="580" y="1369"/>
                      </a:cubicBezTo>
                      <a:cubicBezTo>
                        <a:pt x="848" y="1369"/>
                        <a:pt x="1101" y="1135"/>
                        <a:pt x="1175" y="811"/>
                      </a:cubicBezTo>
                      <a:cubicBezTo>
                        <a:pt x="1259" y="433"/>
                        <a:pt x="1081" y="77"/>
                        <a:pt x="777" y="14"/>
                      </a:cubicBezTo>
                      <a:cubicBezTo>
                        <a:pt x="742" y="5"/>
                        <a:pt x="708" y="1"/>
                        <a:pt x="67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" name="Google Shape;134;p4"/>
                <p:cNvSpPr/>
                <p:nvPr/>
              </p:nvSpPr>
              <p:spPr>
                <a:xfrm>
                  <a:off x="886642" y="773654"/>
                  <a:ext cx="70572" cy="56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5" h="381" extrusionOk="0">
                      <a:moveTo>
                        <a:pt x="229" y="0"/>
                      </a:moveTo>
                      <a:cubicBezTo>
                        <a:pt x="151" y="0"/>
                        <a:pt x="70" y="39"/>
                        <a:pt x="22" y="124"/>
                      </a:cubicBezTo>
                      <a:cubicBezTo>
                        <a:pt x="1" y="239"/>
                        <a:pt x="85" y="344"/>
                        <a:pt x="189" y="365"/>
                      </a:cubicBezTo>
                      <a:cubicBezTo>
                        <a:pt x="219" y="376"/>
                        <a:pt x="248" y="381"/>
                        <a:pt x="276" y="381"/>
                      </a:cubicBezTo>
                      <a:cubicBezTo>
                        <a:pt x="359" y="381"/>
                        <a:pt x="431" y="336"/>
                        <a:pt x="462" y="250"/>
                      </a:cubicBezTo>
                      <a:cubicBezTo>
                        <a:pt x="475" y="96"/>
                        <a:pt x="354" y="0"/>
                        <a:pt x="22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35" name="Google Shape;135;p4"/>
            <p:cNvSpPr/>
            <p:nvPr/>
          </p:nvSpPr>
          <p:spPr>
            <a:xfrm>
              <a:off x="14450" y="247294"/>
              <a:ext cx="9120845" cy="206500"/>
            </a:xfrm>
            <a:custGeom>
              <a:avLst/>
              <a:gdLst/>
              <a:ahLst/>
              <a:cxnLst/>
              <a:rect l="l" t="t" r="r" b="b"/>
              <a:pathLst>
                <a:path w="28723" h="798" extrusionOk="0">
                  <a:moveTo>
                    <a:pt x="0" y="0"/>
                  </a:moveTo>
                  <a:lnTo>
                    <a:pt x="0" y="797"/>
                  </a:lnTo>
                  <a:lnTo>
                    <a:pt x="28722" y="797"/>
                  </a:lnTo>
                  <a:lnTo>
                    <a:pt x="2872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4"/>
            <p:cNvSpPr/>
            <p:nvPr/>
          </p:nvSpPr>
          <p:spPr>
            <a:xfrm>
              <a:off x="384093" y="4954718"/>
              <a:ext cx="219363" cy="57966"/>
            </a:xfrm>
            <a:custGeom>
              <a:avLst/>
              <a:gdLst/>
              <a:ahLst/>
              <a:cxnLst/>
              <a:rect l="l" t="t" r="r" b="b"/>
              <a:pathLst>
                <a:path w="691" h="578" extrusionOk="0">
                  <a:moveTo>
                    <a:pt x="366" y="0"/>
                  </a:moveTo>
                  <a:cubicBezTo>
                    <a:pt x="269" y="0"/>
                    <a:pt x="171" y="48"/>
                    <a:pt x="114" y="149"/>
                  </a:cubicBezTo>
                  <a:cubicBezTo>
                    <a:pt x="1" y="346"/>
                    <a:pt x="150" y="578"/>
                    <a:pt x="356" y="578"/>
                  </a:cubicBezTo>
                  <a:cubicBezTo>
                    <a:pt x="379" y="578"/>
                    <a:pt x="403" y="575"/>
                    <a:pt x="428" y="568"/>
                  </a:cubicBezTo>
                  <a:cubicBezTo>
                    <a:pt x="596" y="526"/>
                    <a:pt x="690" y="358"/>
                    <a:pt x="638" y="201"/>
                  </a:cubicBezTo>
                  <a:cubicBezTo>
                    <a:pt x="598" y="70"/>
                    <a:pt x="483" y="0"/>
                    <a:pt x="3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4"/>
            <p:cNvSpPr/>
            <p:nvPr/>
          </p:nvSpPr>
          <p:spPr>
            <a:xfrm>
              <a:off x="8540543" y="4954718"/>
              <a:ext cx="219363" cy="57966"/>
            </a:xfrm>
            <a:custGeom>
              <a:avLst/>
              <a:gdLst/>
              <a:ahLst/>
              <a:cxnLst/>
              <a:rect l="l" t="t" r="r" b="b"/>
              <a:pathLst>
                <a:path w="691" h="578" extrusionOk="0">
                  <a:moveTo>
                    <a:pt x="366" y="0"/>
                  </a:moveTo>
                  <a:cubicBezTo>
                    <a:pt x="269" y="0"/>
                    <a:pt x="171" y="48"/>
                    <a:pt x="114" y="149"/>
                  </a:cubicBezTo>
                  <a:cubicBezTo>
                    <a:pt x="1" y="346"/>
                    <a:pt x="150" y="578"/>
                    <a:pt x="356" y="578"/>
                  </a:cubicBezTo>
                  <a:cubicBezTo>
                    <a:pt x="379" y="578"/>
                    <a:pt x="403" y="575"/>
                    <a:pt x="428" y="568"/>
                  </a:cubicBezTo>
                  <a:cubicBezTo>
                    <a:pt x="596" y="526"/>
                    <a:pt x="690" y="358"/>
                    <a:pt x="638" y="201"/>
                  </a:cubicBezTo>
                  <a:cubicBezTo>
                    <a:pt x="598" y="70"/>
                    <a:pt x="483" y="0"/>
                    <a:pt x="3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5"/>
          <p:cNvSpPr txBox="1">
            <a:spLocks noGrp="1"/>
          </p:cNvSpPr>
          <p:nvPr>
            <p:ph type="title" idx="2"/>
          </p:nvPr>
        </p:nvSpPr>
        <p:spPr>
          <a:xfrm>
            <a:off x="1095263" y="2712821"/>
            <a:ext cx="3324300" cy="404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5"/>
          <p:cNvSpPr txBox="1">
            <a:spLocks noGrp="1"/>
          </p:cNvSpPr>
          <p:nvPr>
            <p:ph type="title" idx="3"/>
          </p:nvPr>
        </p:nvSpPr>
        <p:spPr>
          <a:xfrm>
            <a:off x="4724437" y="2712821"/>
            <a:ext cx="3324300" cy="404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5"/>
          <p:cNvSpPr txBox="1">
            <a:spLocks noGrp="1"/>
          </p:cNvSpPr>
          <p:nvPr>
            <p:ph type="subTitle" idx="1"/>
          </p:nvPr>
        </p:nvSpPr>
        <p:spPr>
          <a:xfrm>
            <a:off x="4724437" y="3023525"/>
            <a:ext cx="3324300" cy="853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 b="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3" name="Google Shape;143;p5"/>
          <p:cNvSpPr txBox="1">
            <a:spLocks noGrp="1"/>
          </p:cNvSpPr>
          <p:nvPr>
            <p:ph type="subTitle" idx="4"/>
          </p:nvPr>
        </p:nvSpPr>
        <p:spPr>
          <a:xfrm>
            <a:off x="1095263" y="3023525"/>
            <a:ext cx="3324300" cy="853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 b="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144" name="Google Shape;144;p5"/>
          <p:cNvGrpSpPr/>
          <p:nvPr/>
        </p:nvGrpSpPr>
        <p:grpSpPr>
          <a:xfrm>
            <a:off x="-540125" y="-190500"/>
            <a:ext cx="10224238" cy="5634425"/>
            <a:chOff x="-540125" y="-190500"/>
            <a:chExt cx="10224238" cy="5634425"/>
          </a:xfrm>
        </p:grpSpPr>
        <p:sp>
          <p:nvSpPr>
            <p:cNvPr id="145" name="Google Shape;145;p5"/>
            <p:cNvSpPr/>
            <p:nvPr/>
          </p:nvSpPr>
          <p:spPr>
            <a:xfrm>
              <a:off x="8868499" y="258010"/>
              <a:ext cx="274226" cy="5038749"/>
            </a:xfrm>
            <a:custGeom>
              <a:avLst/>
              <a:gdLst/>
              <a:ahLst/>
              <a:cxnLst/>
              <a:rect l="l" t="t" r="r" b="b"/>
              <a:pathLst>
                <a:path w="860" h="38738" extrusionOk="0">
                  <a:moveTo>
                    <a:pt x="0" y="0"/>
                  </a:moveTo>
                  <a:lnTo>
                    <a:pt x="0" y="38737"/>
                  </a:lnTo>
                  <a:lnTo>
                    <a:pt x="860" y="38737"/>
                  </a:lnTo>
                  <a:lnTo>
                    <a:pt x="8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46" name="Google Shape;146;p5"/>
            <p:cNvSpPr/>
            <p:nvPr/>
          </p:nvSpPr>
          <p:spPr>
            <a:xfrm>
              <a:off x="100" y="247650"/>
              <a:ext cx="274225" cy="5049014"/>
            </a:xfrm>
            <a:custGeom>
              <a:avLst/>
              <a:gdLst/>
              <a:ahLst/>
              <a:cxnLst/>
              <a:rect l="l" t="t" r="r" b="b"/>
              <a:pathLst>
                <a:path w="850" h="38738" extrusionOk="0">
                  <a:moveTo>
                    <a:pt x="0" y="0"/>
                  </a:moveTo>
                  <a:lnTo>
                    <a:pt x="0" y="38737"/>
                  </a:lnTo>
                  <a:lnTo>
                    <a:pt x="850" y="38737"/>
                  </a:lnTo>
                  <a:lnTo>
                    <a:pt x="85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grpSp>
          <p:nvGrpSpPr>
            <p:cNvPr id="147" name="Google Shape;147;p5"/>
            <p:cNvGrpSpPr/>
            <p:nvPr/>
          </p:nvGrpSpPr>
          <p:grpSpPr>
            <a:xfrm>
              <a:off x="243846" y="4810252"/>
              <a:ext cx="8625625" cy="318713"/>
              <a:chOff x="188112" y="4401147"/>
              <a:chExt cx="8663745" cy="305867"/>
            </a:xfrm>
          </p:grpSpPr>
          <p:sp>
            <p:nvSpPr>
              <p:cNvPr id="148" name="Google Shape;148;p5"/>
              <p:cNvSpPr/>
              <p:nvPr/>
            </p:nvSpPr>
            <p:spPr>
              <a:xfrm>
                <a:off x="188112" y="4401147"/>
                <a:ext cx="8663745" cy="305867"/>
              </a:xfrm>
              <a:custGeom>
                <a:avLst/>
                <a:gdLst/>
                <a:ahLst/>
                <a:cxnLst/>
                <a:rect l="l" t="t" r="r" b="b"/>
                <a:pathLst>
                  <a:path w="27171" h="3178" extrusionOk="0">
                    <a:moveTo>
                      <a:pt x="1" y="0"/>
                    </a:moveTo>
                    <a:lnTo>
                      <a:pt x="1" y="3177"/>
                    </a:lnTo>
                    <a:lnTo>
                      <a:pt x="27171" y="3177"/>
                    </a:lnTo>
                    <a:lnTo>
                      <a:pt x="2717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49" name="Google Shape;149;p5"/>
              <p:cNvSpPr/>
              <p:nvPr/>
            </p:nvSpPr>
            <p:spPr>
              <a:xfrm>
                <a:off x="1201135" y="4401147"/>
                <a:ext cx="6647593" cy="305867"/>
              </a:xfrm>
              <a:custGeom>
                <a:avLst/>
                <a:gdLst/>
                <a:ahLst/>
                <a:cxnLst/>
                <a:rect l="l" t="t" r="r" b="b"/>
                <a:pathLst>
                  <a:path w="20848" h="3178" extrusionOk="0">
                    <a:moveTo>
                      <a:pt x="1" y="0"/>
                    </a:moveTo>
                    <a:lnTo>
                      <a:pt x="378" y="3177"/>
                    </a:lnTo>
                    <a:lnTo>
                      <a:pt x="20470" y="3177"/>
                    </a:lnTo>
                    <a:lnTo>
                      <a:pt x="2084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50" name="Google Shape;150;p5"/>
              <p:cNvSpPr/>
              <p:nvPr/>
            </p:nvSpPr>
            <p:spPr>
              <a:xfrm>
                <a:off x="743887" y="4570540"/>
                <a:ext cx="220332" cy="55630"/>
              </a:xfrm>
              <a:custGeom>
                <a:avLst/>
                <a:gdLst/>
                <a:ahLst/>
                <a:cxnLst/>
                <a:rect l="l" t="t" r="r" b="b"/>
                <a:pathLst>
                  <a:path w="691" h="578" extrusionOk="0">
                    <a:moveTo>
                      <a:pt x="366" y="0"/>
                    </a:moveTo>
                    <a:cubicBezTo>
                      <a:pt x="269" y="0"/>
                      <a:pt x="171" y="48"/>
                      <a:pt x="114" y="149"/>
                    </a:cubicBezTo>
                    <a:cubicBezTo>
                      <a:pt x="1" y="346"/>
                      <a:pt x="150" y="578"/>
                      <a:pt x="356" y="578"/>
                    </a:cubicBezTo>
                    <a:cubicBezTo>
                      <a:pt x="379" y="578"/>
                      <a:pt x="403" y="575"/>
                      <a:pt x="428" y="568"/>
                    </a:cubicBezTo>
                    <a:cubicBezTo>
                      <a:pt x="596" y="526"/>
                      <a:pt x="690" y="358"/>
                      <a:pt x="638" y="201"/>
                    </a:cubicBezTo>
                    <a:cubicBezTo>
                      <a:pt x="598" y="70"/>
                      <a:pt x="483" y="0"/>
                      <a:pt x="36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</p:grpSp>
        <p:sp>
          <p:nvSpPr>
            <p:cNvPr id="151" name="Google Shape;151;p5"/>
            <p:cNvSpPr/>
            <p:nvPr/>
          </p:nvSpPr>
          <p:spPr>
            <a:xfrm>
              <a:off x="14450" y="247294"/>
              <a:ext cx="9120845" cy="206500"/>
            </a:xfrm>
            <a:custGeom>
              <a:avLst/>
              <a:gdLst/>
              <a:ahLst/>
              <a:cxnLst/>
              <a:rect l="l" t="t" r="r" b="b"/>
              <a:pathLst>
                <a:path w="28723" h="798" extrusionOk="0">
                  <a:moveTo>
                    <a:pt x="0" y="0"/>
                  </a:moveTo>
                  <a:lnTo>
                    <a:pt x="0" y="797"/>
                  </a:lnTo>
                  <a:lnTo>
                    <a:pt x="28722" y="797"/>
                  </a:lnTo>
                  <a:lnTo>
                    <a:pt x="2872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52" name="Google Shape;152;p5"/>
            <p:cNvSpPr/>
            <p:nvPr/>
          </p:nvSpPr>
          <p:spPr>
            <a:xfrm>
              <a:off x="-134261" y="34637"/>
              <a:ext cx="9409084" cy="261761"/>
            </a:xfrm>
            <a:custGeom>
              <a:avLst/>
              <a:gdLst/>
              <a:ahLst/>
              <a:cxnLst/>
              <a:rect l="l" t="t" r="r" b="b"/>
              <a:pathLst>
                <a:path w="30138" h="1658" extrusionOk="0">
                  <a:moveTo>
                    <a:pt x="902" y="0"/>
                  </a:moveTo>
                  <a:cubicBezTo>
                    <a:pt x="0" y="0"/>
                    <a:pt x="0" y="1657"/>
                    <a:pt x="902" y="1657"/>
                  </a:cubicBezTo>
                  <a:lnTo>
                    <a:pt x="29247" y="1657"/>
                  </a:lnTo>
                  <a:cubicBezTo>
                    <a:pt x="30138" y="1657"/>
                    <a:pt x="30138" y="0"/>
                    <a:pt x="292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53" name="Google Shape;153;p5"/>
            <p:cNvSpPr/>
            <p:nvPr/>
          </p:nvSpPr>
          <p:spPr>
            <a:xfrm>
              <a:off x="-540125" y="-190500"/>
              <a:ext cx="10224238" cy="266655"/>
            </a:xfrm>
            <a:custGeom>
              <a:avLst/>
              <a:gdLst/>
              <a:ahLst/>
              <a:cxnLst/>
              <a:rect l="l" t="t" r="r" b="b"/>
              <a:pathLst>
                <a:path w="32749" h="1689" extrusionOk="0">
                  <a:moveTo>
                    <a:pt x="0" y="0"/>
                  </a:moveTo>
                  <a:lnTo>
                    <a:pt x="0" y="315"/>
                  </a:lnTo>
                  <a:lnTo>
                    <a:pt x="902" y="1028"/>
                  </a:lnTo>
                  <a:cubicBezTo>
                    <a:pt x="902" y="1395"/>
                    <a:pt x="1195" y="1688"/>
                    <a:pt x="1562" y="1688"/>
                  </a:cubicBezTo>
                  <a:lnTo>
                    <a:pt x="31186" y="1688"/>
                  </a:lnTo>
                  <a:cubicBezTo>
                    <a:pt x="31553" y="1688"/>
                    <a:pt x="31847" y="1395"/>
                    <a:pt x="31847" y="1028"/>
                  </a:cubicBezTo>
                  <a:lnTo>
                    <a:pt x="32749" y="315"/>
                  </a:lnTo>
                  <a:lnTo>
                    <a:pt x="327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54" name="Google Shape;154;p5"/>
            <p:cNvSpPr/>
            <p:nvPr/>
          </p:nvSpPr>
          <p:spPr>
            <a:xfrm>
              <a:off x="-540125" y="-190500"/>
              <a:ext cx="10221116" cy="49731"/>
            </a:xfrm>
            <a:custGeom>
              <a:avLst/>
              <a:gdLst/>
              <a:ahLst/>
              <a:cxnLst/>
              <a:rect l="l" t="t" r="r" b="b"/>
              <a:pathLst>
                <a:path w="32739" h="315" extrusionOk="0">
                  <a:moveTo>
                    <a:pt x="0" y="0"/>
                  </a:moveTo>
                  <a:lnTo>
                    <a:pt x="0" y="315"/>
                  </a:lnTo>
                  <a:lnTo>
                    <a:pt x="32738" y="315"/>
                  </a:lnTo>
                  <a:lnTo>
                    <a:pt x="3273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55" name="Google Shape;155;p5"/>
            <p:cNvSpPr/>
            <p:nvPr/>
          </p:nvSpPr>
          <p:spPr>
            <a:xfrm>
              <a:off x="710332" y="194931"/>
              <a:ext cx="3444951" cy="99841"/>
            </a:xfrm>
            <a:custGeom>
              <a:avLst/>
              <a:gdLst/>
              <a:ahLst/>
              <a:cxnLst/>
              <a:rect l="l" t="t" r="r" b="b"/>
              <a:pathLst>
                <a:path w="23187" h="672" extrusionOk="0">
                  <a:moveTo>
                    <a:pt x="441" y="0"/>
                  </a:moveTo>
                  <a:cubicBezTo>
                    <a:pt x="231" y="11"/>
                    <a:pt x="64" y="147"/>
                    <a:pt x="1" y="336"/>
                  </a:cubicBezTo>
                  <a:cubicBezTo>
                    <a:pt x="64" y="535"/>
                    <a:pt x="231" y="672"/>
                    <a:pt x="441" y="672"/>
                  </a:cubicBezTo>
                  <a:lnTo>
                    <a:pt x="22746" y="672"/>
                  </a:lnTo>
                  <a:cubicBezTo>
                    <a:pt x="22945" y="672"/>
                    <a:pt x="23123" y="535"/>
                    <a:pt x="23186" y="336"/>
                  </a:cubicBezTo>
                  <a:cubicBezTo>
                    <a:pt x="23123" y="147"/>
                    <a:pt x="22945" y="11"/>
                    <a:pt x="22746" y="0"/>
                  </a:cubicBezTo>
                  <a:close/>
                </a:path>
              </a:pathLst>
            </a:custGeom>
            <a:solidFill>
              <a:srgbClr val="FFFCF7">
                <a:alpha val="19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56" name="Google Shape;156;p5"/>
            <p:cNvSpPr/>
            <p:nvPr/>
          </p:nvSpPr>
          <p:spPr>
            <a:xfrm>
              <a:off x="-340627" y="-59775"/>
              <a:ext cx="9821812" cy="34891"/>
            </a:xfrm>
            <a:custGeom>
              <a:avLst/>
              <a:gdLst/>
              <a:ahLst/>
              <a:cxnLst/>
              <a:rect l="l" t="t" r="r" b="b"/>
              <a:pathLst>
                <a:path w="31460" h="221" extrusionOk="0">
                  <a:moveTo>
                    <a:pt x="1" y="0"/>
                  </a:moveTo>
                  <a:lnTo>
                    <a:pt x="263" y="200"/>
                  </a:lnTo>
                  <a:lnTo>
                    <a:pt x="263" y="221"/>
                  </a:lnTo>
                  <a:lnTo>
                    <a:pt x="31208" y="221"/>
                  </a:lnTo>
                  <a:lnTo>
                    <a:pt x="31208" y="200"/>
                  </a:lnTo>
                  <a:lnTo>
                    <a:pt x="3146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57" name="Google Shape;157;p5"/>
            <p:cNvSpPr/>
            <p:nvPr/>
          </p:nvSpPr>
          <p:spPr>
            <a:xfrm>
              <a:off x="-157810" y="5125200"/>
              <a:ext cx="9437035" cy="206502"/>
            </a:xfrm>
            <a:custGeom>
              <a:avLst/>
              <a:gdLst/>
              <a:ahLst/>
              <a:cxnLst/>
              <a:rect l="l" t="t" r="r" b="b"/>
              <a:pathLst>
                <a:path w="30842" h="1312" extrusionOk="0">
                  <a:moveTo>
                    <a:pt x="882" y="0"/>
                  </a:moveTo>
                  <a:cubicBezTo>
                    <a:pt x="1" y="0"/>
                    <a:pt x="1" y="1311"/>
                    <a:pt x="882" y="1311"/>
                  </a:cubicBezTo>
                  <a:lnTo>
                    <a:pt x="30191" y="1311"/>
                  </a:lnTo>
                  <a:cubicBezTo>
                    <a:pt x="30548" y="1311"/>
                    <a:pt x="30841" y="1018"/>
                    <a:pt x="30841" y="651"/>
                  </a:cubicBezTo>
                  <a:cubicBezTo>
                    <a:pt x="30841" y="294"/>
                    <a:pt x="30548" y="0"/>
                    <a:pt x="301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58" name="Google Shape;158;p5"/>
            <p:cNvSpPr/>
            <p:nvPr/>
          </p:nvSpPr>
          <p:spPr>
            <a:xfrm>
              <a:off x="-369550" y="5296761"/>
              <a:ext cx="9889274" cy="147164"/>
            </a:xfrm>
            <a:custGeom>
              <a:avLst/>
              <a:gdLst/>
              <a:ahLst/>
              <a:cxnLst/>
              <a:rect l="l" t="t" r="r" b="b"/>
              <a:pathLst>
                <a:path w="32320" h="935" extrusionOk="0">
                  <a:moveTo>
                    <a:pt x="945" y="1"/>
                  </a:moveTo>
                  <a:cubicBezTo>
                    <a:pt x="420" y="1"/>
                    <a:pt x="1" y="420"/>
                    <a:pt x="1" y="934"/>
                  </a:cubicBezTo>
                  <a:lnTo>
                    <a:pt x="32320" y="934"/>
                  </a:lnTo>
                  <a:cubicBezTo>
                    <a:pt x="32320" y="420"/>
                    <a:pt x="31900" y="1"/>
                    <a:pt x="313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59" name="Google Shape;159;p5"/>
            <p:cNvSpPr/>
            <p:nvPr/>
          </p:nvSpPr>
          <p:spPr>
            <a:xfrm>
              <a:off x="1170769" y="5296761"/>
              <a:ext cx="3603526" cy="147164"/>
            </a:xfrm>
            <a:custGeom>
              <a:avLst/>
              <a:gdLst/>
              <a:ahLst/>
              <a:cxnLst/>
              <a:rect l="l" t="t" r="r" b="b"/>
              <a:pathLst>
                <a:path w="11777" h="935" extrusionOk="0">
                  <a:moveTo>
                    <a:pt x="11758" y="1"/>
                  </a:moveTo>
                  <a:cubicBezTo>
                    <a:pt x="11752" y="1"/>
                    <a:pt x="11746" y="1"/>
                    <a:pt x="11739" y="1"/>
                  </a:cubicBezTo>
                  <a:lnTo>
                    <a:pt x="11776" y="1"/>
                  </a:lnTo>
                  <a:cubicBezTo>
                    <a:pt x="11770" y="1"/>
                    <a:pt x="11764" y="1"/>
                    <a:pt x="11758" y="1"/>
                  </a:cubicBezTo>
                  <a:close/>
                  <a:moveTo>
                    <a:pt x="758" y="1"/>
                  </a:moveTo>
                  <a:cubicBezTo>
                    <a:pt x="336" y="1"/>
                    <a:pt x="0" y="353"/>
                    <a:pt x="0" y="777"/>
                  </a:cubicBezTo>
                  <a:lnTo>
                    <a:pt x="0" y="934"/>
                  </a:lnTo>
                  <a:lnTo>
                    <a:pt x="11000" y="934"/>
                  </a:lnTo>
                  <a:lnTo>
                    <a:pt x="11000" y="777"/>
                  </a:lnTo>
                  <a:cubicBezTo>
                    <a:pt x="11000" y="359"/>
                    <a:pt x="11327" y="11"/>
                    <a:pt x="11739" y="1"/>
                  </a:cubicBezTo>
                  <a:lnTo>
                    <a:pt x="776" y="1"/>
                  </a:lnTo>
                  <a:cubicBezTo>
                    <a:pt x="770" y="1"/>
                    <a:pt x="764" y="1"/>
                    <a:pt x="758" y="1"/>
                  </a:cubicBezTo>
                  <a:close/>
                </a:path>
              </a:pathLst>
            </a:custGeom>
            <a:solidFill>
              <a:srgbClr val="FFFCF7">
                <a:alpha val="19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60" name="Google Shape;160;p5"/>
            <p:cNvSpPr/>
            <p:nvPr/>
          </p:nvSpPr>
          <p:spPr>
            <a:xfrm>
              <a:off x="5524907" y="5296761"/>
              <a:ext cx="1854851" cy="147164"/>
            </a:xfrm>
            <a:custGeom>
              <a:avLst/>
              <a:gdLst/>
              <a:ahLst/>
              <a:cxnLst/>
              <a:rect l="l" t="t" r="r" b="b"/>
              <a:pathLst>
                <a:path w="6062" h="935" extrusionOk="0">
                  <a:moveTo>
                    <a:pt x="776" y="1"/>
                  </a:moveTo>
                  <a:cubicBezTo>
                    <a:pt x="346" y="1"/>
                    <a:pt x="0" y="347"/>
                    <a:pt x="0" y="777"/>
                  </a:cubicBezTo>
                  <a:lnTo>
                    <a:pt x="0" y="934"/>
                  </a:lnTo>
                  <a:lnTo>
                    <a:pt x="5296" y="934"/>
                  </a:lnTo>
                  <a:lnTo>
                    <a:pt x="5296" y="777"/>
                  </a:lnTo>
                  <a:cubicBezTo>
                    <a:pt x="5296" y="347"/>
                    <a:pt x="5631" y="1"/>
                    <a:pt x="6061" y="1"/>
                  </a:cubicBezTo>
                  <a:close/>
                </a:path>
              </a:pathLst>
            </a:custGeom>
            <a:solidFill>
              <a:srgbClr val="FFFCF7">
                <a:alpha val="19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grpSp>
          <p:nvGrpSpPr>
            <p:cNvPr id="161" name="Google Shape;161;p5"/>
            <p:cNvGrpSpPr/>
            <p:nvPr/>
          </p:nvGrpSpPr>
          <p:grpSpPr>
            <a:xfrm>
              <a:off x="-10709" y="263403"/>
              <a:ext cx="448838" cy="860613"/>
              <a:chOff x="561117" y="628348"/>
              <a:chExt cx="448838" cy="855480"/>
            </a:xfrm>
          </p:grpSpPr>
          <p:sp>
            <p:nvSpPr>
              <p:cNvPr id="162" name="Google Shape;162;p5"/>
              <p:cNvSpPr/>
              <p:nvPr/>
            </p:nvSpPr>
            <p:spPr>
              <a:xfrm>
                <a:off x="561117" y="628348"/>
                <a:ext cx="448838" cy="85548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5758" extrusionOk="0">
                    <a:moveTo>
                      <a:pt x="3020" y="1"/>
                    </a:moveTo>
                    <a:lnTo>
                      <a:pt x="0" y="11"/>
                    </a:lnTo>
                    <a:lnTo>
                      <a:pt x="73" y="5758"/>
                    </a:lnTo>
                    <a:lnTo>
                      <a:pt x="1321" y="5758"/>
                    </a:lnTo>
                    <a:lnTo>
                      <a:pt x="1321" y="5422"/>
                    </a:lnTo>
                    <a:cubicBezTo>
                      <a:pt x="944" y="5422"/>
                      <a:pt x="828" y="4174"/>
                      <a:pt x="1573" y="4174"/>
                    </a:cubicBezTo>
                    <a:lnTo>
                      <a:pt x="1573" y="3723"/>
                    </a:lnTo>
                    <a:cubicBezTo>
                      <a:pt x="1825" y="3723"/>
                      <a:pt x="2380" y="3335"/>
                      <a:pt x="2380" y="2528"/>
                    </a:cubicBezTo>
                    <a:cubicBezTo>
                      <a:pt x="2380" y="2213"/>
                      <a:pt x="2318" y="2056"/>
                      <a:pt x="2244" y="1972"/>
                    </a:cubicBezTo>
                    <a:cubicBezTo>
                      <a:pt x="2108" y="1826"/>
                      <a:pt x="2189" y="1526"/>
                      <a:pt x="2344" y="1526"/>
                    </a:cubicBezTo>
                    <a:cubicBezTo>
                      <a:pt x="2355" y="1526"/>
                      <a:pt x="2368" y="1528"/>
                      <a:pt x="2380" y="1532"/>
                    </a:cubicBezTo>
                    <a:lnTo>
                      <a:pt x="2391" y="1532"/>
                    </a:lnTo>
                    <a:cubicBezTo>
                      <a:pt x="2437" y="1552"/>
                      <a:pt x="2485" y="1562"/>
                      <a:pt x="2532" y="1562"/>
                    </a:cubicBezTo>
                    <a:cubicBezTo>
                      <a:pt x="2701" y="1562"/>
                      <a:pt x="2861" y="1439"/>
                      <a:pt x="2894" y="1259"/>
                    </a:cubicBezTo>
                    <a:cubicBezTo>
                      <a:pt x="2914" y="1122"/>
                      <a:pt x="2888" y="867"/>
                      <a:pt x="2714" y="867"/>
                    </a:cubicBezTo>
                    <a:cubicBezTo>
                      <a:pt x="2702" y="867"/>
                      <a:pt x="2688" y="868"/>
                      <a:pt x="2674" y="871"/>
                    </a:cubicBezTo>
                    <a:lnTo>
                      <a:pt x="2674" y="703"/>
                    </a:lnTo>
                    <a:cubicBezTo>
                      <a:pt x="2863" y="703"/>
                      <a:pt x="3020" y="546"/>
                      <a:pt x="3020" y="357"/>
                    </a:cubicBez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63" name="Google Shape;163;p5"/>
              <p:cNvSpPr/>
              <p:nvPr/>
            </p:nvSpPr>
            <p:spPr>
              <a:xfrm>
                <a:off x="694982" y="920890"/>
                <a:ext cx="187201" cy="203396"/>
              </a:xfrm>
              <a:custGeom>
                <a:avLst/>
                <a:gdLst/>
                <a:ahLst/>
                <a:cxnLst/>
                <a:rect l="l" t="t" r="r" b="b"/>
                <a:pathLst>
                  <a:path w="1260" h="1369" extrusionOk="0">
                    <a:moveTo>
                      <a:pt x="673" y="1"/>
                    </a:moveTo>
                    <a:cubicBezTo>
                      <a:pt x="413" y="1"/>
                      <a:pt x="159" y="235"/>
                      <a:pt x="85" y="559"/>
                    </a:cubicBezTo>
                    <a:cubicBezTo>
                      <a:pt x="1" y="926"/>
                      <a:pt x="179" y="1283"/>
                      <a:pt x="473" y="1356"/>
                    </a:cubicBezTo>
                    <a:cubicBezTo>
                      <a:pt x="508" y="1365"/>
                      <a:pt x="544" y="1369"/>
                      <a:pt x="580" y="1369"/>
                    </a:cubicBezTo>
                    <a:cubicBezTo>
                      <a:pt x="848" y="1369"/>
                      <a:pt x="1101" y="1135"/>
                      <a:pt x="1175" y="811"/>
                    </a:cubicBezTo>
                    <a:cubicBezTo>
                      <a:pt x="1259" y="433"/>
                      <a:pt x="1081" y="77"/>
                      <a:pt x="777" y="14"/>
                    </a:cubicBezTo>
                    <a:cubicBezTo>
                      <a:pt x="742" y="5"/>
                      <a:pt x="708" y="1"/>
                      <a:pt x="67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64" name="Google Shape;164;p5"/>
              <p:cNvSpPr/>
              <p:nvPr/>
            </p:nvSpPr>
            <p:spPr>
              <a:xfrm>
                <a:off x="886642" y="773654"/>
                <a:ext cx="70572" cy="56606"/>
              </a:xfrm>
              <a:custGeom>
                <a:avLst/>
                <a:gdLst/>
                <a:ahLst/>
                <a:cxnLst/>
                <a:rect l="l" t="t" r="r" b="b"/>
                <a:pathLst>
                  <a:path w="475" h="381" extrusionOk="0">
                    <a:moveTo>
                      <a:pt x="229" y="0"/>
                    </a:moveTo>
                    <a:cubicBezTo>
                      <a:pt x="151" y="0"/>
                      <a:pt x="70" y="39"/>
                      <a:pt x="22" y="124"/>
                    </a:cubicBezTo>
                    <a:cubicBezTo>
                      <a:pt x="1" y="239"/>
                      <a:pt x="85" y="344"/>
                      <a:pt x="189" y="365"/>
                    </a:cubicBezTo>
                    <a:cubicBezTo>
                      <a:pt x="219" y="376"/>
                      <a:pt x="248" y="381"/>
                      <a:pt x="276" y="381"/>
                    </a:cubicBezTo>
                    <a:cubicBezTo>
                      <a:pt x="359" y="381"/>
                      <a:pt x="431" y="336"/>
                      <a:pt x="462" y="250"/>
                    </a:cubicBezTo>
                    <a:cubicBezTo>
                      <a:pt x="475" y="96"/>
                      <a:pt x="354" y="0"/>
                      <a:pt x="22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65" name="Google Shape;165;p5"/>
            <p:cNvGrpSpPr/>
            <p:nvPr/>
          </p:nvGrpSpPr>
          <p:grpSpPr>
            <a:xfrm>
              <a:off x="8694552" y="263386"/>
              <a:ext cx="448838" cy="855480"/>
              <a:chOff x="4189590" y="628348"/>
              <a:chExt cx="448838" cy="855480"/>
            </a:xfrm>
          </p:grpSpPr>
          <p:sp>
            <p:nvSpPr>
              <p:cNvPr id="166" name="Google Shape;166;p5"/>
              <p:cNvSpPr/>
              <p:nvPr/>
            </p:nvSpPr>
            <p:spPr>
              <a:xfrm>
                <a:off x="4189590" y="628348"/>
                <a:ext cx="448838" cy="85548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5758" extrusionOk="0">
                    <a:moveTo>
                      <a:pt x="1" y="1"/>
                    </a:moveTo>
                    <a:lnTo>
                      <a:pt x="1" y="357"/>
                    </a:lnTo>
                    <a:cubicBezTo>
                      <a:pt x="1" y="546"/>
                      <a:pt x="148" y="703"/>
                      <a:pt x="336" y="703"/>
                    </a:cubicBezTo>
                    <a:lnTo>
                      <a:pt x="336" y="871"/>
                    </a:lnTo>
                    <a:cubicBezTo>
                      <a:pt x="323" y="868"/>
                      <a:pt x="310" y="867"/>
                      <a:pt x="298" y="867"/>
                    </a:cubicBezTo>
                    <a:cubicBezTo>
                      <a:pt x="132" y="867"/>
                      <a:pt x="97" y="1122"/>
                      <a:pt x="127" y="1259"/>
                    </a:cubicBezTo>
                    <a:cubicBezTo>
                      <a:pt x="151" y="1439"/>
                      <a:pt x="310" y="1562"/>
                      <a:pt x="484" y="1562"/>
                    </a:cubicBezTo>
                    <a:cubicBezTo>
                      <a:pt x="532" y="1562"/>
                      <a:pt x="582" y="1552"/>
                      <a:pt x="630" y="1532"/>
                    </a:cubicBezTo>
                    <a:lnTo>
                      <a:pt x="640" y="1532"/>
                    </a:lnTo>
                    <a:cubicBezTo>
                      <a:pt x="652" y="1528"/>
                      <a:pt x="664" y="1526"/>
                      <a:pt x="675" y="1526"/>
                    </a:cubicBezTo>
                    <a:cubicBezTo>
                      <a:pt x="822" y="1526"/>
                      <a:pt x="903" y="1826"/>
                      <a:pt x="777" y="1972"/>
                    </a:cubicBezTo>
                    <a:cubicBezTo>
                      <a:pt x="703" y="2056"/>
                      <a:pt x="640" y="2213"/>
                      <a:pt x="640" y="2528"/>
                    </a:cubicBezTo>
                    <a:cubicBezTo>
                      <a:pt x="640" y="3335"/>
                      <a:pt x="1196" y="3723"/>
                      <a:pt x="1448" y="3723"/>
                    </a:cubicBezTo>
                    <a:lnTo>
                      <a:pt x="1448" y="4174"/>
                    </a:lnTo>
                    <a:cubicBezTo>
                      <a:pt x="2192" y="4174"/>
                      <a:pt x="2077" y="5422"/>
                      <a:pt x="1699" y="5422"/>
                    </a:cubicBezTo>
                    <a:lnTo>
                      <a:pt x="1699" y="5758"/>
                    </a:lnTo>
                    <a:lnTo>
                      <a:pt x="2947" y="5758"/>
                    </a:lnTo>
                    <a:lnTo>
                      <a:pt x="3021" y="1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67" name="Google Shape;167;p5"/>
              <p:cNvSpPr/>
              <p:nvPr/>
            </p:nvSpPr>
            <p:spPr>
              <a:xfrm>
                <a:off x="4231636" y="771574"/>
                <a:ext cx="73395" cy="60172"/>
              </a:xfrm>
              <a:custGeom>
                <a:avLst/>
                <a:gdLst/>
                <a:ahLst/>
                <a:cxnLst/>
                <a:rect l="l" t="t" r="r" b="b"/>
                <a:pathLst>
                  <a:path w="494" h="405" extrusionOk="0">
                    <a:moveTo>
                      <a:pt x="269" y="0"/>
                    </a:moveTo>
                    <a:cubicBezTo>
                      <a:pt x="230" y="0"/>
                      <a:pt x="192" y="11"/>
                      <a:pt x="158" y="33"/>
                    </a:cubicBezTo>
                    <a:cubicBezTo>
                      <a:pt x="53" y="85"/>
                      <a:pt x="1" y="201"/>
                      <a:pt x="53" y="316"/>
                    </a:cubicBezTo>
                    <a:cubicBezTo>
                      <a:pt x="92" y="374"/>
                      <a:pt x="155" y="405"/>
                      <a:pt x="219" y="405"/>
                    </a:cubicBezTo>
                    <a:cubicBezTo>
                      <a:pt x="259" y="405"/>
                      <a:pt x="300" y="393"/>
                      <a:pt x="336" y="369"/>
                    </a:cubicBezTo>
                    <a:cubicBezTo>
                      <a:pt x="441" y="316"/>
                      <a:pt x="494" y="201"/>
                      <a:pt x="452" y="96"/>
                    </a:cubicBezTo>
                    <a:cubicBezTo>
                      <a:pt x="411" y="35"/>
                      <a:pt x="340" y="0"/>
                      <a:pt x="26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68" name="Google Shape;168;p5"/>
              <p:cNvSpPr/>
              <p:nvPr/>
            </p:nvSpPr>
            <p:spPr>
              <a:xfrm>
                <a:off x="4322118" y="921485"/>
                <a:ext cx="183933" cy="203544"/>
              </a:xfrm>
              <a:custGeom>
                <a:avLst/>
                <a:gdLst/>
                <a:ahLst/>
                <a:cxnLst/>
                <a:rect l="l" t="t" r="r" b="b"/>
                <a:pathLst>
                  <a:path w="1238" h="1370" extrusionOk="0">
                    <a:moveTo>
                      <a:pt x="594" y="0"/>
                    </a:moveTo>
                    <a:cubicBezTo>
                      <a:pt x="564" y="0"/>
                      <a:pt x="534" y="3"/>
                      <a:pt x="503" y="10"/>
                    </a:cubicBezTo>
                    <a:cubicBezTo>
                      <a:pt x="199" y="62"/>
                      <a:pt x="0" y="398"/>
                      <a:pt x="63" y="775"/>
                    </a:cubicBezTo>
                    <a:cubicBezTo>
                      <a:pt x="130" y="1129"/>
                      <a:pt x="380" y="1369"/>
                      <a:pt x="662" y="1369"/>
                    </a:cubicBezTo>
                    <a:cubicBezTo>
                      <a:pt x="689" y="1369"/>
                      <a:pt x="717" y="1367"/>
                      <a:pt x="745" y="1362"/>
                    </a:cubicBezTo>
                    <a:cubicBezTo>
                      <a:pt x="1049" y="1310"/>
                      <a:pt x="1237" y="964"/>
                      <a:pt x="1174" y="586"/>
                    </a:cubicBezTo>
                    <a:cubicBezTo>
                      <a:pt x="1118" y="247"/>
                      <a:pt x="866" y="0"/>
                      <a:pt x="5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8"/>
          <p:cNvSpPr txBox="1">
            <a:spLocks noGrp="1"/>
          </p:cNvSpPr>
          <p:nvPr>
            <p:ph type="title"/>
          </p:nvPr>
        </p:nvSpPr>
        <p:spPr>
          <a:xfrm>
            <a:off x="1289700" y="1652300"/>
            <a:ext cx="65646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242" name="Google Shape;242;p8"/>
          <p:cNvGrpSpPr/>
          <p:nvPr/>
        </p:nvGrpSpPr>
        <p:grpSpPr>
          <a:xfrm>
            <a:off x="-540125" y="-9525"/>
            <a:ext cx="10224238" cy="5148650"/>
            <a:chOff x="-540125" y="-9525"/>
            <a:chExt cx="10224238" cy="5148650"/>
          </a:xfrm>
        </p:grpSpPr>
        <p:sp>
          <p:nvSpPr>
            <p:cNvPr id="243" name="Google Shape;243;p8"/>
            <p:cNvSpPr/>
            <p:nvPr/>
          </p:nvSpPr>
          <p:spPr>
            <a:xfrm>
              <a:off x="169868" y="454400"/>
              <a:ext cx="8807154" cy="855436"/>
            </a:xfrm>
            <a:custGeom>
              <a:avLst/>
              <a:gdLst/>
              <a:ahLst/>
              <a:cxnLst/>
              <a:rect l="l" t="t" r="r" b="b"/>
              <a:pathLst>
                <a:path w="27675" h="40289" extrusionOk="0">
                  <a:moveTo>
                    <a:pt x="1" y="0"/>
                  </a:moveTo>
                  <a:lnTo>
                    <a:pt x="1" y="40289"/>
                  </a:lnTo>
                  <a:lnTo>
                    <a:pt x="27674" y="40289"/>
                  </a:lnTo>
                  <a:lnTo>
                    <a:pt x="2767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8"/>
            <p:cNvSpPr/>
            <p:nvPr/>
          </p:nvSpPr>
          <p:spPr>
            <a:xfrm>
              <a:off x="-9525" y="438375"/>
              <a:ext cx="9153523" cy="302799"/>
            </a:xfrm>
            <a:custGeom>
              <a:avLst/>
              <a:gdLst/>
              <a:ahLst/>
              <a:cxnLst/>
              <a:rect l="l" t="t" r="r" b="b"/>
              <a:pathLst>
                <a:path w="27423" h="1375" extrusionOk="0">
                  <a:moveTo>
                    <a:pt x="1" y="1"/>
                  </a:moveTo>
                  <a:lnTo>
                    <a:pt x="1" y="1374"/>
                  </a:lnTo>
                  <a:lnTo>
                    <a:pt x="27422" y="1374"/>
                  </a:lnTo>
                  <a:lnTo>
                    <a:pt x="2742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8"/>
            <p:cNvSpPr/>
            <p:nvPr/>
          </p:nvSpPr>
          <p:spPr>
            <a:xfrm>
              <a:off x="14452" y="504162"/>
              <a:ext cx="9120845" cy="130625"/>
            </a:xfrm>
            <a:custGeom>
              <a:avLst/>
              <a:gdLst/>
              <a:ahLst/>
              <a:cxnLst/>
              <a:rect l="l" t="t" r="r" b="b"/>
              <a:pathLst>
                <a:path w="28723" h="798" extrusionOk="0">
                  <a:moveTo>
                    <a:pt x="0" y="0"/>
                  </a:moveTo>
                  <a:lnTo>
                    <a:pt x="0" y="797"/>
                  </a:lnTo>
                  <a:lnTo>
                    <a:pt x="28722" y="797"/>
                  </a:lnTo>
                  <a:lnTo>
                    <a:pt x="2872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8"/>
            <p:cNvSpPr/>
            <p:nvPr/>
          </p:nvSpPr>
          <p:spPr>
            <a:xfrm>
              <a:off x="-134261" y="215612"/>
              <a:ext cx="9409084" cy="261761"/>
            </a:xfrm>
            <a:custGeom>
              <a:avLst/>
              <a:gdLst/>
              <a:ahLst/>
              <a:cxnLst/>
              <a:rect l="l" t="t" r="r" b="b"/>
              <a:pathLst>
                <a:path w="30138" h="1658" extrusionOk="0">
                  <a:moveTo>
                    <a:pt x="902" y="0"/>
                  </a:moveTo>
                  <a:cubicBezTo>
                    <a:pt x="0" y="0"/>
                    <a:pt x="0" y="1657"/>
                    <a:pt x="902" y="1657"/>
                  </a:cubicBezTo>
                  <a:lnTo>
                    <a:pt x="29247" y="1657"/>
                  </a:lnTo>
                  <a:cubicBezTo>
                    <a:pt x="30138" y="1657"/>
                    <a:pt x="30138" y="0"/>
                    <a:pt x="292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8"/>
            <p:cNvSpPr/>
            <p:nvPr/>
          </p:nvSpPr>
          <p:spPr>
            <a:xfrm>
              <a:off x="-540125" y="-9525"/>
              <a:ext cx="10224238" cy="266655"/>
            </a:xfrm>
            <a:custGeom>
              <a:avLst/>
              <a:gdLst/>
              <a:ahLst/>
              <a:cxnLst/>
              <a:rect l="l" t="t" r="r" b="b"/>
              <a:pathLst>
                <a:path w="32749" h="1689" extrusionOk="0">
                  <a:moveTo>
                    <a:pt x="0" y="0"/>
                  </a:moveTo>
                  <a:lnTo>
                    <a:pt x="0" y="315"/>
                  </a:lnTo>
                  <a:lnTo>
                    <a:pt x="902" y="1028"/>
                  </a:lnTo>
                  <a:cubicBezTo>
                    <a:pt x="902" y="1395"/>
                    <a:pt x="1195" y="1688"/>
                    <a:pt x="1562" y="1688"/>
                  </a:cubicBezTo>
                  <a:lnTo>
                    <a:pt x="31186" y="1688"/>
                  </a:lnTo>
                  <a:cubicBezTo>
                    <a:pt x="31553" y="1688"/>
                    <a:pt x="31847" y="1395"/>
                    <a:pt x="31847" y="1028"/>
                  </a:cubicBezTo>
                  <a:lnTo>
                    <a:pt x="32749" y="315"/>
                  </a:lnTo>
                  <a:lnTo>
                    <a:pt x="327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8"/>
            <p:cNvSpPr/>
            <p:nvPr/>
          </p:nvSpPr>
          <p:spPr>
            <a:xfrm>
              <a:off x="-540125" y="-9525"/>
              <a:ext cx="10221116" cy="49731"/>
            </a:xfrm>
            <a:custGeom>
              <a:avLst/>
              <a:gdLst/>
              <a:ahLst/>
              <a:cxnLst/>
              <a:rect l="l" t="t" r="r" b="b"/>
              <a:pathLst>
                <a:path w="32739" h="315" extrusionOk="0">
                  <a:moveTo>
                    <a:pt x="0" y="0"/>
                  </a:moveTo>
                  <a:lnTo>
                    <a:pt x="0" y="315"/>
                  </a:lnTo>
                  <a:lnTo>
                    <a:pt x="32738" y="315"/>
                  </a:lnTo>
                  <a:lnTo>
                    <a:pt x="32738" y="0"/>
                  </a:ln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8"/>
            <p:cNvSpPr/>
            <p:nvPr/>
          </p:nvSpPr>
          <p:spPr>
            <a:xfrm>
              <a:off x="710332" y="375906"/>
              <a:ext cx="3444951" cy="99841"/>
            </a:xfrm>
            <a:custGeom>
              <a:avLst/>
              <a:gdLst/>
              <a:ahLst/>
              <a:cxnLst/>
              <a:rect l="l" t="t" r="r" b="b"/>
              <a:pathLst>
                <a:path w="23187" h="672" extrusionOk="0">
                  <a:moveTo>
                    <a:pt x="441" y="0"/>
                  </a:moveTo>
                  <a:cubicBezTo>
                    <a:pt x="231" y="11"/>
                    <a:pt x="64" y="147"/>
                    <a:pt x="1" y="336"/>
                  </a:cubicBezTo>
                  <a:cubicBezTo>
                    <a:pt x="64" y="535"/>
                    <a:pt x="231" y="672"/>
                    <a:pt x="441" y="672"/>
                  </a:cubicBezTo>
                  <a:lnTo>
                    <a:pt x="22746" y="672"/>
                  </a:lnTo>
                  <a:cubicBezTo>
                    <a:pt x="22945" y="672"/>
                    <a:pt x="23123" y="535"/>
                    <a:pt x="23186" y="336"/>
                  </a:cubicBezTo>
                  <a:cubicBezTo>
                    <a:pt x="23123" y="147"/>
                    <a:pt x="22945" y="11"/>
                    <a:pt x="22746" y="0"/>
                  </a:cubicBezTo>
                  <a:close/>
                </a:path>
              </a:pathLst>
            </a:custGeom>
            <a:solidFill>
              <a:srgbClr val="FFFCF7">
                <a:alpha val="19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8"/>
            <p:cNvSpPr/>
            <p:nvPr/>
          </p:nvSpPr>
          <p:spPr>
            <a:xfrm>
              <a:off x="-340627" y="121200"/>
              <a:ext cx="9821812" cy="34891"/>
            </a:xfrm>
            <a:custGeom>
              <a:avLst/>
              <a:gdLst/>
              <a:ahLst/>
              <a:cxnLst/>
              <a:rect l="l" t="t" r="r" b="b"/>
              <a:pathLst>
                <a:path w="31460" h="221" extrusionOk="0">
                  <a:moveTo>
                    <a:pt x="1" y="0"/>
                  </a:moveTo>
                  <a:lnTo>
                    <a:pt x="263" y="200"/>
                  </a:lnTo>
                  <a:lnTo>
                    <a:pt x="263" y="221"/>
                  </a:lnTo>
                  <a:lnTo>
                    <a:pt x="31208" y="221"/>
                  </a:lnTo>
                  <a:lnTo>
                    <a:pt x="31208" y="200"/>
                  </a:lnTo>
                  <a:lnTo>
                    <a:pt x="3146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51" name="Google Shape;251;p8"/>
            <p:cNvGrpSpPr/>
            <p:nvPr/>
          </p:nvGrpSpPr>
          <p:grpSpPr>
            <a:xfrm>
              <a:off x="-369550" y="247648"/>
              <a:ext cx="9889274" cy="4891477"/>
              <a:chOff x="-369550" y="247648"/>
              <a:chExt cx="9889274" cy="4891477"/>
            </a:xfrm>
          </p:grpSpPr>
          <p:sp>
            <p:nvSpPr>
              <p:cNvPr id="252" name="Google Shape;252;p8"/>
              <p:cNvSpPr/>
              <p:nvPr/>
            </p:nvSpPr>
            <p:spPr>
              <a:xfrm>
                <a:off x="243846" y="4505452"/>
                <a:ext cx="8625638" cy="318714"/>
              </a:xfrm>
              <a:custGeom>
                <a:avLst/>
                <a:gdLst/>
                <a:ahLst/>
                <a:cxnLst/>
                <a:rect l="l" t="t" r="r" b="b"/>
                <a:pathLst>
                  <a:path w="27171" h="3178" extrusionOk="0">
                    <a:moveTo>
                      <a:pt x="1" y="0"/>
                    </a:moveTo>
                    <a:lnTo>
                      <a:pt x="1" y="3177"/>
                    </a:lnTo>
                    <a:lnTo>
                      <a:pt x="27171" y="3177"/>
                    </a:lnTo>
                    <a:lnTo>
                      <a:pt x="2717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53" name="Google Shape;253;p8"/>
              <p:cNvGrpSpPr/>
              <p:nvPr/>
            </p:nvGrpSpPr>
            <p:grpSpPr>
              <a:xfrm>
                <a:off x="700362" y="4505452"/>
                <a:ext cx="7743276" cy="318714"/>
                <a:chOff x="700362" y="4505452"/>
                <a:chExt cx="7743276" cy="318714"/>
              </a:xfrm>
            </p:grpSpPr>
            <p:sp>
              <p:nvSpPr>
                <p:cNvPr id="254" name="Google Shape;254;p8"/>
                <p:cNvSpPr/>
                <p:nvPr/>
              </p:nvSpPr>
              <p:spPr>
                <a:xfrm>
                  <a:off x="1252412" y="4505452"/>
                  <a:ext cx="6618354" cy="3187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48" h="3178" extrusionOk="0">
                      <a:moveTo>
                        <a:pt x="1" y="0"/>
                      </a:moveTo>
                      <a:lnTo>
                        <a:pt x="378" y="3177"/>
                      </a:lnTo>
                      <a:lnTo>
                        <a:pt x="20470" y="3177"/>
                      </a:lnTo>
                      <a:lnTo>
                        <a:pt x="2084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" name="Google Shape;255;p8"/>
                <p:cNvSpPr/>
                <p:nvPr/>
              </p:nvSpPr>
              <p:spPr>
                <a:xfrm>
                  <a:off x="700362" y="4658898"/>
                  <a:ext cx="219363" cy="579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1" h="578" extrusionOk="0">
                      <a:moveTo>
                        <a:pt x="366" y="0"/>
                      </a:moveTo>
                      <a:cubicBezTo>
                        <a:pt x="269" y="0"/>
                        <a:pt x="171" y="48"/>
                        <a:pt x="114" y="149"/>
                      </a:cubicBezTo>
                      <a:cubicBezTo>
                        <a:pt x="1" y="346"/>
                        <a:pt x="150" y="578"/>
                        <a:pt x="356" y="578"/>
                      </a:cubicBezTo>
                      <a:cubicBezTo>
                        <a:pt x="379" y="578"/>
                        <a:pt x="403" y="575"/>
                        <a:pt x="428" y="568"/>
                      </a:cubicBezTo>
                      <a:cubicBezTo>
                        <a:pt x="596" y="526"/>
                        <a:pt x="690" y="358"/>
                        <a:pt x="638" y="201"/>
                      </a:cubicBezTo>
                      <a:cubicBezTo>
                        <a:pt x="598" y="70"/>
                        <a:pt x="483" y="0"/>
                        <a:pt x="36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" name="Google Shape;256;p8"/>
                <p:cNvSpPr/>
                <p:nvPr/>
              </p:nvSpPr>
              <p:spPr>
                <a:xfrm>
                  <a:off x="8224275" y="4658898"/>
                  <a:ext cx="219363" cy="579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1" h="578" extrusionOk="0">
                      <a:moveTo>
                        <a:pt x="366" y="0"/>
                      </a:moveTo>
                      <a:cubicBezTo>
                        <a:pt x="269" y="0"/>
                        <a:pt x="171" y="48"/>
                        <a:pt x="114" y="149"/>
                      </a:cubicBezTo>
                      <a:cubicBezTo>
                        <a:pt x="1" y="346"/>
                        <a:pt x="150" y="578"/>
                        <a:pt x="356" y="578"/>
                      </a:cubicBezTo>
                      <a:cubicBezTo>
                        <a:pt x="379" y="578"/>
                        <a:pt x="403" y="575"/>
                        <a:pt x="428" y="568"/>
                      </a:cubicBezTo>
                      <a:cubicBezTo>
                        <a:pt x="596" y="526"/>
                        <a:pt x="690" y="358"/>
                        <a:pt x="638" y="201"/>
                      </a:cubicBezTo>
                      <a:cubicBezTo>
                        <a:pt x="598" y="70"/>
                        <a:pt x="483" y="0"/>
                        <a:pt x="36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57" name="Google Shape;257;p8"/>
              <p:cNvSpPr/>
              <p:nvPr/>
            </p:nvSpPr>
            <p:spPr>
              <a:xfrm>
                <a:off x="8868500" y="257125"/>
                <a:ext cx="274226" cy="4609241"/>
              </a:xfrm>
              <a:custGeom>
                <a:avLst/>
                <a:gdLst/>
                <a:ahLst/>
                <a:cxnLst/>
                <a:rect l="l" t="t" r="r" b="b"/>
                <a:pathLst>
                  <a:path w="860" h="38738" extrusionOk="0">
                    <a:moveTo>
                      <a:pt x="0" y="0"/>
                    </a:moveTo>
                    <a:lnTo>
                      <a:pt x="0" y="38737"/>
                    </a:lnTo>
                    <a:lnTo>
                      <a:pt x="860" y="38737"/>
                    </a:lnTo>
                    <a:lnTo>
                      <a:pt x="86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8"/>
              <p:cNvSpPr/>
              <p:nvPr/>
            </p:nvSpPr>
            <p:spPr>
              <a:xfrm>
                <a:off x="100" y="247648"/>
                <a:ext cx="274225" cy="4618635"/>
              </a:xfrm>
              <a:custGeom>
                <a:avLst/>
                <a:gdLst/>
                <a:ahLst/>
                <a:cxnLst/>
                <a:rect l="l" t="t" r="r" b="b"/>
                <a:pathLst>
                  <a:path w="850" h="38738" extrusionOk="0">
                    <a:moveTo>
                      <a:pt x="0" y="0"/>
                    </a:moveTo>
                    <a:lnTo>
                      <a:pt x="0" y="38737"/>
                    </a:lnTo>
                    <a:lnTo>
                      <a:pt x="850" y="38737"/>
                    </a:lnTo>
                    <a:lnTo>
                      <a:pt x="8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59;p8"/>
              <p:cNvSpPr/>
              <p:nvPr/>
            </p:nvSpPr>
            <p:spPr>
              <a:xfrm>
                <a:off x="-157810" y="4820400"/>
                <a:ext cx="9437035" cy="206502"/>
              </a:xfrm>
              <a:custGeom>
                <a:avLst/>
                <a:gdLst/>
                <a:ahLst/>
                <a:cxnLst/>
                <a:rect l="l" t="t" r="r" b="b"/>
                <a:pathLst>
                  <a:path w="30842" h="1312" extrusionOk="0">
                    <a:moveTo>
                      <a:pt x="882" y="0"/>
                    </a:moveTo>
                    <a:cubicBezTo>
                      <a:pt x="1" y="0"/>
                      <a:pt x="1" y="1311"/>
                      <a:pt x="882" y="1311"/>
                    </a:cubicBezTo>
                    <a:lnTo>
                      <a:pt x="30191" y="1311"/>
                    </a:lnTo>
                    <a:cubicBezTo>
                      <a:pt x="30548" y="1311"/>
                      <a:pt x="30841" y="1018"/>
                      <a:pt x="30841" y="651"/>
                    </a:cubicBezTo>
                    <a:cubicBezTo>
                      <a:pt x="30841" y="294"/>
                      <a:pt x="30548" y="0"/>
                      <a:pt x="3019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8"/>
              <p:cNvSpPr/>
              <p:nvPr/>
            </p:nvSpPr>
            <p:spPr>
              <a:xfrm>
                <a:off x="-369550" y="4991961"/>
                <a:ext cx="9889274" cy="147164"/>
              </a:xfrm>
              <a:custGeom>
                <a:avLst/>
                <a:gdLst/>
                <a:ahLst/>
                <a:cxnLst/>
                <a:rect l="l" t="t" r="r" b="b"/>
                <a:pathLst>
                  <a:path w="32320" h="935" extrusionOk="0">
                    <a:moveTo>
                      <a:pt x="945" y="1"/>
                    </a:moveTo>
                    <a:cubicBezTo>
                      <a:pt x="420" y="1"/>
                      <a:pt x="1" y="420"/>
                      <a:pt x="1" y="934"/>
                    </a:cubicBezTo>
                    <a:lnTo>
                      <a:pt x="32320" y="934"/>
                    </a:lnTo>
                    <a:cubicBezTo>
                      <a:pt x="32320" y="420"/>
                      <a:pt x="31900" y="1"/>
                      <a:pt x="313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8"/>
              <p:cNvSpPr/>
              <p:nvPr/>
            </p:nvSpPr>
            <p:spPr>
              <a:xfrm>
                <a:off x="1170769" y="4991961"/>
                <a:ext cx="3603526" cy="147164"/>
              </a:xfrm>
              <a:custGeom>
                <a:avLst/>
                <a:gdLst/>
                <a:ahLst/>
                <a:cxnLst/>
                <a:rect l="l" t="t" r="r" b="b"/>
                <a:pathLst>
                  <a:path w="11777" h="935" extrusionOk="0">
                    <a:moveTo>
                      <a:pt x="11758" y="1"/>
                    </a:moveTo>
                    <a:cubicBezTo>
                      <a:pt x="11752" y="1"/>
                      <a:pt x="11746" y="1"/>
                      <a:pt x="11739" y="1"/>
                    </a:cubicBezTo>
                    <a:lnTo>
                      <a:pt x="11776" y="1"/>
                    </a:lnTo>
                    <a:cubicBezTo>
                      <a:pt x="11770" y="1"/>
                      <a:pt x="11764" y="1"/>
                      <a:pt x="11758" y="1"/>
                    </a:cubicBezTo>
                    <a:close/>
                    <a:moveTo>
                      <a:pt x="758" y="1"/>
                    </a:moveTo>
                    <a:cubicBezTo>
                      <a:pt x="336" y="1"/>
                      <a:pt x="0" y="353"/>
                      <a:pt x="0" y="777"/>
                    </a:cubicBezTo>
                    <a:lnTo>
                      <a:pt x="0" y="934"/>
                    </a:lnTo>
                    <a:lnTo>
                      <a:pt x="11000" y="934"/>
                    </a:lnTo>
                    <a:lnTo>
                      <a:pt x="11000" y="777"/>
                    </a:lnTo>
                    <a:cubicBezTo>
                      <a:pt x="11000" y="359"/>
                      <a:pt x="11327" y="11"/>
                      <a:pt x="11739" y="1"/>
                    </a:cubicBezTo>
                    <a:lnTo>
                      <a:pt x="776" y="1"/>
                    </a:lnTo>
                    <a:cubicBezTo>
                      <a:pt x="770" y="1"/>
                      <a:pt x="764" y="1"/>
                      <a:pt x="758" y="1"/>
                    </a:cubicBezTo>
                    <a:close/>
                  </a:path>
                </a:pathLst>
              </a:custGeom>
              <a:solidFill>
                <a:srgbClr val="FFFCF7">
                  <a:alpha val="195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8"/>
              <p:cNvSpPr/>
              <p:nvPr/>
            </p:nvSpPr>
            <p:spPr>
              <a:xfrm>
                <a:off x="5524907" y="4991961"/>
                <a:ext cx="1854851" cy="147164"/>
              </a:xfrm>
              <a:custGeom>
                <a:avLst/>
                <a:gdLst/>
                <a:ahLst/>
                <a:cxnLst/>
                <a:rect l="l" t="t" r="r" b="b"/>
                <a:pathLst>
                  <a:path w="6062" h="935" extrusionOk="0">
                    <a:moveTo>
                      <a:pt x="776" y="1"/>
                    </a:moveTo>
                    <a:cubicBezTo>
                      <a:pt x="346" y="1"/>
                      <a:pt x="0" y="347"/>
                      <a:pt x="0" y="777"/>
                    </a:cubicBezTo>
                    <a:lnTo>
                      <a:pt x="0" y="934"/>
                    </a:lnTo>
                    <a:lnTo>
                      <a:pt x="5296" y="934"/>
                    </a:lnTo>
                    <a:lnTo>
                      <a:pt x="5296" y="777"/>
                    </a:lnTo>
                    <a:cubicBezTo>
                      <a:pt x="5296" y="347"/>
                      <a:pt x="5631" y="1"/>
                      <a:pt x="6061" y="1"/>
                    </a:cubicBezTo>
                    <a:close/>
                  </a:path>
                </a:pathLst>
              </a:custGeom>
              <a:solidFill>
                <a:srgbClr val="FFFCF7">
                  <a:alpha val="195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3" name="Google Shape;263;p8"/>
            <p:cNvGrpSpPr/>
            <p:nvPr/>
          </p:nvGrpSpPr>
          <p:grpSpPr>
            <a:xfrm>
              <a:off x="-10709" y="444378"/>
              <a:ext cx="448838" cy="860613"/>
              <a:chOff x="561117" y="628348"/>
              <a:chExt cx="448838" cy="855480"/>
            </a:xfrm>
          </p:grpSpPr>
          <p:sp>
            <p:nvSpPr>
              <p:cNvPr id="264" name="Google Shape;264;p8"/>
              <p:cNvSpPr/>
              <p:nvPr/>
            </p:nvSpPr>
            <p:spPr>
              <a:xfrm>
                <a:off x="561117" y="628348"/>
                <a:ext cx="448838" cy="85548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5758" extrusionOk="0">
                    <a:moveTo>
                      <a:pt x="3020" y="1"/>
                    </a:moveTo>
                    <a:lnTo>
                      <a:pt x="0" y="11"/>
                    </a:lnTo>
                    <a:lnTo>
                      <a:pt x="73" y="5758"/>
                    </a:lnTo>
                    <a:lnTo>
                      <a:pt x="1321" y="5758"/>
                    </a:lnTo>
                    <a:lnTo>
                      <a:pt x="1321" y="5422"/>
                    </a:lnTo>
                    <a:cubicBezTo>
                      <a:pt x="944" y="5422"/>
                      <a:pt x="828" y="4174"/>
                      <a:pt x="1573" y="4174"/>
                    </a:cubicBezTo>
                    <a:lnTo>
                      <a:pt x="1573" y="3723"/>
                    </a:lnTo>
                    <a:cubicBezTo>
                      <a:pt x="1825" y="3723"/>
                      <a:pt x="2380" y="3335"/>
                      <a:pt x="2380" y="2528"/>
                    </a:cubicBezTo>
                    <a:cubicBezTo>
                      <a:pt x="2380" y="2213"/>
                      <a:pt x="2318" y="2056"/>
                      <a:pt x="2244" y="1972"/>
                    </a:cubicBezTo>
                    <a:cubicBezTo>
                      <a:pt x="2108" y="1826"/>
                      <a:pt x="2189" y="1526"/>
                      <a:pt x="2344" y="1526"/>
                    </a:cubicBezTo>
                    <a:cubicBezTo>
                      <a:pt x="2355" y="1526"/>
                      <a:pt x="2368" y="1528"/>
                      <a:pt x="2380" y="1532"/>
                    </a:cubicBezTo>
                    <a:lnTo>
                      <a:pt x="2391" y="1532"/>
                    </a:lnTo>
                    <a:cubicBezTo>
                      <a:pt x="2437" y="1552"/>
                      <a:pt x="2485" y="1562"/>
                      <a:pt x="2532" y="1562"/>
                    </a:cubicBezTo>
                    <a:cubicBezTo>
                      <a:pt x="2701" y="1562"/>
                      <a:pt x="2861" y="1439"/>
                      <a:pt x="2894" y="1259"/>
                    </a:cubicBezTo>
                    <a:cubicBezTo>
                      <a:pt x="2914" y="1122"/>
                      <a:pt x="2888" y="867"/>
                      <a:pt x="2714" y="867"/>
                    </a:cubicBezTo>
                    <a:cubicBezTo>
                      <a:pt x="2702" y="867"/>
                      <a:pt x="2688" y="868"/>
                      <a:pt x="2674" y="871"/>
                    </a:cubicBezTo>
                    <a:lnTo>
                      <a:pt x="2674" y="703"/>
                    </a:lnTo>
                    <a:cubicBezTo>
                      <a:pt x="2863" y="703"/>
                      <a:pt x="3020" y="546"/>
                      <a:pt x="3020" y="357"/>
                    </a:cubicBez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8"/>
              <p:cNvSpPr/>
              <p:nvPr/>
            </p:nvSpPr>
            <p:spPr>
              <a:xfrm>
                <a:off x="694982" y="920890"/>
                <a:ext cx="187201" cy="203396"/>
              </a:xfrm>
              <a:custGeom>
                <a:avLst/>
                <a:gdLst/>
                <a:ahLst/>
                <a:cxnLst/>
                <a:rect l="l" t="t" r="r" b="b"/>
                <a:pathLst>
                  <a:path w="1260" h="1369" extrusionOk="0">
                    <a:moveTo>
                      <a:pt x="673" y="1"/>
                    </a:moveTo>
                    <a:cubicBezTo>
                      <a:pt x="413" y="1"/>
                      <a:pt x="159" y="235"/>
                      <a:pt x="85" y="559"/>
                    </a:cubicBezTo>
                    <a:cubicBezTo>
                      <a:pt x="1" y="926"/>
                      <a:pt x="179" y="1283"/>
                      <a:pt x="473" y="1356"/>
                    </a:cubicBezTo>
                    <a:cubicBezTo>
                      <a:pt x="508" y="1365"/>
                      <a:pt x="544" y="1369"/>
                      <a:pt x="580" y="1369"/>
                    </a:cubicBezTo>
                    <a:cubicBezTo>
                      <a:pt x="848" y="1369"/>
                      <a:pt x="1101" y="1135"/>
                      <a:pt x="1175" y="811"/>
                    </a:cubicBezTo>
                    <a:cubicBezTo>
                      <a:pt x="1259" y="433"/>
                      <a:pt x="1081" y="77"/>
                      <a:pt x="777" y="14"/>
                    </a:cubicBezTo>
                    <a:cubicBezTo>
                      <a:pt x="742" y="5"/>
                      <a:pt x="708" y="1"/>
                      <a:pt x="67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8"/>
              <p:cNvSpPr/>
              <p:nvPr/>
            </p:nvSpPr>
            <p:spPr>
              <a:xfrm>
                <a:off x="886642" y="773654"/>
                <a:ext cx="70572" cy="56606"/>
              </a:xfrm>
              <a:custGeom>
                <a:avLst/>
                <a:gdLst/>
                <a:ahLst/>
                <a:cxnLst/>
                <a:rect l="l" t="t" r="r" b="b"/>
                <a:pathLst>
                  <a:path w="475" h="381" extrusionOk="0">
                    <a:moveTo>
                      <a:pt x="229" y="0"/>
                    </a:moveTo>
                    <a:cubicBezTo>
                      <a:pt x="151" y="0"/>
                      <a:pt x="70" y="39"/>
                      <a:pt x="22" y="124"/>
                    </a:cubicBezTo>
                    <a:cubicBezTo>
                      <a:pt x="1" y="239"/>
                      <a:pt x="85" y="344"/>
                      <a:pt x="189" y="365"/>
                    </a:cubicBezTo>
                    <a:cubicBezTo>
                      <a:pt x="219" y="376"/>
                      <a:pt x="248" y="381"/>
                      <a:pt x="276" y="381"/>
                    </a:cubicBezTo>
                    <a:cubicBezTo>
                      <a:pt x="359" y="381"/>
                      <a:pt x="431" y="336"/>
                      <a:pt x="462" y="250"/>
                    </a:cubicBezTo>
                    <a:cubicBezTo>
                      <a:pt x="475" y="96"/>
                      <a:pt x="354" y="0"/>
                      <a:pt x="22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7" name="Google Shape;267;p8"/>
            <p:cNvGrpSpPr/>
            <p:nvPr/>
          </p:nvGrpSpPr>
          <p:grpSpPr>
            <a:xfrm>
              <a:off x="8694552" y="444361"/>
              <a:ext cx="448838" cy="855480"/>
              <a:chOff x="4189590" y="628348"/>
              <a:chExt cx="448838" cy="855480"/>
            </a:xfrm>
          </p:grpSpPr>
          <p:sp>
            <p:nvSpPr>
              <p:cNvPr id="268" name="Google Shape;268;p8"/>
              <p:cNvSpPr/>
              <p:nvPr/>
            </p:nvSpPr>
            <p:spPr>
              <a:xfrm>
                <a:off x="4189590" y="628348"/>
                <a:ext cx="448838" cy="85548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5758" extrusionOk="0">
                    <a:moveTo>
                      <a:pt x="1" y="1"/>
                    </a:moveTo>
                    <a:lnTo>
                      <a:pt x="1" y="357"/>
                    </a:lnTo>
                    <a:cubicBezTo>
                      <a:pt x="1" y="546"/>
                      <a:pt x="148" y="703"/>
                      <a:pt x="336" y="703"/>
                    </a:cubicBezTo>
                    <a:lnTo>
                      <a:pt x="336" y="871"/>
                    </a:lnTo>
                    <a:cubicBezTo>
                      <a:pt x="323" y="868"/>
                      <a:pt x="310" y="867"/>
                      <a:pt x="298" y="867"/>
                    </a:cubicBezTo>
                    <a:cubicBezTo>
                      <a:pt x="132" y="867"/>
                      <a:pt x="97" y="1122"/>
                      <a:pt x="127" y="1259"/>
                    </a:cubicBezTo>
                    <a:cubicBezTo>
                      <a:pt x="151" y="1439"/>
                      <a:pt x="310" y="1562"/>
                      <a:pt x="484" y="1562"/>
                    </a:cubicBezTo>
                    <a:cubicBezTo>
                      <a:pt x="532" y="1562"/>
                      <a:pt x="582" y="1552"/>
                      <a:pt x="630" y="1532"/>
                    </a:cubicBezTo>
                    <a:lnTo>
                      <a:pt x="640" y="1532"/>
                    </a:lnTo>
                    <a:cubicBezTo>
                      <a:pt x="652" y="1528"/>
                      <a:pt x="664" y="1526"/>
                      <a:pt x="675" y="1526"/>
                    </a:cubicBezTo>
                    <a:cubicBezTo>
                      <a:pt x="822" y="1526"/>
                      <a:pt x="903" y="1826"/>
                      <a:pt x="777" y="1972"/>
                    </a:cubicBezTo>
                    <a:cubicBezTo>
                      <a:pt x="703" y="2056"/>
                      <a:pt x="640" y="2213"/>
                      <a:pt x="640" y="2528"/>
                    </a:cubicBezTo>
                    <a:cubicBezTo>
                      <a:pt x="640" y="3335"/>
                      <a:pt x="1196" y="3723"/>
                      <a:pt x="1448" y="3723"/>
                    </a:cubicBezTo>
                    <a:lnTo>
                      <a:pt x="1448" y="4174"/>
                    </a:lnTo>
                    <a:cubicBezTo>
                      <a:pt x="2192" y="4174"/>
                      <a:pt x="2077" y="5422"/>
                      <a:pt x="1699" y="5422"/>
                    </a:cubicBezTo>
                    <a:lnTo>
                      <a:pt x="1699" y="5758"/>
                    </a:lnTo>
                    <a:lnTo>
                      <a:pt x="2947" y="5758"/>
                    </a:lnTo>
                    <a:lnTo>
                      <a:pt x="3021" y="1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8"/>
              <p:cNvSpPr/>
              <p:nvPr/>
            </p:nvSpPr>
            <p:spPr>
              <a:xfrm>
                <a:off x="4231636" y="771574"/>
                <a:ext cx="73395" cy="60172"/>
              </a:xfrm>
              <a:custGeom>
                <a:avLst/>
                <a:gdLst/>
                <a:ahLst/>
                <a:cxnLst/>
                <a:rect l="l" t="t" r="r" b="b"/>
                <a:pathLst>
                  <a:path w="494" h="405" extrusionOk="0">
                    <a:moveTo>
                      <a:pt x="269" y="0"/>
                    </a:moveTo>
                    <a:cubicBezTo>
                      <a:pt x="230" y="0"/>
                      <a:pt x="192" y="11"/>
                      <a:pt x="158" y="33"/>
                    </a:cubicBezTo>
                    <a:cubicBezTo>
                      <a:pt x="53" y="85"/>
                      <a:pt x="1" y="201"/>
                      <a:pt x="53" y="316"/>
                    </a:cubicBezTo>
                    <a:cubicBezTo>
                      <a:pt x="92" y="374"/>
                      <a:pt x="155" y="405"/>
                      <a:pt x="219" y="405"/>
                    </a:cubicBezTo>
                    <a:cubicBezTo>
                      <a:pt x="259" y="405"/>
                      <a:pt x="300" y="393"/>
                      <a:pt x="336" y="369"/>
                    </a:cubicBezTo>
                    <a:cubicBezTo>
                      <a:pt x="441" y="316"/>
                      <a:pt x="494" y="201"/>
                      <a:pt x="452" y="96"/>
                    </a:cubicBezTo>
                    <a:cubicBezTo>
                      <a:pt x="411" y="35"/>
                      <a:pt x="340" y="0"/>
                      <a:pt x="26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8"/>
              <p:cNvSpPr/>
              <p:nvPr/>
            </p:nvSpPr>
            <p:spPr>
              <a:xfrm>
                <a:off x="4322118" y="921485"/>
                <a:ext cx="183933" cy="203544"/>
              </a:xfrm>
              <a:custGeom>
                <a:avLst/>
                <a:gdLst/>
                <a:ahLst/>
                <a:cxnLst/>
                <a:rect l="l" t="t" r="r" b="b"/>
                <a:pathLst>
                  <a:path w="1238" h="1370" extrusionOk="0">
                    <a:moveTo>
                      <a:pt x="594" y="0"/>
                    </a:moveTo>
                    <a:cubicBezTo>
                      <a:pt x="564" y="0"/>
                      <a:pt x="534" y="3"/>
                      <a:pt x="503" y="10"/>
                    </a:cubicBezTo>
                    <a:cubicBezTo>
                      <a:pt x="199" y="62"/>
                      <a:pt x="0" y="398"/>
                      <a:pt x="63" y="775"/>
                    </a:cubicBezTo>
                    <a:cubicBezTo>
                      <a:pt x="130" y="1129"/>
                      <a:pt x="380" y="1369"/>
                      <a:pt x="662" y="1369"/>
                    </a:cubicBezTo>
                    <a:cubicBezTo>
                      <a:pt x="689" y="1369"/>
                      <a:pt x="717" y="1367"/>
                      <a:pt x="745" y="1362"/>
                    </a:cubicBezTo>
                    <a:cubicBezTo>
                      <a:pt x="1049" y="1310"/>
                      <a:pt x="1237" y="964"/>
                      <a:pt x="1174" y="586"/>
                    </a:cubicBezTo>
                    <a:cubicBezTo>
                      <a:pt x="1118" y="247"/>
                      <a:pt x="866" y="0"/>
                      <a:pt x="5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TITLE_AND_TWO_COLUMNS_1_1_1">
    <p:bg>
      <p:bgPr>
        <a:solidFill>
          <a:schemeClr val="lt1"/>
        </a:solidFill>
        <a:effectLst/>
      </p:bgPr>
    </p:bg>
    <p:spTree>
      <p:nvGrpSpPr>
        <p:cNvPr id="1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p42"/>
          <p:cNvSpPr txBox="1">
            <a:spLocks noGrp="1"/>
          </p:cNvSpPr>
          <p:nvPr>
            <p:ph type="title"/>
          </p:nvPr>
        </p:nvSpPr>
        <p:spPr>
          <a:xfrm>
            <a:off x="941837" y="2585547"/>
            <a:ext cx="2767200" cy="425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71" name="Google Shape;1271;p42"/>
          <p:cNvSpPr txBox="1">
            <a:spLocks noGrp="1"/>
          </p:cNvSpPr>
          <p:nvPr>
            <p:ph type="title" idx="2"/>
          </p:nvPr>
        </p:nvSpPr>
        <p:spPr>
          <a:xfrm>
            <a:off x="5432256" y="2585550"/>
            <a:ext cx="2769900" cy="420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72" name="Google Shape;1272;p42"/>
          <p:cNvSpPr txBox="1">
            <a:spLocks noGrp="1"/>
          </p:cNvSpPr>
          <p:nvPr>
            <p:ph type="subTitle" idx="1"/>
          </p:nvPr>
        </p:nvSpPr>
        <p:spPr>
          <a:xfrm>
            <a:off x="5432256" y="2888703"/>
            <a:ext cx="2769900" cy="100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 b="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73" name="Google Shape;1273;p42"/>
          <p:cNvSpPr txBox="1">
            <a:spLocks noGrp="1"/>
          </p:cNvSpPr>
          <p:nvPr>
            <p:ph type="subTitle" idx="3"/>
          </p:nvPr>
        </p:nvSpPr>
        <p:spPr>
          <a:xfrm>
            <a:off x="941837" y="2888703"/>
            <a:ext cx="2767200" cy="100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 b="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74" name="Google Shape;1274;p42"/>
          <p:cNvSpPr txBox="1">
            <a:spLocks noGrp="1"/>
          </p:cNvSpPr>
          <p:nvPr>
            <p:ph type="title" idx="4"/>
          </p:nvPr>
        </p:nvSpPr>
        <p:spPr>
          <a:xfrm>
            <a:off x="720000" y="539500"/>
            <a:ext cx="77040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275" name="Google Shape;1275;p42"/>
          <p:cNvGrpSpPr/>
          <p:nvPr/>
        </p:nvGrpSpPr>
        <p:grpSpPr>
          <a:xfrm>
            <a:off x="-540125" y="-190500"/>
            <a:ext cx="10224238" cy="5634425"/>
            <a:chOff x="-540125" y="-190500"/>
            <a:chExt cx="10224238" cy="5634425"/>
          </a:xfrm>
        </p:grpSpPr>
        <p:sp>
          <p:nvSpPr>
            <p:cNvPr id="1276" name="Google Shape;1276;p42"/>
            <p:cNvSpPr/>
            <p:nvPr/>
          </p:nvSpPr>
          <p:spPr>
            <a:xfrm>
              <a:off x="8868499" y="258010"/>
              <a:ext cx="274226" cy="5038749"/>
            </a:xfrm>
            <a:custGeom>
              <a:avLst/>
              <a:gdLst/>
              <a:ahLst/>
              <a:cxnLst/>
              <a:rect l="l" t="t" r="r" b="b"/>
              <a:pathLst>
                <a:path w="860" h="38738" extrusionOk="0">
                  <a:moveTo>
                    <a:pt x="0" y="0"/>
                  </a:moveTo>
                  <a:lnTo>
                    <a:pt x="0" y="38737"/>
                  </a:lnTo>
                  <a:lnTo>
                    <a:pt x="860" y="38737"/>
                  </a:lnTo>
                  <a:lnTo>
                    <a:pt x="8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277" name="Google Shape;1277;p42"/>
            <p:cNvSpPr/>
            <p:nvPr/>
          </p:nvSpPr>
          <p:spPr>
            <a:xfrm>
              <a:off x="100" y="247650"/>
              <a:ext cx="274225" cy="5049014"/>
            </a:xfrm>
            <a:custGeom>
              <a:avLst/>
              <a:gdLst/>
              <a:ahLst/>
              <a:cxnLst/>
              <a:rect l="l" t="t" r="r" b="b"/>
              <a:pathLst>
                <a:path w="850" h="38738" extrusionOk="0">
                  <a:moveTo>
                    <a:pt x="0" y="0"/>
                  </a:moveTo>
                  <a:lnTo>
                    <a:pt x="0" y="38737"/>
                  </a:lnTo>
                  <a:lnTo>
                    <a:pt x="850" y="38737"/>
                  </a:lnTo>
                  <a:lnTo>
                    <a:pt x="85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grpSp>
          <p:nvGrpSpPr>
            <p:cNvPr id="1278" name="Google Shape;1278;p42"/>
            <p:cNvGrpSpPr/>
            <p:nvPr/>
          </p:nvGrpSpPr>
          <p:grpSpPr>
            <a:xfrm>
              <a:off x="243846" y="4810252"/>
              <a:ext cx="8625625" cy="318713"/>
              <a:chOff x="188112" y="4401147"/>
              <a:chExt cx="8663745" cy="305867"/>
            </a:xfrm>
          </p:grpSpPr>
          <p:sp>
            <p:nvSpPr>
              <p:cNvPr id="1279" name="Google Shape;1279;p42"/>
              <p:cNvSpPr/>
              <p:nvPr/>
            </p:nvSpPr>
            <p:spPr>
              <a:xfrm>
                <a:off x="188112" y="4401147"/>
                <a:ext cx="8663745" cy="305867"/>
              </a:xfrm>
              <a:custGeom>
                <a:avLst/>
                <a:gdLst/>
                <a:ahLst/>
                <a:cxnLst/>
                <a:rect l="l" t="t" r="r" b="b"/>
                <a:pathLst>
                  <a:path w="27171" h="3178" extrusionOk="0">
                    <a:moveTo>
                      <a:pt x="1" y="0"/>
                    </a:moveTo>
                    <a:lnTo>
                      <a:pt x="1" y="3177"/>
                    </a:lnTo>
                    <a:lnTo>
                      <a:pt x="27171" y="3177"/>
                    </a:lnTo>
                    <a:lnTo>
                      <a:pt x="2717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280" name="Google Shape;1280;p42"/>
              <p:cNvSpPr/>
              <p:nvPr/>
            </p:nvSpPr>
            <p:spPr>
              <a:xfrm>
                <a:off x="1201135" y="4401147"/>
                <a:ext cx="6647593" cy="305867"/>
              </a:xfrm>
              <a:custGeom>
                <a:avLst/>
                <a:gdLst/>
                <a:ahLst/>
                <a:cxnLst/>
                <a:rect l="l" t="t" r="r" b="b"/>
                <a:pathLst>
                  <a:path w="20848" h="3178" extrusionOk="0">
                    <a:moveTo>
                      <a:pt x="1" y="0"/>
                    </a:moveTo>
                    <a:lnTo>
                      <a:pt x="378" y="3177"/>
                    </a:lnTo>
                    <a:lnTo>
                      <a:pt x="20470" y="3177"/>
                    </a:lnTo>
                    <a:lnTo>
                      <a:pt x="2084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281" name="Google Shape;1281;p42"/>
              <p:cNvSpPr/>
              <p:nvPr/>
            </p:nvSpPr>
            <p:spPr>
              <a:xfrm>
                <a:off x="743887" y="4570540"/>
                <a:ext cx="220332" cy="55630"/>
              </a:xfrm>
              <a:custGeom>
                <a:avLst/>
                <a:gdLst/>
                <a:ahLst/>
                <a:cxnLst/>
                <a:rect l="l" t="t" r="r" b="b"/>
                <a:pathLst>
                  <a:path w="691" h="578" extrusionOk="0">
                    <a:moveTo>
                      <a:pt x="366" y="0"/>
                    </a:moveTo>
                    <a:cubicBezTo>
                      <a:pt x="269" y="0"/>
                      <a:pt x="171" y="48"/>
                      <a:pt x="114" y="149"/>
                    </a:cubicBezTo>
                    <a:cubicBezTo>
                      <a:pt x="1" y="346"/>
                      <a:pt x="150" y="578"/>
                      <a:pt x="356" y="578"/>
                    </a:cubicBezTo>
                    <a:cubicBezTo>
                      <a:pt x="379" y="578"/>
                      <a:pt x="403" y="575"/>
                      <a:pt x="428" y="568"/>
                    </a:cubicBezTo>
                    <a:cubicBezTo>
                      <a:pt x="596" y="526"/>
                      <a:pt x="690" y="358"/>
                      <a:pt x="638" y="201"/>
                    </a:cubicBezTo>
                    <a:cubicBezTo>
                      <a:pt x="598" y="70"/>
                      <a:pt x="483" y="0"/>
                      <a:pt x="36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</p:grpSp>
        <p:sp>
          <p:nvSpPr>
            <p:cNvPr id="1282" name="Google Shape;1282;p42"/>
            <p:cNvSpPr/>
            <p:nvPr/>
          </p:nvSpPr>
          <p:spPr>
            <a:xfrm>
              <a:off x="14450" y="247294"/>
              <a:ext cx="9120845" cy="206500"/>
            </a:xfrm>
            <a:custGeom>
              <a:avLst/>
              <a:gdLst/>
              <a:ahLst/>
              <a:cxnLst/>
              <a:rect l="l" t="t" r="r" b="b"/>
              <a:pathLst>
                <a:path w="28723" h="798" extrusionOk="0">
                  <a:moveTo>
                    <a:pt x="0" y="0"/>
                  </a:moveTo>
                  <a:lnTo>
                    <a:pt x="0" y="797"/>
                  </a:lnTo>
                  <a:lnTo>
                    <a:pt x="28722" y="797"/>
                  </a:lnTo>
                  <a:lnTo>
                    <a:pt x="2872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283" name="Google Shape;1283;p42"/>
            <p:cNvSpPr/>
            <p:nvPr/>
          </p:nvSpPr>
          <p:spPr>
            <a:xfrm>
              <a:off x="-134261" y="34637"/>
              <a:ext cx="9409084" cy="261761"/>
            </a:xfrm>
            <a:custGeom>
              <a:avLst/>
              <a:gdLst/>
              <a:ahLst/>
              <a:cxnLst/>
              <a:rect l="l" t="t" r="r" b="b"/>
              <a:pathLst>
                <a:path w="30138" h="1658" extrusionOk="0">
                  <a:moveTo>
                    <a:pt x="902" y="0"/>
                  </a:moveTo>
                  <a:cubicBezTo>
                    <a:pt x="0" y="0"/>
                    <a:pt x="0" y="1657"/>
                    <a:pt x="902" y="1657"/>
                  </a:cubicBezTo>
                  <a:lnTo>
                    <a:pt x="29247" y="1657"/>
                  </a:lnTo>
                  <a:cubicBezTo>
                    <a:pt x="30138" y="1657"/>
                    <a:pt x="30138" y="0"/>
                    <a:pt x="292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284" name="Google Shape;1284;p42"/>
            <p:cNvSpPr/>
            <p:nvPr/>
          </p:nvSpPr>
          <p:spPr>
            <a:xfrm>
              <a:off x="-540125" y="-190500"/>
              <a:ext cx="10224238" cy="266655"/>
            </a:xfrm>
            <a:custGeom>
              <a:avLst/>
              <a:gdLst/>
              <a:ahLst/>
              <a:cxnLst/>
              <a:rect l="l" t="t" r="r" b="b"/>
              <a:pathLst>
                <a:path w="32749" h="1689" extrusionOk="0">
                  <a:moveTo>
                    <a:pt x="0" y="0"/>
                  </a:moveTo>
                  <a:lnTo>
                    <a:pt x="0" y="315"/>
                  </a:lnTo>
                  <a:lnTo>
                    <a:pt x="902" y="1028"/>
                  </a:lnTo>
                  <a:cubicBezTo>
                    <a:pt x="902" y="1395"/>
                    <a:pt x="1195" y="1688"/>
                    <a:pt x="1562" y="1688"/>
                  </a:cubicBezTo>
                  <a:lnTo>
                    <a:pt x="31186" y="1688"/>
                  </a:lnTo>
                  <a:cubicBezTo>
                    <a:pt x="31553" y="1688"/>
                    <a:pt x="31847" y="1395"/>
                    <a:pt x="31847" y="1028"/>
                  </a:cubicBezTo>
                  <a:lnTo>
                    <a:pt x="32749" y="315"/>
                  </a:lnTo>
                  <a:lnTo>
                    <a:pt x="327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285" name="Google Shape;1285;p42"/>
            <p:cNvSpPr/>
            <p:nvPr/>
          </p:nvSpPr>
          <p:spPr>
            <a:xfrm>
              <a:off x="-540125" y="-190500"/>
              <a:ext cx="10221116" cy="49731"/>
            </a:xfrm>
            <a:custGeom>
              <a:avLst/>
              <a:gdLst/>
              <a:ahLst/>
              <a:cxnLst/>
              <a:rect l="l" t="t" r="r" b="b"/>
              <a:pathLst>
                <a:path w="32739" h="315" extrusionOk="0">
                  <a:moveTo>
                    <a:pt x="0" y="0"/>
                  </a:moveTo>
                  <a:lnTo>
                    <a:pt x="0" y="315"/>
                  </a:lnTo>
                  <a:lnTo>
                    <a:pt x="32738" y="315"/>
                  </a:lnTo>
                  <a:lnTo>
                    <a:pt x="3273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286" name="Google Shape;1286;p42"/>
            <p:cNvSpPr/>
            <p:nvPr/>
          </p:nvSpPr>
          <p:spPr>
            <a:xfrm>
              <a:off x="710332" y="194931"/>
              <a:ext cx="3444951" cy="99841"/>
            </a:xfrm>
            <a:custGeom>
              <a:avLst/>
              <a:gdLst/>
              <a:ahLst/>
              <a:cxnLst/>
              <a:rect l="l" t="t" r="r" b="b"/>
              <a:pathLst>
                <a:path w="23187" h="672" extrusionOk="0">
                  <a:moveTo>
                    <a:pt x="441" y="0"/>
                  </a:moveTo>
                  <a:cubicBezTo>
                    <a:pt x="231" y="11"/>
                    <a:pt x="64" y="147"/>
                    <a:pt x="1" y="336"/>
                  </a:cubicBezTo>
                  <a:cubicBezTo>
                    <a:pt x="64" y="535"/>
                    <a:pt x="231" y="672"/>
                    <a:pt x="441" y="672"/>
                  </a:cubicBezTo>
                  <a:lnTo>
                    <a:pt x="22746" y="672"/>
                  </a:lnTo>
                  <a:cubicBezTo>
                    <a:pt x="22945" y="672"/>
                    <a:pt x="23123" y="535"/>
                    <a:pt x="23186" y="336"/>
                  </a:cubicBezTo>
                  <a:cubicBezTo>
                    <a:pt x="23123" y="147"/>
                    <a:pt x="22945" y="11"/>
                    <a:pt x="22746" y="0"/>
                  </a:cubicBezTo>
                  <a:close/>
                </a:path>
              </a:pathLst>
            </a:custGeom>
            <a:solidFill>
              <a:srgbClr val="FFFCF7">
                <a:alpha val="19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287" name="Google Shape;1287;p42"/>
            <p:cNvSpPr/>
            <p:nvPr/>
          </p:nvSpPr>
          <p:spPr>
            <a:xfrm>
              <a:off x="-340627" y="-59775"/>
              <a:ext cx="9821812" cy="34891"/>
            </a:xfrm>
            <a:custGeom>
              <a:avLst/>
              <a:gdLst/>
              <a:ahLst/>
              <a:cxnLst/>
              <a:rect l="l" t="t" r="r" b="b"/>
              <a:pathLst>
                <a:path w="31460" h="221" extrusionOk="0">
                  <a:moveTo>
                    <a:pt x="1" y="0"/>
                  </a:moveTo>
                  <a:lnTo>
                    <a:pt x="263" y="200"/>
                  </a:lnTo>
                  <a:lnTo>
                    <a:pt x="263" y="221"/>
                  </a:lnTo>
                  <a:lnTo>
                    <a:pt x="31208" y="221"/>
                  </a:lnTo>
                  <a:lnTo>
                    <a:pt x="31208" y="200"/>
                  </a:lnTo>
                  <a:lnTo>
                    <a:pt x="3146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288" name="Google Shape;1288;p42"/>
            <p:cNvSpPr/>
            <p:nvPr/>
          </p:nvSpPr>
          <p:spPr>
            <a:xfrm>
              <a:off x="-157810" y="5125200"/>
              <a:ext cx="9437035" cy="206502"/>
            </a:xfrm>
            <a:custGeom>
              <a:avLst/>
              <a:gdLst/>
              <a:ahLst/>
              <a:cxnLst/>
              <a:rect l="l" t="t" r="r" b="b"/>
              <a:pathLst>
                <a:path w="30842" h="1312" extrusionOk="0">
                  <a:moveTo>
                    <a:pt x="882" y="0"/>
                  </a:moveTo>
                  <a:cubicBezTo>
                    <a:pt x="1" y="0"/>
                    <a:pt x="1" y="1311"/>
                    <a:pt x="882" y="1311"/>
                  </a:cubicBezTo>
                  <a:lnTo>
                    <a:pt x="30191" y="1311"/>
                  </a:lnTo>
                  <a:cubicBezTo>
                    <a:pt x="30548" y="1311"/>
                    <a:pt x="30841" y="1018"/>
                    <a:pt x="30841" y="651"/>
                  </a:cubicBezTo>
                  <a:cubicBezTo>
                    <a:pt x="30841" y="294"/>
                    <a:pt x="30548" y="0"/>
                    <a:pt x="301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289" name="Google Shape;1289;p42"/>
            <p:cNvSpPr/>
            <p:nvPr/>
          </p:nvSpPr>
          <p:spPr>
            <a:xfrm>
              <a:off x="-369550" y="5296761"/>
              <a:ext cx="9889274" cy="147164"/>
            </a:xfrm>
            <a:custGeom>
              <a:avLst/>
              <a:gdLst/>
              <a:ahLst/>
              <a:cxnLst/>
              <a:rect l="l" t="t" r="r" b="b"/>
              <a:pathLst>
                <a:path w="32320" h="935" extrusionOk="0">
                  <a:moveTo>
                    <a:pt x="945" y="1"/>
                  </a:moveTo>
                  <a:cubicBezTo>
                    <a:pt x="420" y="1"/>
                    <a:pt x="1" y="420"/>
                    <a:pt x="1" y="934"/>
                  </a:cubicBezTo>
                  <a:lnTo>
                    <a:pt x="32320" y="934"/>
                  </a:lnTo>
                  <a:cubicBezTo>
                    <a:pt x="32320" y="420"/>
                    <a:pt x="31900" y="1"/>
                    <a:pt x="313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290" name="Google Shape;1290;p42"/>
            <p:cNvSpPr/>
            <p:nvPr/>
          </p:nvSpPr>
          <p:spPr>
            <a:xfrm>
              <a:off x="1170769" y="5296761"/>
              <a:ext cx="3603526" cy="147164"/>
            </a:xfrm>
            <a:custGeom>
              <a:avLst/>
              <a:gdLst/>
              <a:ahLst/>
              <a:cxnLst/>
              <a:rect l="l" t="t" r="r" b="b"/>
              <a:pathLst>
                <a:path w="11777" h="935" extrusionOk="0">
                  <a:moveTo>
                    <a:pt x="11758" y="1"/>
                  </a:moveTo>
                  <a:cubicBezTo>
                    <a:pt x="11752" y="1"/>
                    <a:pt x="11746" y="1"/>
                    <a:pt x="11739" y="1"/>
                  </a:cubicBezTo>
                  <a:lnTo>
                    <a:pt x="11776" y="1"/>
                  </a:lnTo>
                  <a:cubicBezTo>
                    <a:pt x="11770" y="1"/>
                    <a:pt x="11764" y="1"/>
                    <a:pt x="11758" y="1"/>
                  </a:cubicBezTo>
                  <a:close/>
                  <a:moveTo>
                    <a:pt x="758" y="1"/>
                  </a:moveTo>
                  <a:cubicBezTo>
                    <a:pt x="336" y="1"/>
                    <a:pt x="0" y="353"/>
                    <a:pt x="0" y="777"/>
                  </a:cubicBezTo>
                  <a:lnTo>
                    <a:pt x="0" y="934"/>
                  </a:lnTo>
                  <a:lnTo>
                    <a:pt x="11000" y="934"/>
                  </a:lnTo>
                  <a:lnTo>
                    <a:pt x="11000" y="777"/>
                  </a:lnTo>
                  <a:cubicBezTo>
                    <a:pt x="11000" y="359"/>
                    <a:pt x="11327" y="11"/>
                    <a:pt x="11739" y="1"/>
                  </a:cubicBezTo>
                  <a:lnTo>
                    <a:pt x="776" y="1"/>
                  </a:lnTo>
                  <a:cubicBezTo>
                    <a:pt x="770" y="1"/>
                    <a:pt x="764" y="1"/>
                    <a:pt x="758" y="1"/>
                  </a:cubicBezTo>
                  <a:close/>
                </a:path>
              </a:pathLst>
            </a:custGeom>
            <a:solidFill>
              <a:srgbClr val="FFFCF7">
                <a:alpha val="19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291" name="Google Shape;1291;p42"/>
            <p:cNvSpPr/>
            <p:nvPr/>
          </p:nvSpPr>
          <p:spPr>
            <a:xfrm>
              <a:off x="5524907" y="5296761"/>
              <a:ext cx="1854851" cy="147164"/>
            </a:xfrm>
            <a:custGeom>
              <a:avLst/>
              <a:gdLst/>
              <a:ahLst/>
              <a:cxnLst/>
              <a:rect l="l" t="t" r="r" b="b"/>
              <a:pathLst>
                <a:path w="6062" h="935" extrusionOk="0">
                  <a:moveTo>
                    <a:pt x="776" y="1"/>
                  </a:moveTo>
                  <a:cubicBezTo>
                    <a:pt x="346" y="1"/>
                    <a:pt x="0" y="347"/>
                    <a:pt x="0" y="777"/>
                  </a:cubicBezTo>
                  <a:lnTo>
                    <a:pt x="0" y="934"/>
                  </a:lnTo>
                  <a:lnTo>
                    <a:pt x="5296" y="934"/>
                  </a:lnTo>
                  <a:lnTo>
                    <a:pt x="5296" y="777"/>
                  </a:lnTo>
                  <a:cubicBezTo>
                    <a:pt x="5296" y="347"/>
                    <a:pt x="5631" y="1"/>
                    <a:pt x="6061" y="1"/>
                  </a:cubicBezTo>
                  <a:close/>
                </a:path>
              </a:pathLst>
            </a:custGeom>
            <a:solidFill>
              <a:srgbClr val="FFFCF7">
                <a:alpha val="19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grpSp>
          <p:nvGrpSpPr>
            <p:cNvPr id="1292" name="Google Shape;1292;p42"/>
            <p:cNvGrpSpPr/>
            <p:nvPr/>
          </p:nvGrpSpPr>
          <p:grpSpPr>
            <a:xfrm>
              <a:off x="-10709" y="263403"/>
              <a:ext cx="448838" cy="860613"/>
              <a:chOff x="561117" y="628348"/>
              <a:chExt cx="448838" cy="855480"/>
            </a:xfrm>
          </p:grpSpPr>
          <p:sp>
            <p:nvSpPr>
              <p:cNvPr id="1293" name="Google Shape;1293;p42"/>
              <p:cNvSpPr/>
              <p:nvPr/>
            </p:nvSpPr>
            <p:spPr>
              <a:xfrm>
                <a:off x="561117" y="628348"/>
                <a:ext cx="448838" cy="85548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5758" extrusionOk="0">
                    <a:moveTo>
                      <a:pt x="3020" y="1"/>
                    </a:moveTo>
                    <a:lnTo>
                      <a:pt x="0" y="11"/>
                    </a:lnTo>
                    <a:lnTo>
                      <a:pt x="73" y="5758"/>
                    </a:lnTo>
                    <a:lnTo>
                      <a:pt x="1321" y="5758"/>
                    </a:lnTo>
                    <a:lnTo>
                      <a:pt x="1321" y="5422"/>
                    </a:lnTo>
                    <a:cubicBezTo>
                      <a:pt x="944" y="5422"/>
                      <a:pt x="828" y="4174"/>
                      <a:pt x="1573" y="4174"/>
                    </a:cubicBezTo>
                    <a:lnTo>
                      <a:pt x="1573" y="3723"/>
                    </a:lnTo>
                    <a:cubicBezTo>
                      <a:pt x="1825" y="3723"/>
                      <a:pt x="2380" y="3335"/>
                      <a:pt x="2380" y="2528"/>
                    </a:cubicBezTo>
                    <a:cubicBezTo>
                      <a:pt x="2380" y="2213"/>
                      <a:pt x="2318" y="2056"/>
                      <a:pt x="2244" y="1972"/>
                    </a:cubicBezTo>
                    <a:cubicBezTo>
                      <a:pt x="2108" y="1826"/>
                      <a:pt x="2189" y="1526"/>
                      <a:pt x="2344" y="1526"/>
                    </a:cubicBezTo>
                    <a:cubicBezTo>
                      <a:pt x="2355" y="1526"/>
                      <a:pt x="2368" y="1528"/>
                      <a:pt x="2380" y="1532"/>
                    </a:cubicBezTo>
                    <a:lnTo>
                      <a:pt x="2391" y="1532"/>
                    </a:lnTo>
                    <a:cubicBezTo>
                      <a:pt x="2437" y="1552"/>
                      <a:pt x="2485" y="1562"/>
                      <a:pt x="2532" y="1562"/>
                    </a:cubicBezTo>
                    <a:cubicBezTo>
                      <a:pt x="2701" y="1562"/>
                      <a:pt x="2861" y="1439"/>
                      <a:pt x="2894" y="1259"/>
                    </a:cubicBezTo>
                    <a:cubicBezTo>
                      <a:pt x="2914" y="1122"/>
                      <a:pt x="2888" y="867"/>
                      <a:pt x="2714" y="867"/>
                    </a:cubicBezTo>
                    <a:cubicBezTo>
                      <a:pt x="2702" y="867"/>
                      <a:pt x="2688" y="868"/>
                      <a:pt x="2674" y="871"/>
                    </a:cubicBezTo>
                    <a:lnTo>
                      <a:pt x="2674" y="703"/>
                    </a:lnTo>
                    <a:cubicBezTo>
                      <a:pt x="2863" y="703"/>
                      <a:pt x="3020" y="546"/>
                      <a:pt x="3020" y="357"/>
                    </a:cubicBez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294" name="Google Shape;1294;p42"/>
              <p:cNvSpPr/>
              <p:nvPr/>
            </p:nvSpPr>
            <p:spPr>
              <a:xfrm>
                <a:off x="694982" y="920890"/>
                <a:ext cx="187201" cy="203396"/>
              </a:xfrm>
              <a:custGeom>
                <a:avLst/>
                <a:gdLst/>
                <a:ahLst/>
                <a:cxnLst/>
                <a:rect l="l" t="t" r="r" b="b"/>
                <a:pathLst>
                  <a:path w="1260" h="1369" extrusionOk="0">
                    <a:moveTo>
                      <a:pt x="673" y="1"/>
                    </a:moveTo>
                    <a:cubicBezTo>
                      <a:pt x="413" y="1"/>
                      <a:pt x="159" y="235"/>
                      <a:pt x="85" y="559"/>
                    </a:cubicBezTo>
                    <a:cubicBezTo>
                      <a:pt x="1" y="926"/>
                      <a:pt x="179" y="1283"/>
                      <a:pt x="473" y="1356"/>
                    </a:cubicBezTo>
                    <a:cubicBezTo>
                      <a:pt x="508" y="1365"/>
                      <a:pt x="544" y="1369"/>
                      <a:pt x="580" y="1369"/>
                    </a:cubicBezTo>
                    <a:cubicBezTo>
                      <a:pt x="848" y="1369"/>
                      <a:pt x="1101" y="1135"/>
                      <a:pt x="1175" y="811"/>
                    </a:cubicBezTo>
                    <a:cubicBezTo>
                      <a:pt x="1259" y="433"/>
                      <a:pt x="1081" y="77"/>
                      <a:pt x="777" y="14"/>
                    </a:cubicBezTo>
                    <a:cubicBezTo>
                      <a:pt x="742" y="5"/>
                      <a:pt x="708" y="1"/>
                      <a:pt x="67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295" name="Google Shape;1295;p42"/>
              <p:cNvSpPr/>
              <p:nvPr/>
            </p:nvSpPr>
            <p:spPr>
              <a:xfrm>
                <a:off x="886642" y="773654"/>
                <a:ext cx="70572" cy="56606"/>
              </a:xfrm>
              <a:custGeom>
                <a:avLst/>
                <a:gdLst/>
                <a:ahLst/>
                <a:cxnLst/>
                <a:rect l="l" t="t" r="r" b="b"/>
                <a:pathLst>
                  <a:path w="475" h="381" extrusionOk="0">
                    <a:moveTo>
                      <a:pt x="229" y="0"/>
                    </a:moveTo>
                    <a:cubicBezTo>
                      <a:pt x="151" y="0"/>
                      <a:pt x="70" y="39"/>
                      <a:pt x="22" y="124"/>
                    </a:cubicBezTo>
                    <a:cubicBezTo>
                      <a:pt x="1" y="239"/>
                      <a:pt x="85" y="344"/>
                      <a:pt x="189" y="365"/>
                    </a:cubicBezTo>
                    <a:cubicBezTo>
                      <a:pt x="219" y="376"/>
                      <a:pt x="248" y="381"/>
                      <a:pt x="276" y="381"/>
                    </a:cubicBezTo>
                    <a:cubicBezTo>
                      <a:pt x="359" y="381"/>
                      <a:pt x="431" y="336"/>
                      <a:pt x="462" y="250"/>
                    </a:cubicBezTo>
                    <a:cubicBezTo>
                      <a:pt x="475" y="96"/>
                      <a:pt x="354" y="0"/>
                      <a:pt x="22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296" name="Google Shape;1296;p42"/>
            <p:cNvGrpSpPr/>
            <p:nvPr/>
          </p:nvGrpSpPr>
          <p:grpSpPr>
            <a:xfrm>
              <a:off x="8694552" y="263386"/>
              <a:ext cx="448838" cy="855480"/>
              <a:chOff x="4189590" y="628348"/>
              <a:chExt cx="448838" cy="855480"/>
            </a:xfrm>
          </p:grpSpPr>
          <p:sp>
            <p:nvSpPr>
              <p:cNvPr id="1297" name="Google Shape;1297;p42"/>
              <p:cNvSpPr/>
              <p:nvPr/>
            </p:nvSpPr>
            <p:spPr>
              <a:xfrm>
                <a:off x="4189590" y="628348"/>
                <a:ext cx="448838" cy="85548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5758" extrusionOk="0">
                    <a:moveTo>
                      <a:pt x="1" y="1"/>
                    </a:moveTo>
                    <a:lnTo>
                      <a:pt x="1" y="357"/>
                    </a:lnTo>
                    <a:cubicBezTo>
                      <a:pt x="1" y="546"/>
                      <a:pt x="148" y="703"/>
                      <a:pt x="336" y="703"/>
                    </a:cubicBezTo>
                    <a:lnTo>
                      <a:pt x="336" y="871"/>
                    </a:lnTo>
                    <a:cubicBezTo>
                      <a:pt x="323" y="868"/>
                      <a:pt x="310" y="867"/>
                      <a:pt x="298" y="867"/>
                    </a:cubicBezTo>
                    <a:cubicBezTo>
                      <a:pt x="132" y="867"/>
                      <a:pt x="97" y="1122"/>
                      <a:pt x="127" y="1259"/>
                    </a:cubicBezTo>
                    <a:cubicBezTo>
                      <a:pt x="151" y="1439"/>
                      <a:pt x="310" y="1562"/>
                      <a:pt x="484" y="1562"/>
                    </a:cubicBezTo>
                    <a:cubicBezTo>
                      <a:pt x="532" y="1562"/>
                      <a:pt x="582" y="1552"/>
                      <a:pt x="630" y="1532"/>
                    </a:cubicBezTo>
                    <a:lnTo>
                      <a:pt x="640" y="1532"/>
                    </a:lnTo>
                    <a:cubicBezTo>
                      <a:pt x="652" y="1528"/>
                      <a:pt x="664" y="1526"/>
                      <a:pt x="675" y="1526"/>
                    </a:cubicBezTo>
                    <a:cubicBezTo>
                      <a:pt x="822" y="1526"/>
                      <a:pt x="903" y="1826"/>
                      <a:pt x="777" y="1972"/>
                    </a:cubicBezTo>
                    <a:cubicBezTo>
                      <a:pt x="703" y="2056"/>
                      <a:pt x="640" y="2213"/>
                      <a:pt x="640" y="2528"/>
                    </a:cubicBezTo>
                    <a:cubicBezTo>
                      <a:pt x="640" y="3335"/>
                      <a:pt x="1196" y="3723"/>
                      <a:pt x="1448" y="3723"/>
                    </a:cubicBezTo>
                    <a:lnTo>
                      <a:pt x="1448" y="4174"/>
                    </a:lnTo>
                    <a:cubicBezTo>
                      <a:pt x="2192" y="4174"/>
                      <a:pt x="2077" y="5422"/>
                      <a:pt x="1699" y="5422"/>
                    </a:cubicBezTo>
                    <a:lnTo>
                      <a:pt x="1699" y="5758"/>
                    </a:lnTo>
                    <a:lnTo>
                      <a:pt x="2947" y="5758"/>
                    </a:lnTo>
                    <a:lnTo>
                      <a:pt x="3021" y="1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298" name="Google Shape;1298;p42"/>
              <p:cNvSpPr/>
              <p:nvPr/>
            </p:nvSpPr>
            <p:spPr>
              <a:xfrm>
                <a:off x="4231636" y="771574"/>
                <a:ext cx="73395" cy="60172"/>
              </a:xfrm>
              <a:custGeom>
                <a:avLst/>
                <a:gdLst/>
                <a:ahLst/>
                <a:cxnLst/>
                <a:rect l="l" t="t" r="r" b="b"/>
                <a:pathLst>
                  <a:path w="494" h="405" extrusionOk="0">
                    <a:moveTo>
                      <a:pt x="269" y="0"/>
                    </a:moveTo>
                    <a:cubicBezTo>
                      <a:pt x="230" y="0"/>
                      <a:pt x="192" y="11"/>
                      <a:pt x="158" y="33"/>
                    </a:cubicBezTo>
                    <a:cubicBezTo>
                      <a:pt x="53" y="85"/>
                      <a:pt x="1" y="201"/>
                      <a:pt x="53" y="316"/>
                    </a:cubicBezTo>
                    <a:cubicBezTo>
                      <a:pt x="92" y="374"/>
                      <a:pt x="155" y="405"/>
                      <a:pt x="219" y="405"/>
                    </a:cubicBezTo>
                    <a:cubicBezTo>
                      <a:pt x="259" y="405"/>
                      <a:pt x="300" y="393"/>
                      <a:pt x="336" y="369"/>
                    </a:cubicBezTo>
                    <a:cubicBezTo>
                      <a:pt x="441" y="316"/>
                      <a:pt x="494" y="201"/>
                      <a:pt x="452" y="96"/>
                    </a:cubicBezTo>
                    <a:cubicBezTo>
                      <a:pt x="411" y="35"/>
                      <a:pt x="340" y="0"/>
                      <a:pt x="26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299" name="Google Shape;1299;p42"/>
              <p:cNvSpPr/>
              <p:nvPr/>
            </p:nvSpPr>
            <p:spPr>
              <a:xfrm>
                <a:off x="4322118" y="921485"/>
                <a:ext cx="183933" cy="203544"/>
              </a:xfrm>
              <a:custGeom>
                <a:avLst/>
                <a:gdLst/>
                <a:ahLst/>
                <a:cxnLst/>
                <a:rect l="l" t="t" r="r" b="b"/>
                <a:pathLst>
                  <a:path w="1238" h="1370" extrusionOk="0">
                    <a:moveTo>
                      <a:pt x="594" y="0"/>
                    </a:moveTo>
                    <a:cubicBezTo>
                      <a:pt x="564" y="0"/>
                      <a:pt x="534" y="3"/>
                      <a:pt x="503" y="10"/>
                    </a:cubicBezTo>
                    <a:cubicBezTo>
                      <a:pt x="199" y="62"/>
                      <a:pt x="0" y="398"/>
                      <a:pt x="63" y="775"/>
                    </a:cubicBezTo>
                    <a:cubicBezTo>
                      <a:pt x="130" y="1129"/>
                      <a:pt x="380" y="1369"/>
                      <a:pt x="662" y="1369"/>
                    </a:cubicBezTo>
                    <a:cubicBezTo>
                      <a:pt x="689" y="1369"/>
                      <a:pt x="717" y="1367"/>
                      <a:pt x="745" y="1362"/>
                    </a:cubicBezTo>
                    <a:cubicBezTo>
                      <a:pt x="1049" y="1310"/>
                      <a:pt x="1237" y="964"/>
                      <a:pt x="1174" y="586"/>
                    </a:cubicBezTo>
                    <a:cubicBezTo>
                      <a:pt x="1118" y="247"/>
                      <a:pt x="866" y="0"/>
                      <a:pt x="5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Google Shape;1332;p44"/>
          <p:cNvSpPr txBox="1">
            <a:spLocks noGrp="1"/>
          </p:cNvSpPr>
          <p:nvPr>
            <p:ph type="title"/>
          </p:nvPr>
        </p:nvSpPr>
        <p:spPr>
          <a:xfrm>
            <a:off x="711300" y="2690819"/>
            <a:ext cx="2547000" cy="416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333" name="Google Shape;1333;p44"/>
          <p:cNvSpPr txBox="1">
            <a:spLocks noGrp="1"/>
          </p:cNvSpPr>
          <p:nvPr>
            <p:ph type="subTitle" idx="1"/>
          </p:nvPr>
        </p:nvSpPr>
        <p:spPr>
          <a:xfrm>
            <a:off x="711306" y="3053418"/>
            <a:ext cx="2547000" cy="803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4" name="Google Shape;1334;p44"/>
          <p:cNvSpPr txBox="1">
            <a:spLocks noGrp="1"/>
          </p:cNvSpPr>
          <p:nvPr>
            <p:ph type="title" idx="2"/>
          </p:nvPr>
        </p:nvSpPr>
        <p:spPr>
          <a:xfrm>
            <a:off x="3298461" y="2686231"/>
            <a:ext cx="2547000" cy="416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335" name="Google Shape;1335;p44"/>
          <p:cNvSpPr txBox="1">
            <a:spLocks noGrp="1"/>
          </p:cNvSpPr>
          <p:nvPr>
            <p:ph type="subTitle" idx="3"/>
          </p:nvPr>
        </p:nvSpPr>
        <p:spPr>
          <a:xfrm>
            <a:off x="3298464" y="3048831"/>
            <a:ext cx="2547000" cy="803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6" name="Google Shape;1336;p44"/>
          <p:cNvSpPr txBox="1">
            <a:spLocks noGrp="1"/>
          </p:cNvSpPr>
          <p:nvPr>
            <p:ph type="title" idx="4"/>
          </p:nvPr>
        </p:nvSpPr>
        <p:spPr>
          <a:xfrm>
            <a:off x="5885622" y="2690819"/>
            <a:ext cx="2547000" cy="416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337" name="Google Shape;1337;p44"/>
          <p:cNvSpPr txBox="1">
            <a:spLocks noGrp="1"/>
          </p:cNvSpPr>
          <p:nvPr>
            <p:ph type="subTitle" idx="5"/>
          </p:nvPr>
        </p:nvSpPr>
        <p:spPr>
          <a:xfrm>
            <a:off x="5885622" y="3053418"/>
            <a:ext cx="2547000" cy="803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8" name="Google Shape;1338;p44"/>
          <p:cNvSpPr txBox="1">
            <a:spLocks noGrp="1"/>
          </p:cNvSpPr>
          <p:nvPr>
            <p:ph type="title" idx="6"/>
          </p:nvPr>
        </p:nvSpPr>
        <p:spPr>
          <a:xfrm>
            <a:off x="720000" y="539500"/>
            <a:ext cx="7704000" cy="47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339" name="Google Shape;1339;p44"/>
          <p:cNvGrpSpPr/>
          <p:nvPr/>
        </p:nvGrpSpPr>
        <p:grpSpPr>
          <a:xfrm flipH="1">
            <a:off x="-540119" y="-190500"/>
            <a:ext cx="10224238" cy="5634425"/>
            <a:chOff x="-540125" y="-190500"/>
            <a:chExt cx="10224238" cy="5634425"/>
          </a:xfrm>
        </p:grpSpPr>
        <p:sp>
          <p:nvSpPr>
            <p:cNvPr id="1340" name="Google Shape;1340;p44"/>
            <p:cNvSpPr/>
            <p:nvPr/>
          </p:nvSpPr>
          <p:spPr>
            <a:xfrm>
              <a:off x="8868499" y="258010"/>
              <a:ext cx="274226" cy="5038749"/>
            </a:xfrm>
            <a:custGeom>
              <a:avLst/>
              <a:gdLst/>
              <a:ahLst/>
              <a:cxnLst/>
              <a:rect l="l" t="t" r="r" b="b"/>
              <a:pathLst>
                <a:path w="860" h="38738" extrusionOk="0">
                  <a:moveTo>
                    <a:pt x="0" y="0"/>
                  </a:moveTo>
                  <a:lnTo>
                    <a:pt x="0" y="38737"/>
                  </a:lnTo>
                  <a:lnTo>
                    <a:pt x="860" y="38737"/>
                  </a:lnTo>
                  <a:lnTo>
                    <a:pt x="8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44"/>
            <p:cNvSpPr/>
            <p:nvPr/>
          </p:nvSpPr>
          <p:spPr>
            <a:xfrm>
              <a:off x="100" y="247650"/>
              <a:ext cx="274225" cy="5049014"/>
            </a:xfrm>
            <a:custGeom>
              <a:avLst/>
              <a:gdLst/>
              <a:ahLst/>
              <a:cxnLst/>
              <a:rect l="l" t="t" r="r" b="b"/>
              <a:pathLst>
                <a:path w="850" h="38738" extrusionOk="0">
                  <a:moveTo>
                    <a:pt x="0" y="0"/>
                  </a:moveTo>
                  <a:lnTo>
                    <a:pt x="0" y="38737"/>
                  </a:lnTo>
                  <a:lnTo>
                    <a:pt x="850" y="38737"/>
                  </a:lnTo>
                  <a:lnTo>
                    <a:pt x="85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42" name="Google Shape;1342;p44"/>
            <p:cNvGrpSpPr/>
            <p:nvPr/>
          </p:nvGrpSpPr>
          <p:grpSpPr>
            <a:xfrm>
              <a:off x="243846" y="4810252"/>
              <a:ext cx="8625625" cy="318713"/>
              <a:chOff x="188112" y="4401147"/>
              <a:chExt cx="8663745" cy="305867"/>
            </a:xfrm>
          </p:grpSpPr>
          <p:sp>
            <p:nvSpPr>
              <p:cNvPr id="1343" name="Google Shape;1343;p44"/>
              <p:cNvSpPr/>
              <p:nvPr/>
            </p:nvSpPr>
            <p:spPr>
              <a:xfrm>
                <a:off x="188112" y="4401147"/>
                <a:ext cx="8663745" cy="305867"/>
              </a:xfrm>
              <a:custGeom>
                <a:avLst/>
                <a:gdLst/>
                <a:ahLst/>
                <a:cxnLst/>
                <a:rect l="l" t="t" r="r" b="b"/>
                <a:pathLst>
                  <a:path w="27171" h="3178" extrusionOk="0">
                    <a:moveTo>
                      <a:pt x="1" y="0"/>
                    </a:moveTo>
                    <a:lnTo>
                      <a:pt x="1" y="3177"/>
                    </a:lnTo>
                    <a:lnTo>
                      <a:pt x="27171" y="3177"/>
                    </a:lnTo>
                    <a:lnTo>
                      <a:pt x="2717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44"/>
              <p:cNvSpPr/>
              <p:nvPr/>
            </p:nvSpPr>
            <p:spPr>
              <a:xfrm>
                <a:off x="1201135" y="4401147"/>
                <a:ext cx="6647593" cy="305867"/>
              </a:xfrm>
              <a:custGeom>
                <a:avLst/>
                <a:gdLst/>
                <a:ahLst/>
                <a:cxnLst/>
                <a:rect l="l" t="t" r="r" b="b"/>
                <a:pathLst>
                  <a:path w="20848" h="3178" extrusionOk="0">
                    <a:moveTo>
                      <a:pt x="1" y="0"/>
                    </a:moveTo>
                    <a:lnTo>
                      <a:pt x="378" y="3177"/>
                    </a:lnTo>
                    <a:lnTo>
                      <a:pt x="20470" y="3177"/>
                    </a:lnTo>
                    <a:lnTo>
                      <a:pt x="2084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Google Shape;1345;p44"/>
              <p:cNvSpPr/>
              <p:nvPr/>
            </p:nvSpPr>
            <p:spPr>
              <a:xfrm>
                <a:off x="743887" y="4570540"/>
                <a:ext cx="220332" cy="55630"/>
              </a:xfrm>
              <a:custGeom>
                <a:avLst/>
                <a:gdLst/>
                <a:ahLst/>
                <a:cxnLst/>
                <a:rect l="l" t="t" r="r" b="b"/>
                <a:pathLst>
                  <a:path w="691" h="578" extrusionOk="0">
                    <a:moveTo>
                      <a:pt x="366" y="0"/>
                    </a:moveTo>
                    <a:cubicBezTo>
                      <a:pt x="269" y="0"/>
                      <a:pt x="171" y="48"/>
                      <a:pt x="114" y="149"/>
                    </a:cubicBezTo>
                    <a:cubicBezTo>
                      <a:pt x="1" y="346"/>
                      <a:pt x="150" y="578"/>
                      <a:pt x="356" y="578"/>
                    </a:cubicBezTo>
                    <a:cubicBezTo>
                      <a:pt x="379" y="578"/>
                      <a:pt x="403" y="575"/>
                      <a:pt x="428" y="568"/>
                    </a:cubicBezTo>
                    <a:cubicBezTo>
                      <a:pt x="596" y="526"/>
                      <a:pt x="690" y="358"/>
                      <a:pt x="638" y="201"/>
                    </a:cubicBezTo>
                    <a:cubicBezTo>
                      <a:pt x="598" y="70"/>
                      <a:pt x="483" y="0"/>
                      <a:pt x="36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46" name="Google Shape;1346;p44"/>
            <p:cNvSpPr/>
            <p:nvPr/>
          </p:nvSpPr>
          <p:spPr>
            <a:xfrm>
              <a:off x="14450" y="247294"/>
              <a:ext cx="9120845" cy="206500"/>
            </a:xfrm>
            <a:custGeom>
              <a:avLst/>
              <a:gdLst/>
              <a:ahLst/>
              <a:cxnLst/>
              <a:rect l="l" t="t" r="r" b="b"/>
              <a:pathLst>
                <a:path w="28723" h="798" extrusionOk="0">
                  <a:moveTo>
                    <a:pt x="0" y="0"/>
                  </a:moveTo>
                  <a:lnTo>
                    <a:pt x="0" y="797"/>
                  </a:lnTo>
                  <a:lnTo>
                    <a:pt x="28722" y="797"/>
                  </a:lnTo>
                  <a:lnTo>
                    <a:pt x="2872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44"/>
            <p:cNvSpPr/>
            <p:nvPr/>
          </p:nvSpPr>
          <p:spPr>
            <a:xfrm>
              <a:off x="-134261" y="34637"/>
              <a:ext cx="9409084" cy="261761"/>
            </a:xfrm>
            <a:custGeom>
              <a:avLst/>
              <a:gdLst/>
              <a:ahLst/>
              <a:cxnLst/>
              <a:rect l="l" t="t" r="r" b="b"/>
              <a:pathLst>
                <a:path w="30138" h="1658" extrusionOk="0">
                  <a:moveTo>
                    <a:pt x="902" y="0"/>
                  </a:moveTo>
                  <a:cubicBezTo>
                    <a:pt x="0" y="0"/>
                    <a:pt x="0" y="1657"/>
                    <a:pt x="902" y="1657"/>
                  </a:cubicBezTo>
                  <a:lnTo>
                    <a:pt x="29247" y="1657"/>
                  </a:lnTo>
                  <a:cubicBezTo>
                    <a:pt x="30138" y="1657"/>
                    <a:pt x="30138" y="0"/>
                    <a:pt x="292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44"/>
            <p:cNvSpPr/>
            <p:nvPr/>
          </p:nvSpPr>
          <p:spPr>
            <a:xfrm>
              <a:off x="-540125" y="-190500"/>
              <a:ext cx="10224238" cy="266655"/>
            </a:xfrm>
            <a:custGeom>
              <a:avLst/>
              <a:gdLst/>
              <a:ahLst/>
              <a:cxnLst/>
              <a:rect l="l" t="t" r="r" b="b"/>
              <a:pathLst>
                <a:path w="32749" h="1689" extrusionOk="0">
                  <a:moveTo>
                    <a:pt x="0" y="0"/>
                  </a:moveTo>
                  <a:lnTo>
                    <a:pt x="0" y="315"/>
                  </a:lnTo>
                  <a:lnTo>
                    <a:pt x="902" y="1028"/>
                  </a:lnTo>
                  <a:cubicBezTo>
                    <a:pt x="902" y="1395"/>
                    <a:pt x="1195" y="1688"/>
                    <a:pt x="1562" y="1688"/>
                  </a:cubicBezTo>
                  <a:lnTo>
                    <a:pt x="31186" y="1688"/>
                  </a:lnTo>
                  <a:cubicBezTo>
                    <a:pt x="31553" y="1688"/>
                    <a:pt x="31847" y="1395"/>
                    <a:pt x="31847" y="1028"/>
                  </a:cubicBezTo>
                  <a:lnTo>
                    <a:pt x="32749" y="315"/>
                  </a:lnTo>
                  <a:lnTo>
                    <a:pt x="327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44"/>
            <p:cNvSpPr/>
            <p:nvPr/>
          </p:nvSpPr>
          <p:spPr>
            <a:xfrm>
              <a:off x="-540125" y="-190500"/>
              <a:ext cx="10221116" cy="49731"/>
            </a:xfrm>
            <a:custGeom>
              <a:avLst/>
              <a:gdLst/>
              <a:ahLst/>
              <a:cxnLst/>
              <a:rect l="l" t="t" r="r" b="b"/>
              <a:pathLst>
                <a:path w="32739" h="315" extrusionOk="0">
                  <a:moveTo>
                    <a:pt x="0" y="0"/>
                  </a:moveTo>
                  <a:lnTo>
                    <a:pt x="0" y="315"/>
                  </a:lnTo>
                  <a:lnTo>
                    <a:pt x="32738" y="315"/>
                  </a:lnTo>
                  <a:lnTo>
                    <a:pt x="3273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44"/>
            <p:cNvSpPr/>
            <p:nvPr/>
          </p:nvSpPr>
          <p:spPr>
            <a:xfrm>
              <a:off x="710332" y="194931"/>
              <a:ext cx="3444951" cy="99841"/>
            </a:xfrm>
            <a:custGeom>
              <a:avLst/>
              <a:gdLst/>
              <a:ahLst/>
              <a:cxnLst/>
              <a:rect l="l" t="t" r="r" b="b"/>
              <a:pathLst>
                <a:path w="23187" h="672" extrusionOk="0">
                  <a:moveTo>
                    <a:pt x="441" y="0"/>
                  </a:moveTo>
                  <a:cubicBezTo>
                    <a:pt x="231" y="11"/>
                    <a:pt x="64" y="147"/>
                    <a:pt x="1" y="336"/>
                  </a:cubicBezTo>
                  <a:cubicBezTo>
                    <a:pt x="64" y="535"/>
                    <a:pt x="231" y="672"/>
                    <a:pt x="441" y="672"/>
                  </a:cubicBezTo>
                  <a:lnTo>
                    <a:pt x="22746" y="672"/>
                  </a:lnTo>
                  <a:cubicBezTo>
                    <a:pt x="22945" y="672"/>
                    <a:pt x="23123" y="535"/>
                    <a:pt x="23186" y="336"/>
                  </a:cubicBezTo>
                  <a:cubicBezTo>
                    <a:pt x="23123" y="147"/>
                    <a:pt x="22945" y="11"/>
                    <a:pt x="22746" y="0"/>
                  </a:cubicBezTo>
                  <a:close/>
                </a:path>
              </a:pathLst>
            </a:custGeom>
            <a:solidFill>
              <a:srgbClr val="FFFCF7">
                <a:alpha val="19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44"/>
            <p:cNvSpPr/>
            <p:nvPr/>
          </p:nvSpPr>
          <p:spPr>
            <a:xfrm>
              <a:off x="-340627" y="-59775"/>
              <a:ext cx="9821812" cy="34891"/>
            </a:xfrm>
            <a:custGeom>
              <a:avLst/>
              <a:gdLst/>
              <a:ahLst/>
              <a:cxnLst/>
              <a:rect l="l" t="t" r="r" b="b"/>
              <a:pathLst>
                <a:path w="31460" h="221" extrusionOk="0">
                  <a:moveTo>
                    <a:pt x="1" y="0"/>
                  </a:moveTo>
                  <a:lnTo>
                    <a:pt x="263" y="200"/>
                  </a:lnTo>
                  <a:lnTo>
                    <a:pt x="263" y="221"/>
                  </a:lnTo>
                  <a:lnTo>
                    <a:pt x="31208" y="221"/>
                  </a:lnTo>
                  <a:lnTo>
                    <a:pt x="31208" y="200"/>
                  </a:lnTo>
                  <a:lnTo>
                    <a:pt x="3146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44"/>
            <p:cNvSpPr/>
            <p:nvPr/>
          </p:nvSpPr>
          <p:spPr>
            <a:xfrm>
              <a:off x="-157810" y="5125200"/>
              <a:ext cx="9437035" cy="206502"/>
            </a:xfrm>
            <a:custGeom>
              <a:avLst/>
              <a:gdLst/>
              <a:ahLst/>
              <a:cxnLst/>
              <a:rect l="l" t="t" r="r" b="b"/>
              <a:pathLst>
                <a:path w="30842" h="1312" extrusionOk="0">
                  <a:moveTo>
                    <a:pt x="882" y="0"/>
                  </a:moveTo>
                  <a:cubicBezTo>
                    <a:pt x="1" y="0"/>
                    <a:pt x="1" y="1311"/>
                    <a:pt x="882" y="1311"/>
                  </a:cubicBezTo>
                  <a:lnTo>
                    <a:pt x="30191" y="1311"/>
                  </a:lnTo>
                  <a:cubicBezTo>
                    <a:pt x="30548" y="1311"/>
                    <a:pt x="30841" y="1018"/>
                    <a:pt x="30841" y="651"/>
                  </a:cubicBezTo>
                  <a:cubicBezTo>
                    <a:pt x="30841" y="294"/>
                    <a:pt x="30548" y="0"/>
                    <a:pt x="301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44"/>
            <p:cNvSpPr/>
            <p:nvPr/>
          </p:nvSpPr>
          <p:spPr>
            <a:xfrm>
              <a:off x="-369550" y="5296761"/>
              <a:ext cx="9889274" cy="147164"/>
            </a:xfrm>
            <a:custGeom>
              <a:avLst/>
              <a:gdLst/>
              <a:ahLst/>
              <a:cxnLst/>
              <a:rect l="l" t="t" r="r" b="b"/>
              <a:pathLst>
                <a:path w="32320" h="935" extrusionOk="0">
                  <a:moveTo>
                    <a:pt x="945" y="1"/>
                  </a:moveTo>
                  <a:cubicBezTo>
                    <a:pt x="420" y="1"/>
                    <a:pt x="1" y="420"/>
                    <a:pt x="1" y="934"/>
                  </a:cubicBezTo>
                  <a:lnTo>
                    <a:pt x="32320" y="934"/>
                  </a:lnTo>
                  <a:cubicBezTo>
                    <a:pt x="32320" y="420"/>
                    <a:pt x="31900" y="1"/>
                    <a:pt x="313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44"/>
            <p:cNvSpPr/>
            <p:nvPr/>
          </p:nvSpPr>
          <p:spPr>
            <a:xfrm>
              <a:off x="1170769" y="5296761"/>
              <a:ext cx="3603526" cy="147164"/>
            </a:xfrm>
            <a:custGeom>
              <a:avLst/>
              <a:gdLst/>
              <a:ahLst/>
              <a:cxnLst/>
              <a:rect l="l" t="t" r="r" b="b"/>
              <a:pathLst>
                <a:path w="11777" h="935" extrusionOk="0">
                  <a:moveTo>
                    <a:pt x="11758" y="1"/>
                  </a:moveTo>
                  <a:cubicBezTo>
                    <a:pt x="11752" y="1"/>
                    <a:pt x="11746" y="1"/>
                    <a:pt x="11739" y="1"/>
                  </a:cubicBezTo>
                  <a:lnTo>
                    <a:pt x="11776" y="1"/>
                  </a:lnTo>
                  <a:cubicBezTo>
                    <a:pt x="11770" y="1"/>
                    <a:pt x="11764" y="1"/>
                    <a:pt x="11758" y="1"/>
                  </a:cubicBezTo>
                  <a:close/>
                  <a:moveTo>
                    <a:pt x="758" y="1"/>
                  </a:moveTo>
                  <a:cubicBezTo>
                    <a:pt x="336" y="1"/>
                    <a:pt x="0" y="353"/>
                    <a:pt x="0" y="777"/>
                  </a:cubicBezTo>
                  <a:lnTo>
                    <a:pt x="0" y="934"/>
                  </a:lnTo>
                  <a:lnTo>
                    <a:pt x="11000" y="934"/>
                  </a:lnTo>
                  <a:lnTo>
                    <a:pt x="11000" y="777"/>
                  </a:lnTo>
                  <a:cubicBezTo>
                    <a:pt x="11000" y="359"/>
                    <a:pt x="11327" y="11"/>
                    <a:pt x="11739" y="1"/>
                  </a:cubicBezTo>
                  <a:lnTo>
                    <a:pt x="776" y="1"/>
                  </a:lnTo>
                  <a:cubicBezTo>
                    <a:pt x="770" y="1"/>
                    <a:pt x="764" y="1"/>
                    <a:pt x="758" y="1"/>
                  </a:cubicBezTo>
                  <a:close/>
                </a:path>
              </a:pathLst>
            </a:custGeom>
            <a:solidFill>
              <a:srgbClr val="FFFCF7">
                <a:alpha val="19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44"/>
            <p:cNvSpPr/>
            <p:nvPr/>
          </p:nvSpPr>
          <p:spPr>
            <a:xfrm>
              <a:off x="5524907" y="5296761"/>
              <a:ext cx="1854851" cy="147164"/>
            </a:xfrm>
            <a:custGeom>
              <a:avLst/>
              <a:gdLst/>
              <a:ahLst/>
              <a:cxnLst/>
              <a:rect l="l" t="t" r="r" b="b"/>
              <a:pathLst>
                <a:path w="6062" h="935" extrusionOk="0">
                  <a:moveTo>
                    <a:pt x="776" y="1"/>
                  </a:moveTo>
                  <a:cubicBezTo>
                    <a:pt x="346" y="1"/>
                    <a:pt x="0" y="347"/>
                    <a:pt x="0" y="777"/>
                  </a:cubicBezTo>
                  <a:lnTo>
                    <a:pt x="0" y="934"/>
                  </a:lnTo>
                  <a:lnTo>
                    <a:pt x="5296" y="934"/>
                  </a:lnTo>
                  <a:lnTo>
                    <a:pt x="5296" y="777"/>
                  </a:lnTo>
                  <a:cubicBezTo>
                    <a:pt x="5296" y="347"/>
                    <a:pt x="5631" y="1"/>
                    <a:pt x="6061" y="1"/>
                  </a:cubicBezTo>
                  <a:close/>
                </a:path>
              </a:pathLst>
            </a:custGeom>
            <a:solidFill>
              <a:srgbClr val="FFFCF7">
                <a:alpha val="19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56" name="Google Shape;1356;p44"/>
            <p:cNvGrpSpPr/>
            <p:nvPr/>
          </p:nvGrpSpPr>
          <p:grpSpPr>
            <a:xfrm>
              <a:off x="-10709" y="263403"/>
              <a:ext cx="448838" cy="860613"/>
              <a:chOff x="561117" y="628348"/>
              <a:chExt cx="448838" cy="855480"/>
            </a:xfrm>
          </p:grpSpPr>
          <p:sp>
            <p:nvSpPr>
              <p:cNvPr id="1357" name="Google Shape;1357;p44"/>
              <p:cNvSpPr/>
              <p:nvPr/>
            </p:nvSpPr>
            <p:spPr>
              <a:xfrm>
                <a:off x="561117" y="628348"/>
                <a:ext cx="448838" cy="85548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5758" extrusionOk="0">
                    <a:moveTo>
                      <a:pt x="3020" y="1"/>
                    </a:moveTo>
                    <a:lnTo>
                      <a:pt x="0" y="11"/>
                    </a:lnTo>
                    <a:lnTo>
                      <a:pt x="73" y="5758"/>
                    </a:lnTo>
                    <a:lnTo>
                      <a:pt x="1321" y="5758"/>
                    </a:lnTo>
                    <a:lnTo>
                      <a:pt x="1321" y="5422"/>
                    </a:lnTo>
                    <a:cubicBezTo>
                      <a:pt x="944" y="5422"/>
                      <a:pt x="828" y="4174"/>
                      <a:pt x="1573" y="4174"/>
                    </a:cubicBezTo>
                    <a:lnTo>
                      <a:pt x="1573" y="3723"/>
                    </a:lnTo>
                    <a:cubicBezTo>
                      <a:pt x="1825" y="3723"/>
                      <a:pt x="2380" y="3335"/>
                      <a:pt x="2380" y="2528"/>
                    </a:cubicBezTo>
                    <a:cubicBezTo>
                      <a:pt x="2380" y="2213"/>
                      <a:pt x="2318" y="2056"/>
                      <a:pt x="2244" y="1972"/>
                    </a:cubicBezTo>
                    <a:cubicBezTo>
                      <a:pt x="2108" y="1826"/>
                      <a:pt x="2189" y="1526"/>
                      <a:pt x="2344" y="1526"/>
                    </a:cubicBezTo>
                    <a:cubicBezTo>
                      <a:pt x="2355" y="1526"/>
                      <a:pt x="2368" y="1528"/>
                      <a:pt x="2380" y="1532"/>
                    </a:cubicBezTo>
                    <a:lnTo>
                      <a:pt x="2391" y="1532"/>
                    </a:lnTo>
                    <a:cubicBezTo>
                      <a:pt x="2437" y="1552"/>
                      <a:pt x="2485" y="1562"/>
                      <a:pt x="2532" y="1562"/>
                    </a:cubicBezTo>
                    <a:cubicBezTo>
                      <a:pt x="2701" y="1562"/>
                      <a:pt x="2861" y="1439"/>
                      <a:pt x="2894" y="1259"/>
                    </a:cubicBezTo>
                    <a:cubicBezTo>
                      <a:pt x="2914" y="1122"/>
                      <a:pt x="2888" y="867"/>
                      <a:pt x="2714" y="867"/>
                    </a:cubicBezTo>
                    <a:cubicBezTo>
                      <a:pt x="2702" y="867"/>
                      <a:pt x="2688" y="868"/>
                      <a:pt x="2674" y="871"/>
                    </a:cubicBezTo>
                    <a:lnTo>
                      <a:pt x="2674" y="703"/>
                    </a:lnTo>
                    <a:cubicBezTo>
                      <a:pt x="2863" y="703"/>
                      <a:pt x="3020" y="546"/>
                      <a:pt x="3020" y="357"/>
                    </a:cubicBez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Google Shape;1358;p44"/>
              <p:cNvSpPr/>
              <p:nvPr/>
            </p:nvSpPr>
            <p:spPr>
              <a:xfrm>
                <a:off x="694982" y="920890"/>
                <a:ext cx="187201" cy="203396"/>
              </a:xfrm>
              <a:custGeom>
                <a:avLst/>
                <a:gdLst/>
                <a:ahLst/>
                <a:cxnLst/>
                <a:rect l="l" t="t" r="r" b="b"/>
                <a:pathLst>
                  <a:path w="1260" h="1369" extrusionOk="0">
                    <a:moveTo>
                      <a:pt x="673" y="1"/>
                    </a:moveTo>
                    <a:cubicBezTo>
                      <a:pt x="413" y="1"/>
                      <a:pt x="159" y="235"/>
                      <a:pt x="85" y="559"/>
                    </a:cubicBezTo>
                    <a:cubicBezTo>
                      <a:pt x="1" y="926"/>
                      <a:pt x="179" y="1283"/>
                      <a:pt x="473" y="1356"/>
                    </a:cubicBezTo>
                    <a:cubicBezTo>
                      <a:pt x="508" y="1365"/>
                      <a:pt x="544" y="1369"/>
                      <a:pt x="580" y="1369"/>
                    </a:cubicBezTo>
                    <a:cubicBezTo>
                      <a:pt x="848" y="1369"/>
                      <a:pt x="1101" y="1135"/>
                      <a:pt x="1175" y="811"/>
                    </a:cubicBezTo>
                    <a:cubicBezTo>
                      <a:pt x="1259" y="433"/>
                      <a:pt x="1081" y="77"/>
                      <a:pt x="777" y="14"/>
                    </a:cubicBezTo>
                    <a:cubicBezTo>
                      <a:pt x="742" y="5"/>
                      <a:pt x="708" y="1"/>
                      <a:pt x="67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Google Shape;1359;p44"/>
              <p:cNvSpPr/>
              <p:nvPr/>
            </p:nvSpPr>
            <p:spPr>
              <a:xfrm>
                <a:off x="886642" y="773654"/>
                <a:ext cx="70572" cy="56606"/>
              </a:xfrm>
              <a:custGeom>
                <a:avLst/>
                <a:gdLst/>
                <a:ahLst/>
                <a:cxnLst/>
                <a:rect l="l" t="t" r="r" b="b"/>
                <a:pathLst>
                  <a:path w="475" h="381" extrusionOk="0">
                    <a:moveTo>
                      <a:pt x="229" y="0"/>
                    </a:moveTo>
                    <a:cubicBezTo>
                      <a:pt x="151" y="0"/>
                      <a:pt x="70" y="39"/>
                      <a:pt x="22" y="124"/>
                    </a:cubicBezTo>
                    <a:cubicBezTo>
                      <a:pt x="1" y="239"/>
                      <a:pt x="85" y="344"/>
                      <a:pt x="189" y="365"/>
                    </a:cubicBezTo>
                    <a:cubicBezTo>
                      <a:pt x="219" y="376"/>
                      <a:pt x="248" y="381"/>
                      <a:pt x="276" y="381"/>
                    </a:cubicBezTo>
                    <a:cubicBezTo>
                      <a:pt x="359" y="381"/>
                      <a:pt x="431" y="336"/>
                      <a:pt x="462" y="250"/>
                    </a:cubicBezTo>
                    <a:cubicBezTo>
                      <a:pt x="475" y="96"/>
                      <a:pt x="354" y="0"/>
                      <a:pt x="22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60" name="Google Shape;1360;p44"/>
            <p:cNvGrpSpPr/>
            <p:nvPr/>
          </p:nvGrpSpPr>
          <p:grpSpPr>
            <a:xfrm>
              <a:off x="8694552" y="263386"/>
              <a:ext cx="448838" cy="855480"/>
              <a:chOff x="4189590" y="628348"/>
              <a:chExt cx="448838" cy="855480"/>
            </a:xfrm>
          </p:grpSpPr>
          <p:sp>
            <p:nvSpPr>
              <p:cNvPr id="1361" name="Google Shape;1361;p44"/>
              <p:cNvSpPr/>
              <p:nvPr/>
            </p:nvSpPr>
            <p:spPr>
              <a:xfrm>
                <a:off x="4189590" y="628348"/>
                <a:ext cx="448838" cy="85548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5758" extrusionOk="0">
                    <a:moveTo>
                      <a:pt x="1" y="1"/>
                    </a:moveTo>
                    <a:lnTo>
                      <a:pt x="1" y="357"/>
                    </a:lnTo>
                    <a:cubicBezTo>
                      <a:pt x="1" y="546"/>
                      <a:pt x="148" y="703"/>
                      <a:pt x="336" y="703"/>
                    </a:cubicBezTo>
                    <a:lnTo>
                      <a:pt x="336" y="871"/>
                    </a:lnTo>
                    <a:cubicBezTo>
                      <a:pt x="323" y="868"/>
                      <a:pt x="310" y="867"/>
                      <a:pt x="298" y="867"/>
                    </a:cubicBezTo>
                    <a:cubicBezTo>
                      <a:pt x="132" y="867"/>
                      <a:pt x="97" y="1122"/>
                      <a:pt x="127" y="1259"/>
                    </a:cubicBezTo>
                    <a:cubicBezTo>
                      <a:pt x="151" y="1439"/>
                      <a:pt x="310" y="1562"/>
                      <a:pt x="484" y="1562"/>
                    </a:cubicBezTo>
                    <a:cubicBezTo>
                      <a:pt x="532" y="1562"/>
                      <a:pt x="582" y="1552"/>
                      <a:pt x="630" y="1532"/>
                    </a:cubicBezTo>
                    <a:lnTo>
                      <a:pt x="640" y="1532"/>
                    </a:lnTo>
                    <a:cubicBezTo>
                      <a:pt x="652" y="1528"/>
                      <a:pt x="664" y="1526"/>
                      <a:pt x="675" y="1526"/>
                    </a:cubicBezTo>
                    <a:cubicBezTo>
                      <a:pt x="822" y="1526"/>
                      <a:pt x="903" y="1826"/>
                      <a:pt x="777" y="1972"/>
                    </a:cubicBezTo>
                    <a:cubicBezTo>
                      <a:pt x="703" y="2056"/>
                      <a:pt x="640" y="2213"/>
                      <a:pt x="640" y="2528"/>
                    </a:cubicBezTo>
                    <a:cubicBezTo>
                      <a:pt x="640" y="3335"/>
                      <a:pt x="1196" y="3723"/>
                      <a:pt x="1448" y="3723"/>
                    </a:cubicBezTo>
                    <a:lnTo>
                      <a:pt x="1448" y="4174"/>
                    </a:lnTo>
                    <a:cubicBezTo>
                      <a:pt x="2192" y="4174"/>
                      <a:pt x="2077" y="5422"/>
                      <a:pt x="1699" y="5422"/>
                    </a:cubicBezTo>
                    <a:lnTo>
                      <a:pt x="1699" y="5758"/>
                    </a:lnTo>
                    <a:lnTo>
                      <a:pt x="2947" y="5758"/>
                    </a:lnTo>
                    <a:lnTo>
                      <a:pt x="3021" y="1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44"/>
              <p:cNvSpPr/>
              <p:nvPr/>
            </p:nvSpPr>
            <p:spPr>
              <a:xfrm>
                <a:off x="4231636" y="771574"/>
                <a:ext cx="73395" cy="60172"/>
              </a:xfrm>
              <a:custGeom>
                <a:avLst/>
                <a:gdLst/>
                <a:ahLst/>
                <a:cxnLst/>
                <a:rect l="l" t="t" r="r" b="b"/>
                <a:pathLst>
                  <a:path w="494" h="405" extrusionOk="0">
                    <a:moveTo>
                      <a:pt x="269" y="0"/>
                    </a:moveTo>
                    <a:cubicBezTo>
                      <a:pt x="230" y="0"/>
                      <a:pt x="192" y="11"/>
                      <a:pt x="158" y="33"/>
                    </a:cubicBezTo>
                    <a:cubicBezTo>
                      <a:pt x="53" y="85"/>
                      <a:pt x="1" y="201"/>
                      <a:pt x="53" y="316"/>
                    </a:cubicBezTo>
                    <a:cubicBezTo>
                      <a:pt x="92" y="374"/>
                      <a:pt x="155" y="405"/>
                      <a:pt x="219" y="405"/>
                    </a:cubicBezTo>
                    <a:cubicBezTo>
                      <a:pt x="259" y="405"/>
                      <a:pt x="300" y="393"/>
                      <a:pt x="336" y="369"/>
                    </a:cubicBezTo>
                    <a:cubicBezTo>
                      <a:pt x="441" y="316"/>
                      <a:pt x="494" y="201"/>
                      <a:pt x="452" y="96"/>
                    </a:cubicBezTo>
                    <a:cubicBezTo>
                      <a:pt x="411" y="35"/>
                      <a:pt x="340" y="0"/>
                      <a:pt x="26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44"/>
              <p:cNvSpPr/>
              <p:nvPr/>
            </p:nvSpPr>
            <p:spPr>
              <a:xfrm>
                <a:off x="4322118" y="921485"/>
                <a:ext cx="183933" cy="203544"/>
              </a:xfrm>
              <a:custGeom>
                <a:avLst/>
                <a:gdLst/>
                <a:ahLst/>
                <a:cxnLst/>
                <a:rect l="l" t="t" r="r" b="b"/>
                <a:pathLst>
                  <a:path w="1238" h="1370" extrusionOk="0">
                    <a:moveTo>
                      <a:pt x="594" y="0"/>
                    </a:moveTo>
                    <a:cubicBezTo>
                      <a:pt x="564" y="0"/>
                      <a:pt x="534" y="3"/>
                      <a:pt x="503" y="10"/>
                    </a:cubicBezTo>
                    <a:cubicBezTo>
                      <a:pt x="199" y="62"/>
                      <a:pt x="0" y="398"/>
                      <a:pt x="63" y="775"/>
                    </a:cubicBezTo>
                    <a:cubicBezTo>
                      <a:pt x="130" y="1129"/>
                      <a:pt x="380" y="1369"/>
                      <a:pt x="662" y="1369"/>
                    </a:cubicBezTo>
                    <a:cubicBezTo>
                      <a:pt x="689" y="1369"/>
                      <a:pt x="717" y="1367"/>
                      <a:pt x="745" y="1362"/>
                    </a:cubicBezTo>
                    <a:cubicBezTo>
                      <a:pt x="1049" y="1310"/>
                      <a:pt x="1237" y="964"/>
                      <a:pt x="1174" y="586"/>
                    </a:cubicBezTo>
                    <a:cubicBezTo>
                      <a:pt x="1118" y="247"/>
                      <a:pt x="866" y="0"/>
                      <a:pt x="5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6_1_1">
    <p:spTree>
      <p:nvGrpSpPr>
        <p:cNvPr id="1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Google Shape;1398;p46"/>
          <p:cNvSpPr txBox="1">
            <a:spLocks noGrp="1"/>
          </p:cNvSpPr>
          <p:nvPr>
            <p:ph type="title"/>
          </p:nvPr>
        </p:nvSpPr>
        <p:spPr>
          <a:xfrm>
            <a:off x="1387608" y="1896510"/>
            <a:ext cx="3246600" cy="302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399" name="Google Shape;1399;p46"/>
          <p:cNvSpPr txBox="1">
            <a:spLocks noGrp="1"/>
          </p:cNvSpPr>
          <p:nvPr>
            <p:ph type="subTitle" idx="1"/>
          </p:nvPr>
        </p:nvSpPr>
        <p:spPr>
          <a:xfrm>
            <a:off x="1387608" y="2193549"/>
            <a:ext cx="3246600" cy="595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0" name="Google Shape;1400;p46"/>
          <p:cNvSpPr txBox="1">
            <a:spLocks noGrp="1"/>
          </p:cNvSpPr>
          <p:nvPr>
            <p:ph type="title" idx="2"/>
          </p:nvPr>
        </p:nvSpPr>
        <p:spPr>
          <a:xfrm>
            <a:off x="1387608" y="3705798"/>
            <a:ext cx="3246600" cy="301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401" name="Google Shape;1401;p46"/>
          <p:cNvSpPr txBox="1">
            <a:spLocks noGrp="1"/>
          </p:cNvSpPr>
          <p:nvPr>
            <p:ph type="subTitle" idx="3"/>
          </p:nvPr>
        </p:nvSpPr>
        <p:spPr>
          <a:xfrm>
            <a:off x="1387608" y="4012776"/>
            <a:ext cx="3246600" cy="595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2" name="Google Shape;1402;p46"/>
          <p:cNvSpPr txBox="1">
            <a:spLocks noGrp="1"/>
          </p:cNvSpPr>
          <p:nvPr>
            <p:ph type="title" idx="4"/>
          </p:nvPr>
        </p:nvSpPr>
        <p:spPr>
          <a:xfrm>
            <a:off x="4807023" y="1834424"/>
            <a:ext cx="3246600" cy="416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403" name="Google Shape;1403;p46"/>
          <p:cNvSpPr txBox="1">
            <a:spLocks noGrp="1"/>
          </p:cNvSpPr>
          <p:nvPr>
            <p:ph type="subTitle" idx="5"/>
          </p:nvPr>
        </p:nvSpPr>
        <p:spPr>
          <a:xfrm>
            <a:off x="4807023" y="2193549"/>
            <a:ext cx="3246600" cy="595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4" name="Google Shape;1404;p46"/>
          <p:cNvSpPr txBox="1">
            <a:spLocks noGrp="1"/>
          </p:cNvSpPr>
          <p:nvPr>
            <p:ph type="title" idx="6"/>
          </p:nvPr>
        </p:nvSpPr>
        <p:spPr>
          <a:xfrm>
            <a:off x="720000" y="539500"/>
            <a:ext cx="7704000" cy="47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405" name="Google Shape;1405;p46"/>
          <p:cNvGrpSpPr/>
          <p:nvPr/>
        </p:nvGrpSpPr>
        <p:grpSpPr>
          <a:xfrm flipH="1">
            <a:off x="-540119" y="-190500"/>
            <a:ext cx="10224238" cy="5634425"/>
            <a:chOff x="-540125" y="-190500"/>
            <a:chExt cx="10224238" cy="5634425"/>
          </a:xfrm>
        </p:grpSpPr>
        <p:sp>
          <p:nvSpPr>
            <p:cNvPr id="1406" name="Google Shape;1406;p46"/>
            <p:cNvSpPr/>
            <p:nvPr/>
          </p:nvSpPr>
          <p:spPr>
            <a:xfrm>
              <a:off x="8868499" y="258010"/>
              <a:ext cx="274226" cy="5038749"/>
            </a:xfrm>
            <a:custGeom>
              <a:avLst/>
              <a:gdLst/>
              <a:ahLst/>
              <a:cxnLst/>
              <a:rect l="l" t="t" r="r" b="b"/>
              <a:pathLst>
                <a:path w="860" h="38738" extrusionOk="0">
                  <a:moveTo>
                    <a:pt x="0" y="0"/>
                  </a:moveTo>
                  <a:lnTo>
                    <a:pt x="0" y="38737"/>
                  </a:lnTo>
                  <a:lnTo>
                    <a:pt x="860" y="38737"/>
                  </a:lnTo>
                  <a:lnTo>
                    <a:pt x="8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46"/>
            <p:cNvSpPr/>
            <p:nvPr/>
          </p:nvSpPr>
          <p:spPr>
            <a:xfrm>
              <a:off x="100" y="247650"/>
              <a:ext cx="274225" cy="5049014"/>
            </a:xfrm>
            <a:custGeom>
              <a:avLst/>
              <a:gdLst/>
              <a:ahLst/>
              <a:cxnLst/>
              <a:rect l="l" t="t" r="r" b="b"/>
              <a:pathLst>
                <a:path w="850" h="38738" extrusionOk="0">
                  <a:moveTo>
                    <a:pt x="0" y="0"/>
                  </a:moveTo>
                  <a:lnTo>
                    <a:pt x="0" y="38737"/>
                  </a:lnTo>
                  <a:lnTo>
                    <a:pt x="850" y="38737"/>
                  </a:lnTo>
                  <a:lnTo>
                    <a:pt x="85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08" name="Google Shape;1408;p46"/>
            <p:cNvGrpSpPr/>
            <p:nvPr/>
          </p:nvGrpSpPr>
          <p:grpSpPr>
            <a:xfrm>
              <a:off x="243846" y="4810252"/>
              <a:ext cx="8625625" cy="318713"/>
              <a:chOff x="188112" y="4401147"/>
              <a:chExt cx="8663745" cy="305867"/>
            </a:xfrm>
          </p:grpSpPr>
          <p:sp>
            <p:nvSpPr>
              <p:cNvPr id="1409" name="Google Shape;1409;p46"/>
              <p:cNvSpPr/>
              <p:nvPr/>
            </p:nvSpPr>
            <p:spPr>
              <a:xfrm>
                <a:off x="188112" y="4401147"/>
                <a:ext cx="8663745" cy="305867"/>
              </a:xfrm>
              <a:custGeom>
                <a:avLst/>
                <a:gdLst/>
                <a:ahLst/>
                <a:cxnLst/>
                <a:rect l="l" t="t" r="r" b="b"/>
                <a:pathLst>
                  <a:path w="27171" h="3178" extrusionOk="0">
                    <a:moveTo>
                      <a:pt x="1" y="0"/>
                    </a:moveTo>
                    <a:lnTo>
                      <a:pt x="1" y="3177"/>
                    </a:lnTo>
                    <a:lnTo>
                      <a:pt x="27171" y="3177"/>
                    </a:lnTo>
                    <a:lnTo>
                      <a:pt x="2717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46"/>
              <p:cNvSpPr/>
              <p:nvPr/>
            </p:nvSpPr>
            <p:spPr>
              <a:xfrm>
                <a:off x="1201135" y="4401147"/>
                <a:ext cx="6647593" cy="305867"/>
              </a:xfrm>
              <a:custGeom>
                <a:avLst/>
                <a:gdLst/>
                <a:ahLst/>
                <a:cxnLst/>
                <a:rect l="l" t="t" r="r" b="b"/>
                <a:pathLst>
                  <a:path w="20848" h="3178" extrusionOk="0">
                    <a:moveTo>
                      <a:pt x="1" y="0"/>
                    </a:moveTo>
                    <a:lnTo>
                      <a:pt x="378" y="3177"/>
                    </a:lnTo>
                    <a:lnTo>
                      <a:pt x="20470" y="3177"/>
                    </a:lnTo>
                    <a:lnTo>
                      <a:pt x="2084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Google Shape;1411;p46"/>
              <p:cNvSpPr/>
              <p:nvPr/>
            </p:nvSpPr>
            <p:spPr>
              <a:xfrm>
                <a:off x="743887" y="4570540"/>
                <a:ext cx="220332" cy="55630"/>
              </a:xfrm>
              <a:custGeom>
                <a:avLst/>
                <a:gdLst/>
                <a:ahLst/>
                <a:cxnLst/>
                <a:rect l="l" t="t" r="r" b="b"/>
                <a:pathLst>
                  <a:path w="691" h="578" extrusionOk="0">
                    <a:moveTo>
                      <a:pt x="366" y="0"/>
                    </a:moveTo>
                    <a:cubicBezTo>
                      <a:pt x="269" y="0"/>
                      <a:pt x="171" y="48"/>
                      <a:pt x="114" y="149"/>
                    </a:cubicBezTo>
                    <a:cubicBezTo>
                      <a:pt x="1" y="346"/>
                      <a:pt x="150" y="578"/>
                      <a:pt x="356" y="578"/>
                    </a:cubicBezTo>
                    <a:cubicBezTo>
                      <a:pt x="379" y="578"/>
                      <a:pt x="403" y="575"/>
                      <a:pt x="428" y="568"/>
                    </a:cubicBezTo>
                    <a:cubicBezTo>
                      <a:pt x="596" y="526"/>
                      <a:pt x="690" y="358"/>
                      <a:pt x="638" y="201"/>
                    </a:cubicBezTo>
                    <a:cubicBezTo>
                      <a:pt x="598" y="70"/>
                      <a:pt x="483" y="0"/>
                      <a:pt x="36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12" name="Google Shape;1412;p46"/>
            <p:cNvSpPr/>
            <p:nvPr/>
          </p:nvSpPr>
          <p:spPr>
            <a:xfrm>
              <a:off x="14450" y="247294"/>
              <a:ext cx="9120845" cy="206500"/>
            </a:xfrm>
            <a:custGeom>
              <a:avLst/>
              <a:gdLst/>
              <a:ahLst/>
              <a:cxnLst/>
              <a:rect l="l" t="t" r="r" b="b"/>
              <a:pathLst>
                <a:path w="28723" h="798" extrusionOk="0">
                  <a:moveTo>
                    <a:pt x="0" y="0"/>
                  </a:moveTo>
                  <a:lnTo>
                    <a:pt x="0" y="797"/>
                  </a:lnTo>
                  <a:lnTo>
                    <a:pt x="28722" y="797"/>
                  </a:lnTo>
                  <a:lnTo>
                    <a:pt x="2872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46"/>
            <p:cNvSpPr/>
            <p:nvPr/>
          </p:nvSpPr>
          <p:spPr>
            <a:xfrm>
              <a:off x="-134261" y="34637"/>
              <a:ext cx="9409084" cy="261761"/>
            </a:xfrm>
            <a:custGeom>
              <a:avLst/>
              <a:gdLst/>
              <a:ahLst/>
              <a:cxnLst/>
              <a:rect l="l" t="t" r="r" b="b"/>
              <a:pathLst>
                <a:path w="30138" h="1658" extrusionOk="0">
                  <a:moveTo>
                    <a:pt x="902" y="0"/>
                  </a:moveTo>
                  <a:cubicBezTo>
                    <a:pt x="0" y="0"/>
                    <a:pt x="0" y="1657"/>
                    <a:pt x="902" y="1657"/>
                  </a:cubicBezTo>
                  <a:lnTo>
                    <a:pt x="29247" y="1657"/>
                  </a:lnTo>
                  <a:cubicBezTo>
                    <a:pt x="30138" y="1657"/>
                    <a:pt x="30138" y="0"/>
                    <a:pt x="292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46"/>
            <p:cNvSpPr/>
            <p:nvPr/>
          </p:nvSpPr>
          <p:spPr>
            <a:xfrm>
              <a:off x="-540125" y="-190500"/>
              <a:ext cx="10224238" cy="266655"/>
            </a:xfrm>
            <a:custGeom>
              <a:avLst/>
              <a:gdLst/>
              <a:ahLst/>
              <a:cxnLst/>
              <a:rect l="l" t="t" r="r" b="b"/>
              <a:pathLst>
                <a:path w="32749" h="1689" extrusionOk="0">
                  <a:moveTo>
                    <a:pt x="0" y="0"/>
                  </a:moveTo>
                  <a:lnTo>
                    <a:pt x="0" y="315"/>
                  </a:lnTo>
                  <a:lnTo>
                    <a:pt x="902" y="1028"/>
                  </a:lnTo>
                  <a:cubicBezTo>
                    <a:pt x="902" y="1395"/>
                    <a:pt x="1195" y="1688"/>
                    <a:pt x="1562" y="1688"/>
                  </a:cubicBezTo>
                  <a:lnTo>
                    <a:pt x="31186" y="1688"/>
                  </a:lnTo>
                  <a:cubicBezTo>
                    <a:pt x="31553" y="1688"/>
                    <a:pt x="31847" y="1395"/>
                    <a:pt x="31847" y="1028"/>
                  </a:cubicBezTo>
                  <a:lnTo>
                    <a:pt x="32749" y="315"/>
                  </a:lnTo>
                  <a:lnTo>
                    <a:pt x="327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46"/>
            <p:cNvSpPr/>
            <p:nvPr/>
          </p:nvSpPr>
          <p:spPr>
            <a:xfrm>
              <a:off x="-540125" y="-190500"/>
              <a:ext cx="10221116" cy="49731"/>
            </a:xfrm>
            <a:custGeom>
              <a:avLst/>
              <a:gdLst/>
              <a:ahLst/>
              <a:cxnLst/>
              <a:rect l="l" t="t" r="r" b="b"/>
              <a:pathLst>
                <a:path w="32739" h="315" extrusionOk="0">
                  <a:moveTo>
                    <a:pt x="0" y="0"/>
                  </a:moveTo>
                  <a:lnTo>
                    <a:pt x="0" y="315"/>
                  </a:lnTo>
                  <a:lnTo>
                    <a:pt x="32738" y="315"/>
                  </a:lnTo>
                  <a:lnTo>
                    <a:pt x="3273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46"/>
            <p:cNvSpPr/>
            <p:nvPr/>
          </p:nvSpPr>
          <p:spPr>
            <a:xfrm>
              <a:off x="710332" y="194931"/>
              <a:ext cx="3444951" cy="99841"/>
            </a:xfrm>
            <a:custGeom>
              <a:avLst/>
              <a:gdLst/>
              <a:ahLst/>
              <a:cxnLst/>
              <a:rect l="l" t="t" r="r" b="b"/>
              <a:pathLst>
                <a:path w="23187" h="672" extrusionOk="0">
                  <a:moveTo>
                    <a:pt x="441" y="0"/>
                  </a:moveTo>
                  <a:cubicBezTo>
                    <a:pt x="231" y="11"/>
                    <a:pt x="64" y="147"/>
                    <a:pt x="1" y="336"/>
                  </a:cubicBezTo>
                  <a:cubicBezTo>
                    <a:pt x="64" y="535"/>
                    <a:pt x="231" y="672"/>
                    <a:pt x="441" y="672"/>
                  </a:cubicBezTo>
                  <a:lnTo>
                    <a:pt x="22746" y="672"/>
                  </a:lnTo>
                  <a:cubicBezTo>
                    <a:pt x="22945" y="672"/>
                    <a:pt x="23123" y="535"/>
                    <a:pt x="23186" y="336"/>
                  </a:cubicBezTo>
                  <a:cubicBezTo>
                    <a:pt x="23123" y="147"/>
                    <a:pt x="22945" y="11"/>
                    <a:pt x="22746" y="0"/>
                  </a:cubicBezTo>
                  <a:close/>
                </a:path>
              </a:pathLst>
            </a:custGeom>
            <a:solidFill>
              <a:srgbClr val="FFFCF7">
                <a:alpha val="19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46"/>
            <p:cNvSpPr/>
            <p:nvPr/>
          </p:nvSpPr>
          <p:spPr>
            <a:xfrm>
              <a:off x="-340627" y="-59775"/>
              <a:ext cx="9821812" cy="34891"/>
            </a:xfrm>
            <a:custGeom>
              <a:avLst/>
              <a:gdLst/>
              <a:ahLst/>
              <a:cxnLst/>
              <a:rect l="l" t="t" r="r" b="b"/>
              <a:pathLst>
                <a:path w="31460" h="221" extrusionOk="0">
                  <a:moveTo>
                    <a:pt x="1" y="0"/>
                  </a:moveTo>
                  <a:lnTo>
                    <a:pt x="263" y="200"/>
                  </a:lnTo>
                  <a:lnTo>
                    <a:pt x="263" y="221"/>
                  </a:lnTo>
                  <a:lnTo>
                    <a:pt x="31208" y="221"/>
                  </a:lnTo>
                  <a:lnTo>
                    <a:pt x="31208" y="200"/>
                  </a:lnTo>
                  <a:lnTo>
                    <a:pt x="3146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46"/>
            <p:cNvSpPr/>
            <p:nvPr/>
          </p:nvSpPr>
          <p:spPr>
            <a:xfrm>
              <a:off x="-157810" y="5125200"/>
              <a:ext cx="9437035" cy="206502"/>
            </a:xfrm>
            <a:custGeom>
              <a:avLst/>
              <a:gdLst/>
              <a:ahLst/>
              <a:cxnLst/>
              <a:rect l="l" t="t" r="r" b="b"/>
              <a:pathLst>
                <a:path w="30842" h="1312" extrusionOk="0">
                  <a:moveTo>
                    <a:pt x="882" y="0"/>
                  </a:moveTo>
                  <a:cubicBezTo>
                    <a:pt x="1" y="0"/>
                    <a:pt x="1" y="1311"/>
                    <a:pt x="882" y="1311"/>
                  </a:cubicBezTo>
                  <a:lnTo>
                    <a:pt x="30191" y="1311"/>
                  </a:lnTo>
                  <a:cubicBezTo>
                    <a:pt x="30548" y="1311"/>
                    <a:pt x="30841" y="1018"/>
                    <a:pt x="30841" y="651"/>
                  </a:cubicBezTo>
                  <a:cubicBezTo>
                    <a:pt x="30841" y="294"/>
                    <a:pt x="30548" y="0"/>
                    <a:pt x="301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46"/>
            <p:cNvSpPr/>
            <p:nvPr/>
          </p:nvSpPr>
          <p:spPr>
            <a:xfrm>
              <a:off x="-369550" y="5296761"/>
              <a:ext cx="9889274" cy="147164"/>
            </a:xfrm>
            <a:custGeom>
              <a:avLst/>
              <a:gdLst/>
              <a:ahLst/>
              <a:cxnLst/>
              <a:rect l="l" t="t" r="r" b="b"/>
              <a:pathLst>
                <a:path w="32320" h="935" extrusionOk="0">
                  <a:moveTo>
                    <a:pt x="945" y="1"/>
                  </a:moveTo>
                  <a:cubicBezTo>
                    <a:pt x="420" y="1"/>
                    <a:pt x="1" y="420"/>
                    <a:pt x="1" y="934"/>
                  </a:cubicBezTo>
                  <a:lnTo>
                    <a:pt x="32320" y="934"/>
                  </a:lnTo>
                  <a:cubicBezTo>
                    <a:pt x="32320" y="420"/>
                    <a:pt x="31900" y="1"/>
                    <a:pt x="313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46"/>
            <p:cNvSpPr/>
            <p:nvPr/>
          </p:nvSpPr>
          <p:spPr>
            <a:xfrm>
              <a:off x="1170769" y="5296761"/>
              <a:ext cx="3603526" cy="147164"/>
            </a:xfrm>
            <a:custGeom>
              <a:avLst/>
              <a:gdLst/>
              <a:ahLst/>
              <a:cxnLst/>
              <a:rect l="l" t="t" r="r" b="b"/>
              <a:pathLst>
                <a:path w="11777" h="935" extrusionOk="0">
                  <a:moveTo>
                    <a:pt x="11758" y="1"/>
                  </a:moveTo>
                  <a:cubicBezTo>
                    <a:pt x="11752" y="1"/>
                    <a:pt x="11746" y="1"/>
                    <a:pt x="11739" y="1"/>
                  </a:cubicBezTo>
                  <a:lnTo>
                    <a:pt x="11776" y="1"/>
                  </a:lnTo>
                  <a:cubicBezTo>
                    <a:pt x="11770" y="1"/>
                    <a:pt x="11764" y="1"/>
                    <a:pt x="11758" y="1"/>
                  </a:cubicBezTo>
                  <a:close/>
                  <a:moveTo>
                    <a:pt x="758" y="1"/>
                  </a:moveTo>
                  <a:cubicBezTo>
                    <a:pt x="336" y="1"/>
                    <a:pt x="0" y="353"/>
                    <a:pt x="0" y="777"/>
                  </a:cubicBezTo>
                  <a:lnTo>
                    <a:pt x="0" y="934"/>
                  </a:lnTo>
                  <a:lnTo>
                    <a:pt x="11000" y="934"/>
                  </a:lnTo>
                  <a:lnTo>
                    <a:pt x="11000" y="777"/>
                  </a:lnTo>
                  <a:cubicBezTo>
                    <a:pt x="11000" y="359"/>
                    <a:pt x="11327" y="11"/>
                    <a:pt x="11739" y="1"/>
                  </a:cubicBezTo>
                  <a:lnTo>
                    <a:pt x="776" y="1"/>
                  </a:lnTo>
                  <a:cubicBezTo>
                    <a:pt x="770" y="1"/>
                    <a:pt x="764" y="1"/>
                    <a:pt x="758" y="1"/>
                  </a:cubicBezTo>
                  <a:close/>
                </a:path>
              </a:pathLst>
            </a:custGeom>
            <a:solidFill>
              <a:srgbClr val="FFFCF7">
                <a:alpha val="19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46"/>
            <p:cNvSpPr/>
            <p:nvPr/>
          </p:nvSpPr>
          <p:spPr>
            <a:xfrm>
              <a:off x="5524907" y="5296761"/>
              <a:ext cx="1854851" cy="147164"/>
            </a:xfrm>
            <a:custGeom>
              <a:avLst/>
              <a:gdLst/>
              <a:ahLst/>
              <a:cxnLst/>
              <a:rect l="l" t="t" r="r" b="b"/>
              <a:pathLst>
                <a:path w="6062" h="935" extrusionOk="0">
                  <a:moveTo>
                    <a:pt x="776" y="1"/>
                  </a:moveTo>
                  <a:cubicBezTo>
                    <a:pt x="346" y="1"/>
                    <a:pt x="0" y="347"/>
                    <a:pt x="0" y="777"/>
                  </a:cubicBezTo>
                  <a:lnTo>
                    <a:pt x="0" y="934"/>
                  </a:lnTo>
                  <a:lnTo>
                    <a:pt x="5296" y="934"/>
                  </a:lnTo>
                  <a:lnTo>
                    <a:pt x="5296" y="777"/>
                  </a:lnTo>
                  <a:cubicBezTo>
                    <a:pt x="5296" y="347"/>
                    <a:pt x="5631" y="1"/>
                    <a:pt x="6061" y="1"/>
                  </a:cubicBezTo>
                  <a:close/>
                </a:path>
              </a:pathLst>
            </a:custGeom>
            <a:solidFill>
              <a:srgbClr val="FFFCF7">
                <a:alpha val="19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22" name="Google Shape;1422;p46"/>
            <p:cNvGrpSpPr/>
            <p:nvPr/>
          </p:nvGrpSpPr>
          <p:grpSpPr>
            <a:xfrm>
              <a:off x="-10709" y="263403"/>
              <a:ext cx="448838" cy="860613"/>
              <a:chOff x="561117" y="628348"/>
              <a:chExt cx="448838" cy="855480"/>
            </a:xfrm>
          </p:grpSpPr>
          <p:sp>
            <p:nvSpPr>
              <p:cNvPr id="1423" name="Google Shape;1423;p46"/>
              <p:cNvSpPr/>
              <p:nvPr/>
            </p:nvSpPr>
            <p:spPr>
              <a:xfrm>
                <a:off x="561117" y="628348"/>
                <a:ext cx="448838" cy="85548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5758" extrusionOk="0">
                    <a:moveTo>
                      <a:pt x="3020" y="1"/>
                    </a:moveTo>
                    <a:lnTo>
                      <a:pt x="0" y="11"/>
                    </a:lnTo>
                    <a:lnTo>
                      <a:pt x="73" y="5758"/>
                    </a:lnTo>
                    <a:lnTo>
                      <a:pt x="1321" y="5758"/>
                    </a:lnTo>
                    <a:lnTo>
                      <a:pt x="1321" y="5422"/>
                    </a:lnTo>
                    <a:cubicBezTo>
                      <a:pt x="944" y="5422"/>
                      <a:pt x="828" y="4174"/>
                      <a:pt x="1573" y="4174"/>
                    </a:cubicBezTo>
                    <a:lnTo>
                      <a:pt x="1573" y="3723"/>
                    </a:lnTo>
                    <a:cubicBezTo>
                      <a:pt x="1825" y="3723"/>
                      <a:pt x="2380" y="3335"/>
                      <a:pt x="2380" y="2528"/>
                    </a:cubicBezTo>
                    <a:cubicBezTo>
                      <a:pt x="2380" y="2213"/>
                      <a:pt x="2318" y="2056"/>
                      <a:pt x="2244" y="1972"/>
                    </a:cubicBezTo>
                    <a:cubicBezTo>
                      <a:pt x="2108" y="1826"/>
                      <a:pt x="2189" y="1526"/>
                      <a:pt x="2344" y="1526"/>
                    </a:cubicBezTo>
                    <a:cubicBezTo>
                      <a:pt x="2355" y="1526"/>
                      <a:pt x="2368" y="1528"/>
                      <a:pt x="2380" y="1532"/>
                    </a:cubicBezTo>
                    <a:lnTo>
                      <a:pt x="2391" y="1532"/>
                    </a:lnTo>
                    <a:cubicBezTo>
                      <a:pt x="2437" y="1552"/>
                      <a:pt x="2485" y="1562"/>
                      <a:pt x="2532" y="1562"/>
                    </a:cubicBezTo>
                    <a:cubicBezTo>
                      <a:pt x="2701" y="1562"/>
                      <a:pt x="2861" y="1439"/>
                      <a:pt x="2894" y="1259"/>
                    </a:cubicBezTo>
                    <a:cubicBezTo>
                      <a:pt x="2914" y="1122"/>
                      <a:pt x="2888" y="867"/>
                      <a:pt x="2714" y="867"/>
                    </a:cubicBezTo>
                    <a:cubicBezTo>
                      <a:pt x="2702" y="867"/>
                      <a:pt x="2688" y="868"/>
                      <a:pt x="2674" y="871"/>
                    </a:cubicBezTo>
                    <a:lnTo>
                      <a:pt x="2674" y="703"/>
                    </a:lnTo>
                    <a:cubicBezTo>
                      <a:pt x="2863" y="703"/>
                      <a:pt x="3020" y="546"/>
                      <a:pt x="3020" y="357"/>
                    </a:cubicBez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46"/>
              <p:cNvSpPr/>
              <p:nvPr/>
            </p:nvSpPr>
            <p:spPr>
              <a:xfrm>
                <a:off x="694982" y="920890"/>
                <a:ext cx="187201" cy="203396"/>
              </a:xfrm>
              <a:custGeom>
                <a:avLst/>
                <a:gdLst/>
                <a:ahLst/>
                <a:cxnLst/>
                <a:rect l="l" t="t" r="r" b="b"/>
                <a:pathLst>
                  <a:path w="1260" h="1369" extrusionOk="0">
                    <a:moveTo>
                      <a:pt x="673" y="1"/>
                    </a:moveTo>
                    <a:cubicBezTo>
                      <a:pt x="413" y="1"/>
                      <a:pt x="159" y="235"/>
                      <a:pt x="85" y="559"/>
                    </a:cubicBezTo>
                    <a:cubicBezTo>
                      <a:pt x="1" y="926"/>
                      <a:pt x="179" y="1283"/>
                      <a:pt x="473" y="1356"/>
                    </a:cubicBezTo>
                    <a:cubicBezTo>
                      <a:pt x="508" y="1365"/>
                      <a:pt x="544" y="1369"/>
                      <a:pt x="580" y="1369"/>
                    </a:cubicBezTo>
                    <a:cubicBezTo>
                      <a:pt x="848" y="1369"/>
                      <a:pt x="1101" y="1135"/>
                      <a:pt x="1175" y="811"/>
                    </a:cubicBezTo>
                    <a:cubicBezTo>
                      <a:pt x="1259" y="433"/>
                      <a:pt x="1081" y="77"/>
                      <a:pt x="777" y="14"/>
                    </a:cubicBezTo>
                    <a:cubicBezTo>
                      <a:pt x="742" y="5"/>
                      <a:pt x="708" y="1"/>
                      <a:pt x="67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46"/>
              <p:cNvSpPr/>
              <p:nvPr/>
            </p:nvSpPr>
            <p:spPr>
              <a:xfrm>
                <a:off x="886642" y="773654"/>
                <a:ext cx="70572" cy="56606"/>
              </a:xfrm>
              <a:custGeom>
                <a:avLst/>
                <a:gdLst/>
                <a:ahLst/>
                <a:cxnLst/>
                <a:rect l="l" t="t" r="r" b="b"/>
                <a:pathLst>
                  <a:path w="475" h="381" extrusionOk="0">
                    <a:moveTo>
                      <a:pt x="229" y="0"/>
                    </a:moveTo>
                    <a:cubicBezTo>
                      <a:pt x="151" y="0"/>
                      <a:pt x="70" y="39"/>
                      <a:pt x="22" y="124"/>
                    </a:cubicBezTo>
                    <a:cubicBezTo>
                      <a:pt x="1" y="239"/>
                      <a:pt x="85" y="344"/>
                      <a:pt x="189" y="365"/>
                    </a:cubicBezTo>
                    <a:cubicBezTo>
                      <a:pt x="219" y="376"/>
                      <a:pt x="248" y="381"/>
                      <a:pt x="276" y="381"/>
                    </a:cubicBezTo>
                    <a:cubicBezTo>
                      <a:pt x="359" y="381"/>
                      <a:pt x="431" y="336"/>
                      <a:pt x="462" y="250"/>
                    </a:cubicBezTo>
                    <a:cubicBezTo>
                      <a:pt x="475" y="96"/>
                      <a:pt x="354" y="0"/>
                      <a:pt x="22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26" name="Google Shape;1426;p46"/>
            <p:cNvGrpSpPr/>
            <p:nvPr/>
          </p:nvGrpSpPr>
          <p:grpSpPr>
            <a:xfrm>
              <a:off x="8694552" y="263386"/>
              <a:ext cx="448838" cy="855480"/>
              <a:chOff x="4189590" y="628348"/>
              <a:chExt cx="448838" cy="855480"/>
            </a:xfrm>
          </p:grpSpPr>
          <p:sp>
            <p:nvSpPr>
              <p:cNvPr id="1427" name="Google Shape;1427;p46"/>
              <p:cNvSpPr/>
              <p:nvPr/>
            </p:nvSpPr>
            <p:spPr>
              <a:xfrm>
                <a:off x="4189590" y="628348"/>
                <a:ext cx="448838" cy="85548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5758" extrusionOk="0">
                    <a:moveTo>
                      <a:pt x="1" y="1"/>
                    </a:moveTo>
                    <a:lnTo>
                      <a:pt x="1" y="357"/>
                    </a:lnTo>
                    <a:cubicBezTo>
                      <a:pt x="1" y="546"/>
                      <a:pt x="148" y="703"/>
                      <a:pt x="336" y="703"/>
                    </a:cubicBezTo>
                    <a:lnTo>
                      <a:pt x="336" y="871"/>
                    </a:lnTo>
                    <a:cubicBezTo>
                      <a:pt x="323" y="868"/>
                      <a:pt x="310" y="867"/>
                      <a:pt x="298" y="867"/>
                    </a:cubicBezTo>
                    <a:cubicBezTo>
                      <a:pt x="132" y="867"/>
                      <a:pt x="97" y="1122"/>
                      <a:pt x="127" y="1259"/>
                    </a:cubicBezTo>
                    <a:cubicBezTo>
                      <a:pt x="151" y="1439"/>
                      <a:pt x="310" y="1562"/>
                      <a:pt x="484" y="1562"/>
                    </a:cubicBezTo>
                    <a:cubicBezTo>
                      <a:pt x="532" y="1562"/>
                      <a:pt x="582" y="1552"/>
                      <a:pt x="630" y="1532"/>
                    </a:cubicBezTo>
                    <a:lnTo>
                      <a:pt x="640" y="1532"/>
                    </a:lnTo>
                    <a:cubicBezTo>
                      <a:pt x="652" y="1528"/>
                      <a:pt x="664" y="1526"/>
                      <a:pt x="675" y="1526"/>
                    </a:cubicBezTo>
                    <a:cubicBezTo>
                      <a:pt x="822" y="1526"/>
                      <a:pt x="903" y="1826"/>
                      <a:pt x="777" y="1972"/>
                    </a:cubicBezTo>
                    <a:cubicBezTo>
                      <a:pt x="703" y="2056"/>
                      <a:pt x="640" y="2213"/>
                      <a:pt x="640" y="2528"/>
                    </a:cubicBezTo>
                    <a:cubicBezTo>
                      <a:pt x="640" y="3335"/>
                      <a:pt x="1196" y="3723"/>
                      <a:pt x="1448" y="3723"/>
                    </a:cubicBezTo>
                    <a:lnTo>
                      <a:pt x="1448" y="4174"/>
                    </a:lnTo>
                    <a:cubicBezTo>
                      <a:pt x="2192" y="4174"/>
                      <a:pt x="2077" y="5422"/>
                      <a:pt x="1699" y="5422"/>
                    </a:cubicBezTo>
                    <a:lnTo>
                      <a:pt x="1699" y="5758"/>
                    </a:lnTo>
                    <a:lnTo>
                      <a:pt x="2947" y="5758"/>
                    </a:lnTo>
                    <a:lnTo>
                      <a:pt x="3021" y="1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Google Shape;1428;p46"/>
              <p:cNvSpPr/>
              <p:nvPr/>
            </p:nvSpPr>
            <p:spPr>
              <a:xfrm>
                <a:off x="4231636" y="771574"/>
                <a:ext cx="73395" cy="60172"/>
              </a:xfrm>
              <a:custGeom>
                <a:avLst/>
                <a:gdLst/>
                <a:ahLst/>
                <a:cxnLst/>
                <a:rect l="l" t="t" r="r" b="b"/>
                <a:pathLst>
                  <a:path w="494" h="405" extrusionOk="0">
                    <a:moveTo>
                      <a:pt x="269" y="0"/>
                    </a:moveTo>
                    <a:cubicBezTo>
                      <a:pt x="230" y="0"/>
                      <a:pt x="192" y="11"/>
                      <a:pt x="158" y="33"/>
                    </a:cubicBezTo>
                    <a:cubicBezTo>
                      <a:pt x="53" y="85"/>
                      <a:pt x="1" y="201"/>
                      <a:pt x="53" y="316"/>
                    </a:cubicBezTo>
                    <a:cubicBezTo>
                      <a:pt x="92" y="374"/>
                      <a:pt x="155" y="405"/>
                      <a:pt x="219" y="405"/>
                    </a:cubicBezTo>
                    <a:cubicBezTo>
                      <a:pt x="259" y="405"/>
                      <a:pt x="300" y="393"/>
                      <a:pt x="336" y="369"/>
                    </a:cubicBezTo>
                    <a:cubicBezTo>
                      <a:pt x="441" y="316"/>
                      <a:pt x="494" y="201"/>
                      <a:pt x="452" y="96"/>
                    </a:cubicBezTo>
                    <a:cubicBezTo>
                      <a:pt x="411" y="35"/>
                      <a:pt x="340" y="0"/>
                      <a:pt x="26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Google Shape;1429;p46"/>
              <p:cNvSpPr/>
              <p:nvPr/>
            </p:nvSpPr>
            <p:spPr>
              <a:xfrm>
                <a:off x="4322118" y="921485"/>
                <a:ext cx="183933" cy="203544"/>
              </a:xfrm>
              <a:custGeom>
                <a:avLst/>
                <a:gdLst/>
                <a:ahLst/>
                <a:cxnLst/>
                <a:rect l="l" t="t" r="r" b="b"/>
                <a:pathLst>
                  <a:path w="1238" h="1370" extrusionOk="0">
                    <a:moveTo>
                      <a:pt x="594" y="0"/>
                    </a:moveTo>
                    <a:cubicBezTo>
                      <a:pt x="564" y="0"/>
                      <a:pt x="534" y="3"/>
                      <a:pt x="503" y="10"/>
                    </a:cubicBezTo>
                    <a:cubicBezTo>
                      <a:pt x="199" y="62"/>
                      <a:pt x="0" y="398"/>
                      <a:pt x="63" y="775"/>
                    </a:cubicBezTo>
                    <a:cubicBezTo>
                      <a:pt x="130" y="1129"/>
                      <a:pt x="380" y="1369"/>
                      <a:pt x="662" y="1369"/>
                    </a:cubicBezTo>
                    <a:cubicBezTo>
                      <a:pt x="689" y="1369"/>
                      <a:pt x="717" y="1367"/>
                      <a:pt x="745" y="1362"/>
                    </a:cubicBezTo>
                    <a:cubicBezTo>
                      <a:pt x="1049" y="1310"/>
                      <a:pt x="1237" y="964"/>
                      <a:pt x="1174" y="586"/>
                    </a:cubicBezTo>
                    <a:cubicBezTo>
                      <a:pt x="1118" y="247"/>
                      <a:pt x="866" y="0"/>
                      <a:pt x="5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8" name="Google Shape;1658;p53"/>
          <p:cNvGrpSpPr/>
          <p:nvPr/>
        </p:nvGrpSpPr>
        <p:grpSpPr>
          <a:xfrm>
            <a:off x="-540125" y="-190500"/>
            <a:ext cx="10224238" cy="5634425"/>
            <a:chOff x="-540125" y="-190500"/>
            <a:chExt cx="10224238" cy="5634425"/>
          </a:xfrm>
        </p:grpSpPr>
        <p:grpSp>
          <p:nvGrpSpPr>
            <p:cNvPr id="1659" name="Google Shape;1659;p53"/>
            <p:cNvGrpSpPr/>
            <p:nvPr/>
          </p:nvGrpSpPr>
          <p:grpSpPr>
            <a:xfrm>
              <a:off x="-540125" y="-190500"/>
              <a:ext cx="10224238" cy="5634425"/>
              <a:chOff x="-540125" y="-190500"/>
              <a:chExt cx="10224238" cy="5634425"/>
            </a:xfrm>
          </p:grpSpPr>
          <p:grpSp>
            <p:nvGrpSpPr>
              <p:cNvPr id="1660" name="Google Shape;1660;p53"/>
              <p:cNvGrpSpPr/>
              <p:nvPr/>
            </p:nvGrpSpPr>
            <p:grpSpPr>
              <a:xfrm>
                <a:off x="123156" y="409580"/>
                <a:ext cx="262232" cy="352736"/>
                <a:chOff x="694982" y="773654"/>
                <a:chExt cx="262232" cy="350632"/>
              </a:xfrm>
            </p:grpSpPr>
            <p:sp>
              <p:nvSpPr>
                <p:cNvPr id="1661" name="Google Shape;1661;p53"/>
                <p:cNvSpPr/>
                <p:nvPr/>
              </p:nvSpPr>
              <p:spPr>
                <a:xfrm>
                  <a:off x="694982" y="920890"/>
                  <a:ext cx="187201" cy="2033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0" h="1369" extrusionOk="0">
                      <a:moveTo>
                        <a:pt x="673" y="1"/>
                      </a:moveTo>
                      <a:cubicBezTo>
                        <a:pt x="413" y="1"/>
                        <a:pt x="159" y="235"/>
                        <a:pt x="85" y="559"/>
                      </a:cubicBezTo>
                      <a:cubicBezTo>
                        <a:pt x="1" y="926"/>
                        <a:pt x="179" y="1283"/>
                        <a:pt x="473" y="1356"/>
                      </a:cubicBezTo>
                      <a:cubicBezTo>
                        <a:pt x="508" y="1365"/>
                        <a:pt x="544" y="1369"/>
                        <a:pt x="580" y="1369"/>
                      </a:cubicBezTo>
                      <a:cubicBezTo>
                        <a:pt x="848" y="1369"/>
                        <a:pt x="1101" y="1135"/>
                        <a:pt x="1175" y="811"/>
                      </a:cubicBezTo>
                      <a:cubicBezTo>
                        <a:pt x="1259" y="433"/>
                        <a:pt x="1081" y="77"/>
                        <a:pt x="777" y="14"/>
                      </a:cubicBezTo>
                      <a:cubicBezTo>
                        <a:pt x="742" y="5"/>
                        <a:pt x="708" y="1"/>
                        <a:pt x="673" y="1"/>
                      </a:cubicBezTo>
                      <a:close/>
                    </a:path>
                  </a:pathLst>
                </a:custGeom>
                <a:solidFill>
                  <a:srgbClr val="FFFCF7">
                    <a:alpha val="1955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62" name="Google Shape;1662;p53"/>
                <p:cNvSpPr/>
                <p:nvPr/>
              </p:nvSpPr>
              <p:spPr>
                <a:xfrm>
                  <a:off x="886642" y="773654"/>
                  <a:ext cx="70572" cy="56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5" h="381" extrusionOk="0">
                      <a:moveTo>
                        <a:pt x="229" y="0"/>
                      </a:moveTo>
                      <a:cubicBezTo>
                        <a:pt x="151" y="0"/>
                        <a:pt x="70" y="39"/>
                        <a:pt x="22" y="124"/>
                      </a:cubicBezTo>
                      <a:cubicBezTo>
                        <a:pt x="1" y="239"/>
                        <a:pt x="85" y="344"/>
                        <a:pt x="189" y="365"/>
                      </a:cubicBezTo>
                      <a:cubicBezTo>
                        <a:pt x="219" y="376"/>
                        <a:pt x="248" y="381"/>
                        <a:pt x="276" y="381"/>
                      </a:cubicBezTo>
                      <a:cubicBezTo>
                        <a:pt x="359" y="381"/>
                        <a:pt x="431" y="336"/>
                        <a:pt x="462" y="250"/>
                      </a:cubicBezTo>
                      <a:cubicBezTo>
                        <a:pt x="475" y="96"/>
                        <a:pt x="354" y="0"/>
                        <a:pt x="22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663" name="Google Shape;1663;p53"/>
              <p:cNvGrpSpPr/>
              <p:nvPr/>
            </p:nvGrpSpPr>
            <p:grpSpPr>
              <a:xfrm>
                <a:off x="-540125" y="-190500"/>
                <a:ext cx="10224238" cy="5634425"/>
                <a:chOff x="-540125" y="-190500"/>
                <a:chExt cx="10224238" cy="5634425"/>
              </a:xfrm>
            </p:grpSpPr>
            <p:grpSp>
              <p:nvGrpSpPr>
                <p:cNvPr id="1664" name="Google Shape;1664;p53"/>
                <p:cNvGrpSpPr/>
                <p:nvPr/>
              </p:nvGrpSpPr>
              <p:grpSpPr>
                <a:xfrm>
                  <a:off x="123150" y="4810250"/>
                  <a:ext cx="9020846" cy="318721"/>
                  <a:chOff x="66882" y="4401145"/>
                  <a:chExt cx="9060713" cy="305875"/>
                </a:xfrm>
              </p:grpSpPr>
              <p:sp>
                <p:nvSpPr>
                  <p:cNvPr id="1665" name="Google Shape;1665;p53"/>
                  <p:cNvSpPr/>
                  <p:nvPr/>
                </p:nvSpPr>
                <p:spPr>
                  <a:xfrm>
                    <a:off x="66882" y="4401145"/>
                    <a:ext cx="9060713" cy="3058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71" h="3178" extrusionOk="0">
                        <a:moveTo>
                          <a:pt x="1" y="0"/>
                        </a:moveTo>
                        <a:lnTo>
                          <a:pt x="1" y="3177"/>
                        </a:lnTo>
                        <a:lnTo>
                          <a:pt x="27171" y="3177"/>
                        </a:lnTo>
                        <a:lnTo>
                          <a:pt x="27171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66" name="Google Shape;1666;p53"/>
                  <p:cNvSpPr/>
                  <p:nvPr/>
                </p:nvSpPr>
                <p:spPr>
                  <a:xfrm>
                    <a:off x="1201135" y="4401147"/>
                    <a:ext cx="6647593" cy="3058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848" h="3178" extrusionOk="0">
                        <a:moveTo>
                          <a:pt x="1" y="0"/>
                        </a:moveTo>
                        <a:lnTo>
                          <a:pt x="378" y="3177"/>
                        </a:lnTo>
                        <a:lnTo>
                          <a:pt x="20470" y="3177"/>
                        </a:lnTo>
                        <a:lnTo>
                          <a:pt x="20848" y="0"/>
                        </a:lnTo>
                        <a:close/>
                      </a:path>
                    </a:pathLst>
                  </a:custGeom>
                  <a:solidFill>
                    <a:srgbClr val="FFFCF7">
                      <a:alpha val="1955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67" name="Google Shape;1667;p53"/>
                  <p:cNvSpPr/>
                  <p:nvPr/>
                </p:nvSpPr>
                <p:spPr>
                  <a:xfrm>
                    <a:off x="743887" y="4570540"/>
                    <a:ext cx="220332" cy="556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1" h="578" extrusionOk="0">
                        <a:moveTo>
                          <a:pt x="366" y="0"/>
                        </a:moveTo>
                        <a:cubicBezTo>
                          <a:pt x="269" y="0"/>
                          <a:pt x="171" y="48"/>
                          <a:pt x="114" y="149"/>
                        </a:cubicBezTo>
                        <a:cubicBezTo>
                          <a:pt x="1" y="346"/>
                          <a:pt x="150" y="578"/>
                          <a:pt x="356" y="578"/>
                        </a:cubicBezTo>
                        <a:cubicBezTo>
                          <a:pt x="379" y="578"/>
                          <a:pt x="403" y="575"/>
                          <a:pt x="428" y="568"/>
                        </a:cubicBezTo>
                        <a:cubicBezTo>
                          <a:pt x="596" y="526"/>
                          <a:pt x="690" y="358"/>
                          <a:pt x="638" y="201"/>
                        </a:cubicBezTo>
                        <a:cubicBezTo>
                          <a:pt x="598" y="70"/>
                          <a:pt x="483" y="0"/>
                          <a:pt x="366" y="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668" name="Google Shape;1668;p53"/>
                <p:cNvSpPr/>
                <p:nvPr/>
              </p:nvSpPr>
              <p:spPr>
                <a:xfrm>
                  <a:off x="-134261" y="34637"/>
                  <a:ext cx="9409084" cy="2617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138" h="1658" extrusionOk="0">
                      <a:moveTo>
                        <a:pt x="902" y="0"/>
                      </a:moveTo>
                      <a:cubicBezTo>
                        <a:pt x="0" y="0"/>
                        <a:pt x="0" y="1657"/>
                        <a:pt x="902" y="1657"/>
                      </a:cubicBezTo>
                      <a:lnTo>
                        <a:pt x="29247" y="1657"/>
                      </a:lnTo>
                      <a:cubicBezTo>
                        <a:pt x="30138" y="1657"/>
                        <a:pt x="30138" y="0"/>
                        <a:pt x="2924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69" name="Google Shape;1669;p53"/>
                <p:cNvSpPr/>
                <p:nvPr/>
              </p:nvSpPr>
              <p:spPr>
                <a:xfrm>
                  <a:off x="-540125" y="-190500"/>
                  <a:ext cx="10224238" cy="2666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749" h="1689" extrusionOk="0">
                      <a:moveTo>
                        <a:pt x="0" y="0"/>
                      </a:moveTo>
                      <a:lnTo>
                        <a:pt x="0" y="315"/>
                      </a:lnTo>
                      <a:lnTo>
                        <a:pt x="902" y="1028"/>
                      </a:lnTo>
                      <a:cubicBezTo>
                        <a:pt x="902" y="1395"/>
                        <a:pt x="1195" y="1688"/>
                        <a:pt x="1562" y="1688"/>
                      </a:cubicBezTo>
                      <a:lnTo>
                        <a:pt x="31186" y="1688"/>
                      </a:lnTo>
                      <a:cubicBezTo>
                        <a:pt x="31553" y="1688"/>
                        <a:pt x="31847" y="1395"/>
                        <a:pt x="31847" y="1028"/>
                      </a:cubicBezTo>
                      <a:lnTo>
                        <a:pt x="32749" y="315"/>
                      </a:lnTo>
                      <a:lnTo>
                        <a:pt x="32749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70" name="Google Shape;1670;p53"/>
                <p:cNvSpPr/>
                <p:nvPr/>
              </p:nvSpPr>
              <p:spPr>
                <a:xfrm>
                  <a:off x="-540125" y="-190500"/>
                  <a:ext cx="10221116" cy="497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739" h="315" extrusionOk="0">
                      <a:moveTo>
                        <a:pt x="0" y="0"/>
                      </a:moveTo>
                      <a:lnTo>
                        <a:pt x="0" y="315"/>
                      </a:lnTo>
                      <a:lnTo>
                        <a:pt x="32738" y="315"/>
                      </a:lnTo>
                      <a:lnTo>
                        <a:pt x="32738" y="0"/>
                      </a:lnTo>
                      <a:close/>
                    </a:path>
                  </a:pathLst>
                </a:custGeom>
                <a:solidFill>
                  <a:schemeClr val="hlink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71" name="Google Shape;1671;p53"/>
                <p:cNvSpPr/>
                <p:nvPr/>
              </p:nvSpPr>
              <p:spPr>
                <a:xfrm>
                  <a:off x="713232" y="111806"/>
                  <a:ext cx="3444951" cy="998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87" h="672" extrusionOk="0">
                      <a:moveTo>
                        <a:pt x="441" y="0"/>
                      </a:moveTo>
                      <a:cubicBezTo>
                        <a:pt x="231" y="11"/>
                        <a:pt x="64" y="147"/>
                        <a:pt x="1" y="336"/>
                      </a:cubicBezTo>
                      <a:cubicBezTo>
                        <a:pt x="64" y="535"/>
                        <a:pt x="231" y="672"/>
                        <a:pt x="441" y="672"/>
                      </a:cubicBezTo>
                      <a:lnTo>
                        <a:pt x="22746" y="672"/>
                      </a:lnTo>
                      <a:cubicBezTo>
                        <a:pt x="22945" y="672"/>
                        <a:pt x="23123" y="535"/>
                        <a:pt x="23186" y="336"/>
                      </a:cubicBezTo>
                      <a:cubicBezTo>
                        <a:pt x="23123" y="147"/>
                        <a:pt x="22945" y="11"/>
                        <a:pt x="22746" y="0"/>
                      </a:cubicBezTo>
                      <a:close/>
                    </a:path>
                  </a:pathLst>
                </a:custGeom>
                <a:solidFill>
                  <a:srgbClr val="FFFCF7">
                    <a:alpha val="1955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72" name="Google Shape;1672;p53"/>
                <p:cNvSpPr/>
                <p:nvPr/>
              </p:nvSpPr>
              <p:spPr>
                <a:xfrm>
                  <a:off x="-340627" y="-59775"/>
                  <a:ext cx="9821812" cy="348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460" h="221" extrusionOk="0">
                      <a:moveTo>
                        <a:pt x="1" y="0"/>
                      </a:moveTo>
                      <a:lnTo>
                        <a:pt x="263" y="200"/>
                      </a:lnTo>
                      <a:lnTo>
                        <a:pt x="263" y="221"/>
                      </a:lnTo>
                      <a:lnTo>
                        <a:pt x="31208" y="221"/>
                      </a:lnTo>
                      <a:lnTo>
                        <a:pt x="31208" y="200"/>
                      </a:lnTo>
                      <a:lnTo>
                        <a:pt x="3146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73" name="Google Shape;1673;p53"/>
                <p:cNvSpPr/>
                <p:nvPr/>
              </p:nvSpPr>
              <p:spPr>
                <a:xfrm>
                  <a:off x="-157810" y="5125200"/>
                  <a:ext cx="9437035" cy="206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842" h="1312" extrusionOk="0">
                      <a:moveTo>
                        <a:pt x="882" y="0"/>
                      </a:moveTo>
                      <a:cubicBezTo>
                        <a:pt x="1" y="0"/>
                        <a:pt x="1" y="1311"/>
                        <a:pt x="882" y="1311"/>
                      </a:cubicBezTo>
                      <a:lnTo>
                        <a:pt x="30191" y="1311"/>
                      </a:lnTo>
                      <a:cubicBezTo>
                        <a:pt x="30548" y="1311"/>
                        <a:pt x="30841" y="1018"/>
                        <a:pt x="30841" y="651"/>
                      </a:cubicBezTo>
                      <a:cubicBezTo>
                        <a:pt x="30841" y="294"/>
                        <a:pt x="30548" y="0"/>
                        <a:pt x="3019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74" name="Google Shape;1674;p53"/>
                <p:cNvSpPr/>
                <p:nvPr/>
              </p:nvSpPr>
              <p:spPr>
                <a:xfrm>
                  <a:off x="-369550" y="5296761"/>
                  <a:ext cx="9889274" cy="1471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320" h="935" extrusionOk="0">
                      <a:moveTo>
                        <a:pt x="945" y="1"/>
                      </a:moveTo>
                      <a:cubicBezTo>
                        <a:pt x="420" y="1"/>
                        <a:pt x="1" y="420"/>
                        <a:pt x="1" y="934"/>
                      </a:cubicBezTo>
                      <a:lnTo>
                        <a:pt x="32320" y="934"/>
                      </a:lnTo>
                      <a:cubicBezTo>
                        <a:pt x="32320" y="420"/>
                        <a:pt x="31900" y="1"/>
                        <a:pt x="3138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75" name="Google Shape;1675;p53"/>
                <p:cNvSpPr/>
                <p:nvPr/>
              </p:nvSpPr>
              <p:spPr>
                <a:xfrm>
                  <a:off x="1170769" y="5296761"/>
                  <a:ext cx="3603526" cy="1471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77" h="935" extrusionOk="0">
                      <a:moveTo>
                        <a:pt x="11758" y="1"/>
                      </a:moveTo>
                      <a:cubicBezTo>
                        <a:pt x="11752" y="1"/>
                        <a:pt x="11746" y="1"/>
                        <a:pt x="11739" y="1"/>
                      </a:cubicBezTo>
                      <a:lnTo>
                        <a:pt x="11776" y="1"/>
                      </a:lnTo>
                      <a:cubicBezTo>
                        <a:pt x="11770" y="1"/>
                        <a:pt x="11764" y="1"/>
                        <a:pt x="11758" y="1"/>
                      </a:cubicBezTo>
                      <a:close/>
                      <a:moveTo>
                        <a:pt x="758" y="1"/>
                      </a:moveTo>
                      <a:cubicBezTo>
                        <a:pt x="336" y="1"/>
                        <a:pt x="0" y="353"/>
                        <a:pt x="0" y="777"/>
                      </a:cubicBezTo>
                      <a:lnTo>
                        <a:pt x="0" y="934"/>
                      </a:lnTo>
                      <a:lnTo>
                        <a:pt x="11000" y="934"/>
                      </a:lnTo>
                      <a:lnTo>
                        <a:pt x="11000" y="777"/>
                      </a:lnTo>
                      <a:cubicBezTo>
                        <a:pt x="11000" y="359"/>
                        <a:pt x="11327" y="11"/>
                        <a:pt x="11739" y="1"/>
                      </a:cubicBezTo>
                      <a:lnTo>
                        <a:pt x="776" y="1"/>
                      </a:lnTo>
                      <a:cubicBezTo>
                        <a:pt x="770" y="1"/>
                        <a:pt x="764" y="1"/>
                        <a:pt x="758" y="1"/>
                      </a:cubicBezTo>
                      <a:close/>
                    </a:path>
                  </a:pathLst>
                </a:custGeom>
                <a:solidFill>
                  <a:srgbClr val="FFFCF7">
                    <a:alpha val="1955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76" name="Google Shape;1676;p53"/>
                <p:cNvSpPr/>
                <p:nvPr/>
              </p:nvSpPr>
              <p:spPr>
                <a:xfrm>
                  <a:off x="5524907" y="5296761"/>
                  <a:ext cx="1854851" cy="1471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62" h="935" extrusionOk="0">
                      <a:moveTo>
                        <a:pt x="776" y="1"/>
                      </a:moveTo>
                      <a:cubicBezTo>
                        <a:pt x="346" y="1"/>
                        <a:pt x="0" y="347"/>
                        <a:pt x="0" y="777"/>
                      </a:cubicBezTo>
                      <a:lnTo>
                        <a:pt x="0" y="934"/>
                      </a:lnTo>
                      <a:lnTo>
                        <a:pt x="5296" y="934"/>
                      </a:lnTo>
                      <a:lnTo>
                        <a:pt x="5296" y="777"/>
                      </a:lnTo>
                      <a:cubicBezTo>
                        <a:pt x="5296" y="347"/>
                        <a:pt x="5631" y="1"/>
                        <a:pt x="6061" y="1"/>
                      </a:cubicBezTo>
                      <a:close/>
                    </a:path>
                  </a:pathLst>
                </a:custGeom>
                <a:solidFill>
                  <a:srgbClr val="FFFCF7">
                    <a:alpha val="1955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77" name="Google Shape;1677;p53"/>
                <p:cNvSpPr/>
                <p:nvPr/>
              </p:nvSpPr>
              <p:spPr>
                <a:xfrm>
                  <a:off x="8945550" y="247650"/>
                  <a:ext cx="197174" cy="46187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0" h="38738" extrusionOk="0">
                      <a:moveTo>
                        <a:pt x="0" y="0"/>
                      </a:moveTo>
                      <a:lnTo>
                        <a:pt x="0" y="38737"/>
                      </a:lnTo>
                      <a:lnTo>
                        <a:pt x="860" y="38737"/>
                      </a:lnTo>
                      <a:lnTo>
                        <a:pt x="86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678" name="Google Shape;1678;p53"/>
                <p:cNvGrpSpPr/>
                <p:nvPr/>
              </p:nvGrpSpPr>
              <p:grpSpPr>
                <a:xfrm>
                  <a:off x="8694552" y="444361"/>
                  <a:ext cx="448838" cy="855480"/>
                  <a:chOff x="4189590" y="628348"/>
                  <a:chExt cx="448838" cy="855480"/>
                </a:xfrm>
              </p:grpSpPr>
              <p:sp>
                <p:nvSpPr>
                  <p:cNvPr id="1679" name="Google Shape;1679;p53"/>
                  <p:cNvSpPr/>
                  <p:nvPr/>
                </p:nvSpPr>
                <p:spPr>
                  <a:xfrm>
                    <a:off x="4189590" y="628348"/>
                    <a:ext cx="448838" cy="8554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21" h="5758" extrusionOk="0">
                        <a:moveTo>
                          <a:pt x="1" y="1"/>
                        </a:moveTo>
                        <a:lnTo>
                          <a:pt x="1" y="357"/>
                        </a:lnTo>
                        <a:cubicBezTo>
                          <a:pt x="1" y="546"/>
                          <a:pt x="148" y="703"/>
                          <a:pt x="336" y="703"/>
                        </a:cubicBezTo>
                        <a:lnTo>
                          <a:pt x="336" y="871"/>
                        </a:lnTo>
                        <a:cubicBezTo>
                          <a:pt x="323" y="868"/>
                          <a:pt x="310" y="867"/>
                          <a:pt x="298" y="867"/>
                        </a:cubicBezTo>
                        <a:cubicBezTo>
                          <a:pt x="132" y="867"/>
                          <a:pt x="97" y="1122"/>
                          <a:pt x="127" y="1259"/>
                        </a:cubicBezTo>
                        <a:cubicBezTo>
                          <a:pt x="151" y="1439"/>
                          <a:pt x="310" y="1562"/>
                          <a:pt x="484" y="1562"/>
                        </a:cubicBezTo>
                        <a:cubicBezTo>
                          <a:pt x="532" y="1562"/>
                          <a:pt x="582" y="1552"/>
                          <a:pt x="630" y="1532"/>
                        </a:cubicBezTo>
                        <a:lnTo>
                          <a:pt x="640" y="1532"/>
                        </a:lnTo>
                        <a:cubicBezTo>
                          <a:pt x="652" y="1528"/>
                          <a:pt x="664" y="1526"/>
                          <a:pt x="675" y="1526"/>
                        </a:cubicBezTo>
                        <a:cubicBezTo>
                          <a:pt x="822" y="1526"/>
                          <a:pt x="903" y="1826"/>
                          <a:pt x="777" y="1972"/>
                        </a:cubicBezTo>
                        <a:cubicBezTo>
                          <a:pt x="703" y="2056"/>
                          <a:pt x="640" y="2213"/>
                          <a:pt x="640" y="2528"/>
                        </a:cubicBezTo>
                        <a:cubicBezTo>
                          <a:pt x="640" y="3335"/>
                          <a:pt x="1196" y="3723"/>
                          <a:pt x="1448" y="3723"/>
                        </a:cubicBezTo>
                        <a:lnTo>
                          <a:pt x="1448" y="4174"/>
                        </a:lnTo>
                        <a:cubicBezTo>
                          <a:pt x="2192" y="4174"/>
                          <a:pt x="2077" y="5422"/>
                          <a:pt x="1699" y="5422"/>
                        </a:cubicBezTo>
                        <a:lnTo>
                          <a:pt x="1699" y="5758"/>
                        </a:lnTo>
                        <a:lnTo>
                          <a:pt x="2947" y="5758"/>
                        </a:lnTo>
                        <a:lnTo>
                          <a:pt x="3021" y="11"/>
                        </a:lnTo>
                        <a:lnTo>
                          <a:pt x="1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80" name="Google Shape;1680;p53"/>
                  <p:cNvSpPr/>
                  <p:nvPr/>
                </p:nvSpPr>
                <p:spPr>
                  <a:xfrm>
                    <a:off x="4231636" y="771574"/>
                    <a:ext cx="73395" cy="601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4" h="405" extrusionOk="0">
                        <a:moveTo>
                          <a:pt x="269" y="0"/>
                        </a:moveTo>
                        <a:cubicBezTo>
                          <a:pt x="230" y="0"/>
                          <a:pt x="192" y="11"/>
                          <a:pt x="158" y="33"/>
                        </a:cubicBezTo>
                        <a:cubicBezTo>
                          <a:pt x="53" y="85"/>
                          <a:pt x="1" y="201"/>
                          <a:pt x="53" y="316"/>
                        </a:cubicBezTo>
                        <a:cubicBezTo>
                          <a:pt x="92" y="374"/>
                          <a:pt x="155" y="405"/>
                          <a:pt x="219" y="405"/>
                        </a:cubicBezTo>
                        <a:cubicBezTo>
                          <a:pt x="259" y="405"/>
                          <a:pt x="300" y="393"/>
                          <a:pt x="336" y="369"/>
                        </a:cubicBezTo>
                        <a:cubicBezTo>
                          <a:pt x="441" y="316"/>
                          <a:pt x="494" y="201"/>
                          <a:pt x="452" y="96"/>
                        </a:cubicBezTo>
                        <a:cubicBezTo>
                          <a:pt x="411" y="35"/>
                          <a:pt x="340" y="0"/>
                          <a:pt x="269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81" name="Google Shape;1681;p53"/>
                  <p:cNvSpPr/>
                  <p:nvPr/>
                </p:nvSpPr>
                <p:spPr>
                  <a:xfrm>
                    <a:off x="4322118" y="921485"/>
                    <a:ext cx="183933" cy="2035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8" h="1370" extrusionOk="0">
                        <a:moveTo>
                          <a:pt x="594" y="0"/>
                        </a:moveTo>
                        <a:cubicBezTo>
                          <a:pt x="564" y="0"/>
                          <a:pt x="534" y="3"/>
                          <a:pt x="503" y="10"/>
                        </a:cubicBezTo>
                        <a:cubicBezTo>
                          <a:pt x="199" y="62"/>
                          <a:pt x="0" y="398"/>
                          <a:pt x="63" y="775"/>
                        </a:cubicBezTo>
                        <a:cubicBezTo>
                          <a:pt x="130" y="1129"/>
                          <a:pt x="380" y="1369"/>
                          <a:pt x="662" y="1369"/>
                        </a:cubicBezTo>
                        <a:cubicBezTo>
                          <a:pt x="689" y="1369"/>
                          <a:pt x="717" y="1367"/>
                          <a:pt x="745" y="1362"/>
                        </a:cubicBezTo>
                        <a:cubicBezTo>
                          <a:pt x="1049" y="1310"/>
                          <a:pt x="1237" y="964"/>
                          <a:pt x="1174" y="586"/>
                        </a:cubicBezTo>
                        <a:cubicBezTo>
                          <a:pt x="1118" y="247"/>
                          <a:pt x="866" y="0"/>
                          <a:pt x="594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682" name="Google Shape;1682;p53"/>
                <p:cNvSpPr/>
                <p:nvPr/>
              </p:nvSpPr>
              <p:spPr>
                <a:xfrm>
                  <a:off x="100" y="247650"/>
                  <a:ext cx="183874" cy="48958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0" h="38738" extrusionOk="0">
                      <a:moveTo>
                        <a:pt x="0" y="0"/>
                      </a:moveTo>
                      <a:lnTo>
                        <a:pt x="0" y="38737"/>
                      </a:lnTo>
                      <a:lnTo>
                        <a:pt x="850" y="38737"/>
                      </a:lnTo>
                      <a:lnTo>
                        <a:pt x="85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683" name="Google Shape;1683;p53"/>
                <p:cNvGrpSpPr/>
                <p:nvPr/>
              </p:nvGrpSpPr>
              <p:grpSpPr>
                <a:xfrm>
                  <a:off x="-10709" y="444378"/>
                  <a:ext cx="448838" cy="860613"/>
                  <a:chOff x="561117" y="628348"/>
                  <a:chExt cx="448838" cy="855480"/>
                </a:xfrm>
              </p:grpSpPr>
              <p:sp>
                <p:nvSpPr>
                  <p:cNvPr id="1684" name="Google Shape;1684;p53"/>
                  <p:cNvSpPr/>
                  <p:nvPr/>
                </p:nvSpPr>
                <p:spPr>
                  <a:xfrm>
                    <a:off x="561117" y="628348"/>
                    <a:ext cx="448838" cy="8554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21" h="5758" extrusionOk="0">
                        <a:moveTo>
                          <a:pt x="3020" y="1"/>
                        </a:moveTo>
                        <a:lnTo>
                          <a:pt x="0" y="11"/>
                        </a:lnTo>
                        <a:lnTo>
                          <a:pt x="73" y="5758"/>
                        </a:lnTo>
                        <a:lnTo>
                          <a:pt x="1321" y="5758"/>
                        </a:lnTo>
                        <a:lnTo>
                          <a:pt x="1321" y="5422"/>
                        </a:lnTo>
                        <a:cubicBezTo>
                          <a:pt x="944" y="5422"/>
                          <a:pt x="828" y="4174"/>
                          <a:pt x="1573" y="4174"/>
                        </a:cubicBezTo>
                        <a:lnTo>
                          <a:pt x="1573" y="3723"/>
                        </a:lnTo>
                        <a:cubicBezTo>
                          <a:pt x="1825" y="3723"/>
                          <a:pt x="2380" y="3335"/>
                          <a:pt x="2380" y="2528"/>
                        </a:cubicBezTo>
                        <a:cubicBezTo>
                          <a:pt x="2380" y="2213"/>
                          <a:pt x="2318" y="2056"/>
                          <a:pt x="2244" y="1972"/>
                        </a:cubicBezTo>
                        <a:cubicBezTo>
                          <a:pt x="2108" y="1826"/>
                          <a:pt x="2189" y="1526"/>
                          <a:pt x="2344" y="1526"/>
                        </a:cubicBezTo>
                        <a:cubicBezTo>
                          <a:pt x="2355" y="1526"/>
                          <a:pt x="2368" y="1528"/>
                          <a:pt x="2380" y="1532"/>
                        </a:cubicBezTo>
                        <a:lnTo>
                          <a:pt x="2391" y="1532"/>
                        </a:lnTo>
                        <a:cubicBezTo>
                          <a:pt x="2437" y="1552"/>
                          <a:pt x="2485" y="1562"/>
                          <a:pt x="2532" y="1562"/>
                        </a:cubicBezTo>
                        <a:cubicBezTo>
                          <a:pt x="2701" y="1562"/>
                          <a:pt x="2861" y="1439"/>
                          <a:pt x="2894" y="1259"/>
                        </a:cubicBezTo>
                        <a:cubicBezTo>
                          <a:pt x="2914" y="1122"/>
                          <a:pt x="2888" y="867"/>
                          <a:pt x="2714" y="867"/>
                        </a:cubicBezTo>
                        <a:cubicBezTo>
                          <a:pt x="2702" y="867"/>
                          <a:pt x="2688" y="868"/>
                          <a:pt x="2674" y="871"/>
                        </a:cubicBezTo>
                        <a:lnTo>
                          <a:pt x="2674" y="703"/>
                        </a:lnTo>
                        <a:cubicBezTo>
                          <a:pt x="2863" y="703"/>
                          <a:pt x="3020" y="546"/>
                          <a:pt x="3020" y="357"/>
                        </a:cubicBezTo>
                        <a:lnTo>
                          <a:pt x="3020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85" name="Google Shape;1685;p53"/>
                  <p:cNvSpPr/>
                  <p:nvPr/>
                </p:nvSpPr>
                <p:spPr>
                  <a:xfrm>
                    <a:off x="694982" y="920890"/>
                    <a:ext cx="187201" cy="2033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60" h="1369" extrusionOk="0">
                        <a:moveTo>
                          <a:pt x="673" y="1"/>
                        </a:moveTo>
                        <a:cubicBezTo>
                          <a:pt x="413" y="1"/>
                          <a:pt x="159" y="235"/>
                          <a:pt x="85" y="559"/>
                        </a:cubicBezTo>
                        <a:cubicBezTo>
                          <a:pt x="1" y="926"/>
                          <a:pt x="179" y="1283"/>
                          <a:pt x="473" y="1356"/>
                        </a:cubicBezTo>
                        <a:cubicBezTo>
                          <a:pt x="508" y="1365"/>
                          <a:pt x="544" y="1369"/>
                          <a:pt x="580" y="1369"/>
                        </a:cubicBezTo>
                        <a:cubicBezTo>
                          <a:pt x="848" y="1369"/>
                          <a:pt x="1101" y="1135"/>
                          <a:pt x="1175" y="811"/>
                        </a:cubicBezTo>
                        <a:cubicBezTo>
                          <a:pt x="1259" y="433"/>
                          <a:pt x="1081" y="77"/>
                          <a:pt x="777" y="14"/>
                        </a:cubicBezTo>
                        <a:cubicBezTo>
                          <a:pt x="742" y="5"/>
                          <a:pt x="708" y="1"/>
                          <a:pt x="673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86" name="Google Shape;1686;p53"/>
                  <p:cNvSpPr/>
                  <p:nvPr/>
                </p:nvSpPr>
                <p:spPr>
                  <a:xfrm>
                    <a:off x="886642" y="773654"/>
                    <a:ext cx="70572" cy="5660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5" h="381" extrusionOk="0">
                        <a:moveTo>
                          <a:pt x="229" y="0"/>
                        </a:moveTo>
                        <a:cubicBezTo>
                          <a:pt x="151" y="0"/>
                          <a:pt x="70" y="39"/>
                          <a:pt x="22" y="124"/>
                        </a:cubicBezTo>
                        <a:cubicBezTo>
                          <a:pt x="1" y="239"/>
                          <a:pt x="85" y="344"/>
                          <a:pt x="189" y="365"/>
                        </a:cubicBezTo>
                        <a:cubicBezTo>
                          <a:pt x="219" y="376"/>
                          <a:pt x="248" y="381"/>
                          <a:pt x="276" y="381"/>
                        </a:cubicBezTo>
                        <a:cubicBezTo>
                          <a:pt x="359" y="381"/>
                          <a:pt x="431" y="336"/>
                          <a:pt x="462" y="250"/>
                        </a:cubicBezTo>
                        <a:cubicBezTo>
                          <a:pt x="475" y="96"/>
                          <a:pt x="354" y="0"/>
                          <a:pt x="229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1687" name="Google Shape;1687;p53"/>
              <p:cNvSpPr/>
              <p:nvPr/>
            </p:nvSpPr>
            <p:spPr>
              <a:xfrm>
                <a:off x="14450" y="247294"/>
                <a:ext cx="9120845" cy="206500"/>
              </a:xfrm>
              <a:custGeom>
                <a:avLst/>
                <a:gdLst/>
                <a:ahLst/>
                <a:cxnLst/>
                <a:rect l="l" t="t" r="r" b="b"/>
                <a:pathLst>
                  <a:path w="28723" h="798" extrusionOk="0">
                    <a:moveTo>
                      <a:pt x="0" y="0"/>
                    </a:moveTo>
                    <a:lnTo>
                      <a:pt x="0" y="797"/>
                    </a:lnTo>
                    <a:lnTo>
                      <a:pt x="28722" y="797"/>
                    </a:lnTo>
                    <a:lnTo>
                      <a:pt x="2872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88" name="Google Shape;1688;p53"/>
            <p:cNvGrpSpPr/>
            <p:nvPr/>
          </p:nvGrpSpPr>
          <p:grpSpPr>
            <a:xfrm>
              <a:off x="384093" y="4954718"/>
              <a:ext cx="8375813" cy="57966"/>
              <a:chOff x="384093" y="4954718"/>
              <a:chExt cx="8375813" cy="57966"/>
            </a:xfrm>
          </p:grpSpPr>
          <p:sp>
            <p:nvSpPr>
              <p:cNvPr id="1689" name="Google Shape;1689;p53"/>
              <p:cNvSpPr/>
              <p:nvPr/>
            </p:nvSpPr>
            <p:spPr>
              <a:xfrm>
                <a:off x="384093" y="4954718"/>
                <a:ext cx="219363" cy="57966"/>
              </a:xfrm>
              <a:custGeom>
                <a:avLst/>
                <a:gdLst/>
                <a:ahLst/>
                <a:cxnLst/>
                <a:rect l="l" t="t" r="r" b="b"/>
                <a:pathLst>
                  <a:path w="691" h="578" extrusionOk="0">
                    <a:moveTo>
                      <a:pt x="366" y="0"/>
                    </a:moveTo>
                    <a:cubicBezTo>
                      <a:pt x="269" y="0"/>
                      <a:pt x="171" y="48"/>
                      <a:pt x="114" y="149"/>
                    </a:cubicBezTo>
                    <a:cubicBezTo>
                      <a:pt x="1" y="346"/>
                      <a:pt x="150" y="578"/>
                      <a:pt x="356" y="578"/>
                    </a:cubicBezTo>
                    <a:cubicBezTo>
                      <a:pt x="379" y="578"/>
                      <a:pt x="403" y="575"/>
                      <a:pt x="428" y="568"/>
                    </a:cubicBezTo>
                    <a:cubicBezTo>
                      <a:pt x="596" y="526"/>
                      <a:pt x="690" y="358"/>
                      <a:pt x="638" y="201"/>
                    </a:cubicBezTo>
                    <a:cubicBezTo>
                      <a:pt x="598" y="70"/>
                      <a:pt x="483" y="0"/>
                      <a:pt x="36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Google Shape;1690;p53"/>
              <p:cNvSpPr/>
              <p:nvPr/>
            </p:nvSpPr>
            <p:spPr>
              <a:xfrm>
                <a:off x="8540543" y="4954718"/>
                <a:ext cx="219363" cy="57966"/>
              </a:xfrm>
              <a:custGeom>
                <a:avLst/>
                <a:gdLst/>
                <a:ahLst/>
                <a:cxnLst/>
                <a:rect l="l" t="t" r="r" b="b"/>
                <a:pathLst>
                  <a:path w="691" h="578" extrusionOk="0">
                    <a:moveTo>
                      <a:pt x="366" y="0"/>
                    </a:moveTo>
                    <a:cubicBezTo>
                      <a:pt x="269" y="0"/>
                      <a:pt x="171" y="48"/>
                      <a:pt x="114" y="149"/>
                    </a:cubicBezTo>
                    <a:cubicBezTo>
                      <a:pt x="1" y="346"/>
                      <a:pt x="150" y="578"/>
                      <a:pt x="356" y="578"/>
                    </a:cubicBezTo>
                    <a:cubicBezTo>
                      <a:pt x="379" y="578"/>
                      <a:pt x="403" y="575"/>
                      <a:pt x="428" y="568"/>
                    </a:cubicBezTo>
                    <a:cubicBezTo>
                      <a:pt x="596" y="526"/>
                      <a:pt x="690" y="358"/>
                      <a:pt x="638" y="201"/>
                    </a:cubicBezTo>
                    <a:cubicBezTo>
                      <a:pt x="598" y="70"/>
                      <a:pt x="483" y="0"/>
                      <a:pt x="36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691" name="Google Shape;1691;p53"/>
          <p:cNvGrpSpPr/>
          <p:nvPr/>
        </p:nvGrpSpPr>
        <p:grpSpPr>
          <a:xfrm>
            <a:off x="8106581" y="1095706"/>
            <a:ext cx="648376" cy="880878"/>
            <a:chOff x="638276" y="3526008"/>
            <a:chExt cx="714936" cy="971200"/>
          </a:xfrm>
        </p:grpSpPr>
        <p:sp>
          <p:nvSpPr>
            <p:cNvPr id="1692" name="Google Shape;1692;p53"/>
            <p:cNvSpPr/>
            <p:nvPr/>
          </p:nvSpPr>
          <p:spPr>
            <a:xfrm>
              <a:off x="801537" y="3817400"/>
              <a:ext cx="388460" cy="388464"/>
            </a:xfrm>
            <a:custGeom>
              <a:avLst/>
              <a:gdLst/>
              <a:ahLst/>
              <a:cxnLst/>
              <a:rect l="l" t="t" r="r" b="b"/>
              <a:pathLst>
                <a:path w="91295" h="91296" extrusionOk="0">
                  <a:moveTo>
                    <a:pt x="75084" y="16212"/>
                  </a:moveTo>
                  <a:cubicBezTo>
                    <a:pt x="91295" y="32466"/>
                    <a:pt x="91295" y="58788"/>
                    <a:pt x="75084" y="75041"/>
                  </a:cubicBezTo>
                  <a:cubicBezTo>
                    <a:pt x="58830" y="91295"/>
                    <a:pt x="32466" y="91295"/>
                    <a:pt x="16255" y="75041"/>
                  </a:cubicBezTo>
                  <a:cubicBezTo>
                    <a:pt x="1" y="58788"/>
                    <a:pt x="1" y="32466"/>
                    <a:pt x="16255" y="16212"/>
                  </a:cubicBezTo>
                  <a:cubicBezTo>
                    <a:pt x="32466" y="1"/>
                    <a:pt x="58830" y="1"/>
                    <a:pt x="75084" y="16212"/>
                  </a:cubicBezTo>
                  <a:close/>
                </a:path>
              </a:pathLst>
            </a:custGeom>
            <a:gradFill>
              <a:gsLst>
                <a:gs pos="0">
                  <a:srgbClr val="F9EBAB">
                    <a:alpha val="21960"/>
                    <a:alpha val="21910"/>
                  </a:srgbClr>
                </a:gs>
                <a:gs pos="41000">
                  <a:srgbClr val="F9EBAB">
                    <a:alpha val="53333"/>
                    <a:alpha val="21910"/>
                  </a:srgbClr>
                </a:gs>
                <a:gs pos="100000">
                  <a:srgbClr val="F9EBAB">
                    <a:alpha val="77254"/>
                    <a:alpha val="2191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93" name="Google Shape;1693;p53"/>
            <p:cNvGrpSpPr/>
            <p:nvPr/>
          </p:nvGrpSpPr>
          <p:grpSpPr>
            <a:xfrm>
              <a:off x="638276" y="3526008"/>
              <a:ext cx="714936" cy="971200"/>
              <a:chOff x="9141124" y="2771118"/>
              <a:chExt cx="319239" cy="433649"/>
            </a:xfrm>
          </p:grpSpPr>
          <p:sp>
            <p:nvSpPr>
              <p:cNvPr id="1694" name="Google Shape;1694;p53"/>
              <p:cNvSpPr/>
              <p:nvPr/>
            </p:nvSpPr>
            <p:spPr>
              <a:xfrm>
                <a:off x="9271960" y="3034862"/>
                <a:ext cx="17824" cy="25355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1579" extrusionOk="0">
                    <a:moveTo>
                      <a:pt x="641" y="0"/>
                    </a:moveTo>
                    <a:cubicBezTo>
                      <a:pt x="385" y="0"/>
                      <a:pt x="129" y="384"/>
                      <a:pt x="43" y="811"/>
                    </a:cubicBezTo>
                    <a:cubicBezTo>
                      <a:pt x="1" y="1237"/>
                      <a:pt x="214" y="1579"/>
                      <a:pt x="470" y="1579"/>
                    </a:cubicBezTo>
                    <a:cubicBezTo>
                      <a:pt x="769" y="1579"/>
                      <a:pt x="1025" y="1237"/>
                      <a:pt x="1067" y="811"/>
                    </a:cubicBezTo>
                    <a:cubicBezTo>
                      <a:pt x="1110" y="384"/>
                      <a:pt x="939" y="0"/>
                      <a:pt x="641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Google Shape;1695;p53"/>
              <p:cNvSpPr/>
              <p:nvPr/>
            </p:nvSpPr>
            <p:spPr>
              <a:xfrm>
                <a:off x="9267175" y="2928674"/>
                <a:ext cx="54965" cy="93728"/>
              </a:xfrm>
              <a:custGeom>
                <a:avLst/>
                <a:gdLst/>
                <a:ahLst/>
                <a:cxnLst/>
                <a:rect l="l" t="t" r="r" b="b"/>
                <a:pathLst>
                  <a:path w="3423" h="5837" extrusionOk="0">
                    <a:moveTo>
                      <a:pt x="1195" y="1"/>
                    </a:moveTo>
                    <a:cubicBezTo>
                      <a:pt x="1195" y="1"/>
                      <a:pt x="1962" y="1707"/>
                      <a:pt x="1109" y="2518"/>
                    </a:cubicBezTo>
                    <a:cubicBezTo>
                      <a:pt x="85" y="3499"/>
                      <a:pt x="0" y="5419"/>
                      <a:pt x="1579" y="5803"/>
                    </a:cubicBezTo>
                    <a:cubicBezTo>
                      <a:pt x="1673" y="5826"/>
                      <a:pt x="1762" y="5837"/>
                      <a:pt x="1847" y="5837"/>
                    </a:cubicBezTo>
                    <a:cubicBezTo>
                      <a:pt x="3190" y="5837"/>
                      <a:pt x="3423" y="3127"/>
                      <a:pt x="2901" y="1963"/>
                    </a:cubicBezTo>
                    <a:cubicBezTo>
                      <a:pt x="2517" y="1195"/>
                      <a:pt x="1920" y="513"/>
                      <a:pt x="1195" y="1"/>
                    </a:cubicBezTo>
                    <a:close/>
                  </a:path>
                </a:pathLst>
              </a:custGeom>
              <a:solidFill>
                <a:srgbClr val="F2D3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Google Shape;1696;p53"/>
              <p:cNvSpPr/>
              <p:nvPr/>
            </p:nvSpPr>
            <p:spPr>
              <a:xfrm>
                <a:off x="9274706" y="3031330"/>
                <a:ext cx="53439" cy="115213"/>
              </a:xfrm>
              <a:custGeom>
                <a:avLst/>
                <a:gdLst/>
                <a:ahLst/>
                <a:cxnLst/>
                <a:rect l="l" t="t" r="r" b="b"/>
                <a:pathLst>
                  <a:path w="3328" h="7175" extrusionOk="0">
                    <a:moveTo>
                      <a:pt x="2456" y="0"/>
                    </a:moveTo>
                    <a:cubicBezTo>
                      <a:pt x="2434" y="0"/>
                      <a:pt x="2411" y="3"/>
                      <a:pt x="2389" y="7"/>
                    </a:cubicBezTo>
                    <a:lnTo>
                      <a:pt x="726" y="135"/>
                    </a:lnTo>
                    <a:cubicBezTo>
                      <a:pt x="512" y="135"/>
                      <a:pt x="342" y="306"/>
                      <a:pt x="342" y="519"/>
                    </a:cubicBezTo>
                    <a:cubicBezTo>
                      <a:pt x="171" y="3207"/>
                      <a:pt x="0" y="5937"/>
                      <a:pt x="214" y="7174"/>
                    </a:cubicBezTo>
                    <a:lnTo>
                      <a:pt x="3115" y="7174"/>
                    </a:lnTo>
                    <a:cubicBezTo>
                      <a:pt x="3328" y="5852"/>
                      <a:pt x="2944" y="3036"/>
                      <a:pt x="2859" y="391"/>
                    </a:cubicBezTo>
                    <a:cubicBezTo>
                      <a:pt x="2859" y="161"/>
                      <a:pt x="2653" y="0"/>
                      <a:pt x="2456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Google Shape;1697;p53"/>
              <p:cNvSpPr/>
              <p:nvPr/>
            </p:nvSpPr>
            <p:spPr>
              <a:xfrm>
                <a:off x="9209625" y="3132139"/>
                <a:ext cx="185657" cy="54804"/>
              </a:xfrm>
              <a:custGeom>
                <a:avLst/>
                <a:gdLst/>
                <a:ahLst/>
                <a:cxnLst/>
                <a:rect l="l" t="t" r="r" b="b"/>
                <a:pathLst>
                  <a:path w="11562" h="3413" extrusionOk="0">
                    <a:moveTo>
                      <a:pt x="5760" y="0"/>
                    </a:moveTo>
                    <a:cubicBezTo>
                      <a:pt x="3669" y="0"/>
                      <a:pt x="1" y="1067"/>
                      <a:pt x="1" y="1920"/>
                    </a:cubicBezTo>
                    <a:cubicBezTo>
                      <a:pt x="1" y="2730"/>
                      <a:pt x="2560" y="3413"/>
                      <a:pt x="5760" y="3413"/>
                    </a:cubicBezTo>
                    <a:cubicBezTo>
                      <a:pt x="8959" y="3413"/>
                      <a:pt x="11562" y="2730"/>
                      <a:pt x="11562" y="1920"/>
                    </a:cubicBezTo>
                    <a:cubicBezTo>
                      <a:pt x="11562" y="1067"/>
                      <a:pt x="7893" y="0"/>
                      <a:pt x="5760" y="0"/>
                    </a:cubicBezTo>
                    <a:close/>
                  </a:path>
                </a:pathLst>
              </a:custGeom>
              <a:solidFill>
                <a:srgbClr val="D8934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Google Shape;1698;p53"/>
              <p:cNvSpPr/>
              <p:nvPr/>
            </p:nvSpPr>
            <p:spPr>
              <a:xfrm>
                <a:off x="9193872" y="2882091"/>
                <a:ext cx="15078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39" h="18047" extrusionOk="0">
                    <a:moveTo>
                      <a:pt x="0" y="1"/>
                    </a:moveTo>
                    <a:lnTo>
                      <a:pt x="0" y="18046"/>
                    </a:lnTo>
                    <a:lnTo>
                      <a:pt x="939" y="18046"/>
                    </a:lnTo>
                    <a:lnTo>
                      <a:pt x="939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Google Shape;1699;p53"/>
              <p:cNvSpPr/>
              <p:nvPr/>
            </p:nvSpPr>
            <p:spPr>
              <a:xfrm>
                <a:off x="9392520" y="2882091"/>
                <a:ext cx="15094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18047" extrusionOk="0">
                    <a:moveTo>
                      <a:pt x="1" y="1"/>
                    </a:moveTo>
                    <a:lnTo>
                      <a:pt x="1" y="18046"/>
                    </a:lnTo>
                    <a:lnTo>
                      <a:pt x="940" y="18046"/>
                    </a:lnTo>
                    <a:lnTo>
                      <a:pt x="940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Google Shape;1700;p53"/>
              <p:cNvSpPr/>
              <p:nvPr/>
            </p:nvSpPr>
            <p:spPr>
              <a:xfrm>
                <a:off x="9338406" y="2882091"/>
                <a:ext cx="15094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18047" extrusionOk="0">
                    <a:moveTo>
                      <a:pt x="1" y="1"/>
                    </a:moveTo>
                    <a:lnTo>
                      <a:pt x="1" y="18046"/>
                    </a:lnTo>
                    <a:lnTo>
                      <a:pt x="939" y="18046"/>
                    </a:lnTo>
                    <a:lnTo>
                      <a:pt x="939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Google Shape;1701;p53"/>
              <p:cNvSpPr/>
              <p:nvPr/>
            </p:nvSpPr>
            <p:spPr>
              <a:xfrm>
                <a:off x="9182231" y="2880726"/>
                <a:ext cx="237025" cy="17824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110" extrusionOk="0">
                    <a:moveTo>
                      <a:pt x="0" y="1"/>
                    </a:moveTo>
                    <a:lnTo>
                      <a:pt x="0" y="299"/>
                    </a:lnTo>
                    <a:cubicBezTo>
                      <a:pt x="0" y="768"/>
                      <a:pt x="384" y="1110"/>
                      <a:pt x="811" y="1110"/>
                    </a:cubicBezTo>
                    <a:lnTo>
                      <a:pt x="13993" y="1110"/>
                    </a:lnTo>
                    <a:cubicBezTo>
                      <a:pt x="14419" y="1110"/>
                      <a:pt x="14761" y="768"/>
                      <a:pt x="14761" y="299"/>
                    </a:cubicBezTo>
                    <a:lnTo>
                      <a:pt x="14761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Google Shape;1702;p53"/>
              <p:cNvSpPr/>
              <p:nvPr/>
            </p:nvSpPr>
            <p:spPr>
              <a:xfrm>
                <a:off x="9182231" y="3152676"/>
                <a:ext cx="237025" cy="30172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879" extrusionOk="0">
                    <a:moveTo>
                      <a:pt x="1024" y="1"/>
                    </a:moveTo>
                    <a:cubicBezTo>
                      <a:pt x="469" y="1"/>
                      <a:pt x="0" y="470"/>
                      <a:pt x="0" y="1025"/>
                    </a:cubicBezTo>
                    <a:lnTo>
                      <a:pt x="0" y="1878"/>
                    </a:lnTo>
                    <a:lnTo>
                      <a:pt x="14761" y="1878"/>
                    </a:lnTo>
                    <a:lnTo>
                      <a:pt x="14761" y="1025"/>
                    </a:lnTo>
                    <a:cubicBezTo>
                      <a:pt x="14761" y="470"/>
                      <a:pt x="14334" y="1"/>
                      <a:pt x="13737" y="1"/>
                    </a:cubicBez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Google Shape;1703;p53"/>
              <p:cNvSpPr/>
              <p:nvPr/>
            </p:nvSpPr>
            <p:spPr>
              <a:xfrm>
                <a:off x="9180175" y="2803313"/>
                <a:ext cx="254158" cy="68533"/>
              </a:xfrm>
              <a:custGeom>
                <a:avLst/>
                <a:gdLst/>
                <a:ahLst/>
                <a:cxnLst/>
                <a:rect l="l" t="t" r="r" b="b"/>
                <a:pathLst>
                  <a:path w="15828" h="4268" extrusionOk="0">
                    <a:moveTo>
                      <a:pt x="7892" y="1"/>
                    </a:moveTo>
                    <a:cubicBezTo>
                      <a:pt x="3882" y="1"/>
                      <a:pt x="555" y="1835"/>
                      <a:pt x="0" y="4267"/>
                    </a:cubicBezTo>
                    <a:lnTo>
                      <a:pt x="15827" y="4267"/>
                    </a:lnTo>
                    <a:cubicBezTo>
                      <a:pt x="15230" y="1835"/>
                      <a:pt x="11902" y="1"/>
                      <a:pt x="7892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Google Shape;1704;p53"/>
              <p:cNvSpPr/>
              <p:nvPr/>
            </p:nvSpPr>
            <p:spPr>
              <a:xfrm>
                <a:off x="9296624" y="2771118"/>
                <a:ext cx="20570" cy="35648"/>
              </a:xfrm>
              <a:custGeom>
                <a:avLst/>
                <a:gdLst/>
                <a:ahLst/>
                <a:cxnLst/>
                <a:rect l="l" t="t" r="r" b="b"/>
                <a:pathLst>
                  <a:path w="1281" h="2220" extrusionOk="0">
                    <a:moveTo>
                      <a:pt x="640" y="1"/>
                    </a:moveTo>
                    <a:cubicBezTo>
                      <a:pt x="320" y="1"/>
                      <a:pt x="0" y="257"/>
                      <a:pt x="0" y="769"/>
                    </a:cubicBezTo>
                    <a:lnTo>
                      <a:pt x="0" y="2219"/>
                    </a:lnTo>
                    <a:lnTo>
                      <a:pt x="1280" y="2219"/>
                    </a:lnTo>
                    <a:lnTo>
                      <a:pt x="1280" y="769"/>
                    </a:lnTo>
                    <a:cubicBezTo>
                      <a:pt x="1280" y="257"/>
                      <a:pt x="960" y="1"/>
                      <a:pt x="640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Google Shape;1705;p53"/>
              <p:cNvSpPr/>
              <p:nvPr/>
            </p:nvSpPr>
            <p:spPr>
              <a:xfrm>
                <a:off x="9141124" y="2856062"/>
                <a:ext cx="319239" cy="28791"/>
              </a:xfrm>
              <a:custGeom>
                <a:avLst/>
                <a:gdLst/>
                <a:ahLst/>
                <a:cxnLst/>
                <a:rect l="l" t="t" r="r" b="b"/>
                <a:pathLst>
                  <a:path w="19881" h="1793" extrusionOk="0">
                    <a:moveTo>
                      <a:pt x="1707" y="1"/>
                    </a:moveTo>
                    <a:cubicBezTo>
                      <a:pt x="1" y="1"/>
                      <a:pt x="1" y="1793"/>
                      <a:pt x="1707" y="1793"/>
                    </a:cubicBezTo>
                    <a:lnTo>
                      <a:pt x="18217" y="1793"/>
                    </a:lnTo>
                    <a:cubicBezTo>
                      <a:pt x="19880" y="1793"/>
                      <a:pt x="19880" y="1"/>
                      <a:pt x="18217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Google Shape;1706;p53"/>
              <p:cNvSpPr/>
              <p:nvPr/>
            </p:nvSpPr>
            <p:spPr>
              <a:xfrm>
                <a:off x="9152091" y="3174611"/>
                <a:ext cx="301415" cy="30156"/>
              </a:xfrm>
              <a:custGeom>
                <a:avLst/>
                <a:gdLst/>
                <a:ahLst/>
                <a:cxnLst/>
                <a:rect l="l" t="t" r="r" b="b"/>
                <a:pathLst>
                  <a:path w="18771" h="1878" extrusionOk="0">
                    <a:moveTo>
                      <a:pt x="1024" y="0"/>
                    </a:moveTo>
                    <a:cubicBezTo>
                      <a:pt x="0" y="0"/>
                      <a:pt x="0" y="1877"/>
                      <a:pt x="1024" y="1877"/>
                    </a:cubicBezTo>
                    <a:lnTo>
                      <a:pt x="17534" y="1877"/>
                    </a:lnTo>
                    <a:cubicBezTo>
                      <a:pt x="18771" y="1877"/>
                      <a:pt x="18771" y="0"/>
                      <a:pt x="17534" y="0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Google Shape;1707;p53"/>
              <p:cNvSpPr/>
              <p:nvPr/>
            </p:nvSpPr>
            <p:spPr>
              <a:xfrm>
                <a:off x="9215101" y="2803281"/>
                <a:ext cx="197989" cy="42584"/>
              </a:xfrm>
              <a:custGeom>
                <a:avLst/>
                <a:gdLst/>
                <a:ahLst/>
                <a:cxnLst/>
                <a:rect l="l" t="t" r="r" b="b"/>
                <a:pathLst>
                  <a:path w="12330" h="2652" extrusionOk="0">
                    <a:moveTo>
                      <a:pt x="5486" y="0"/>
                    </a:moveTo>
                    <a:cubicBezTo>
                      <a:pt x="3561" y="0"/>
                      <a:pt x="1683" y="512"/>
                      <a:pt x="1" y="1496"/>
                    </a:cubicBezTo>
                    <a:cubicBezTo>
                      <a:pt x="2270" y="2266"/>
                      <a:pt x="4655" y="2651"/>
                      <a:pt x="7010" y="2651"/>
                    </a:cubicBezTo>
                    <a:cubicBezTo>
                      <a:pt x="7134" y="2651"/>
                      <a:pt x="7257" y="2650"/>
                      <a:pt x="7381" y="2648"/>
                    </a:cubicBezTo>
                    <a:cubicBezTo>
                      <a:pt x="9045" y="2648"/>
                      <a:pt x="10709" y="2477"/>
                      <a:pt x="12330" y="2179"/>
                    </a:cubicBezTo>
                    <a:cubicBezTo>
                      <a:pt x="10879" y="856"/>
                      <a:pt x="8490" y="3"/>
                      <a:pt x="5717" y="3"/>
                    </a:cubicBezTo>
                    <a:cubicBezTo>
                      <a:pt x="5640" y="1"/>
                      <a:pt x="5563" y="0"/>
                      <a:pt x="5486" y="0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Google Shape;1708;p53"/>
              <p:cNvSpPr/>
              <p:nvPr/>
            </p:nvSpPr>
            <p:spPr>
              <a:xfrm>
                <a:off x="9150710" y="2856062"/>
                <a:ext cx="300741" cy="14516"/>
              </a:xfrm>
              <a:custGeom>
                <a:avLst/>
                <a:gdLst/>
                <a:ahLst/>
                <a:cxnLst/>
                <a:rect l="l" t="t" r="r" b="b"/>
                <a:pathLst>
                  <a:path w="18729" h="904" extrusionOk="0">
                    <a:moveTo>
                      <a:pt x="1110" y="1"/>
                    </a:moveTo>
                    <a:cubicBezTo>
                      <a:pt x="683" y="1"/>
                      <a:pt x="257" y="129"/>
                      <a:pt x="1" y="470"/>
                    </a:cubicBezTo>
                    <a:cubicBezTo>
                      <a:pt x="231" y="738"/>
                      <a:pt x="598" y="903"/>
                      <a:pt x="979" y="903"/>
                    </a:cubicBezTo>
                    <a:cubicBezTo>
                      <a:pt x="1023" y="903"/>
                      <a:pt x="1066" y="901"/>
                      <a:pt x="1110" y="897"/>
                    </a:cubicBezTo>
                    <a:lnTo>
                      <a:pt x="17620" y="897"/>
                    </a:lnTo>
                    <a:cubicBezTo>
                      <a:pt x="17659" y="901"/>
                      <a:pt x="17698" y="903"/>
                      <a:pt x="17738" y="903"/>
                    </a:cubicBezTo>
                    <a:cubicBezTo>
                      <a:pt x="18089" y="903"/>
                      <a:pt x="18461" y="738"/>
                      <a:pt x="18729" y="470"/>
                    </a:cubicBezTo>
                    <a:cubicBezTo>
                      <a:pt x="18430" y="129"/>
                      <a:pt x="18004" y="1"/>
                      <a:pt x="17620" y="1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Google Shape;1709;p53"/>
              <p:cNvSpPr/>
              <p:nvPr/>
            </p:nvSpPr>
            <p:spPr>
              <a:xfrm>
                <a:off x="9158257" y="3174498"/>
                <a:ext cx="289083" cy="13826"/>
              </a:xfrm>
              <a:custGeom>
                <a:avLst/>
                <a:gdLst/>
                <a:ahLst/>
                <a:cxnLst/>
                <a:rect l="l" t="t" r="r" b="b"/>
                <a:pathLst>
                  <a:path w="18003" h="861" extrusionOk="0">
                    <a:moveTo>
                      <a:pt x="17253" y="1"/>
                    </a:moveTo>
                    <a:cubicBezTo>
                      <a:pt x="17219" y="1"/>
                      <a:pt x="17184" y="3"/>
                      <a:pt x="17150" y="7"/>
                    </a:cubicBezTo>
                    <a:lnTo>
                      <a:pt x="640" y="7"/>
                    </a:lnTo>
                    <a:cubicBezTo>
                      <a:pt x="341" y="7"/>
                      <a:pt x="85" y="178"/>
                      <a:pt x="0" y="434"/>
                    </a:cubicBezTo>
                    <a:cubicBezTo>
                      <a:pt x="85" y="690"/>
                      <a:pt x="341" y="860"/>
                      <a:pt x="640" y="860"/>
                    </a:cubicBezTo>
                    <a:lnTo>
                      <a:pt x="17150" y="860"/>
                    </a:lnTo>
                    <a:cubicBezTo>
                      <a:pt x="17491" y="860"/>
                      <a:pt x="17790" y="690"/>
                      <a:pt x="18003" y="434"/>
                    </a:cubicBezTo>
                    <a:cubicBezTo>
                      <a:pt x="17811" y="166"/>
                      <a:pt x="17551" y="1"/>
                      <a:pt x="17253" y="1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Google Shape;1710;p53"/>
              <p:cNvSpPr/>
              <p:nvPr/>
            </p:nvSpPr>
            <p:spPr>
              <a:xfrm>
                <a:off x="9187016" y="3174611"/>
                <a:ext cx="79485" cy="13713"/>
              </a:xfrm>
              <a:custGeom>
                <a:avLst/>
                <a:gdLst/>
                <a:ahLst/>
                <a:cxnLst/>
                <a:rect l="l" t="t" r="r" b="b"/>
                <a:pathLst>
                  <a:path w="4950" h="854" extrusionOk="0">
                    <a:moveTo>
                      <a:pt x="214" y="0"/>
                    </a:moveTo>
                    <a:cubicBezTo>
                      <a:pt x="129" y="0"/>
                      <a:pt x="86" y="171"/>
                      <a:pt x="43" y="427"/>
                    </a:cubicBezTo>
                    <a:cubicBezTo>
                      <a:pt x="1" y="640"/>
                      <a:pt x="129" y="853"/>
                      <a:pt x="214" y="853"/>
                    </a:cubicBezTo>
                    <a:lnTo>
                      <a:pt x="4693" y="853"/>
                    </a:lnTo>
                    <a:cubicBezTo>
                      <a:pt x="4821" y="853"/>
                      <a:pt x="4907" y="640"/>
                      <a:pt x="4949" y="427"/>
                    </a:cubicBezTo>
                    <a:cubicBezTo>
                      <a:pt x="4907" y="171"/>
                      <a:pt x="4821" y="0"/>
                      <a:pt x="4693" y="0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Google Shape;1711;p53"/>
              <p:cNvSpPr/>
              <p:nvPr/>
            </p:nvSpPr>
            <p:spPr>
              <a:xfrm>
                <a:off x="9277436" y="3031426"/>
                <a:ext cx="40433" cy="80175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4993" extrusionOk="0">
                    <a:moveTo>
                      <a:pt x="2219" y="1"/>
                    </a:moveTo>
                    <a:lnTo>
                      <a:pt x="598" y="172"/>
                    </a:lnTo>
                    <a:cubicBezTo>
                      <a:pt x="385" y="172"/>
                      <a:pt x="214" y="342"/>
                      <a:pt x="172" y="556"/>
                    </a:cubicBezTo>
                    <a:cubicBezTo>
                      <a:pt x="129" y="1665"/>
                      <a:pt x="44" y="2817"/>
                      <a:pt x="1" y="3840"/>
                    </a:cubicBezTo>
                    <a:cubicBezTo>
                      <a:pt x="257" y="4523"/>
                      <a:pt x="641" y="4992"/>
                      <a:pt x="1068" y="4992"/>
                    </a:cubicBezTo>
                    <a:cubicBezTo>
                      <a:pt x="1835" y="4992"/>
                      <a:pt x="2518" y="3371"/>
                      <a:pt x="2518" y="1323"/>
                    </a:cubicBezTo>
                    <a:cubicBezTo>
                      <a:pt x="2518" y="897"/>
                      <a:pt x="2475" y="428"/>
                      <a:pt x="2390" y="1"/>
                    </a:cubicBezTo>
                    <a:close/>
                  </a:path>
                </a:pathLst>
              </a:custGeom>
              <a:solidFill>
                <a:srgbClr val="F7D8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Google Shape;1712;p53"/>
              <p:cNvSpPr/>
              <p:nvPr/>
            </p:nvSpPr>
            <p:spPr>
              <a:xfrm>
                <a:off x="9277436" y="2974582"/>
                <a:ext cx="40433" cy="47900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2983" extrusionOk="0">
                    <a:moveTo>
                      <a:pt x="1409" y="0"/>
                    </a:moveTo>
                    <a:cubicBezTo>
                      <a:pt x="684" y="0"/>
                      <a:pt x="86" y="1024"/>
                      <a:pt x="1" y="2346"/>
                    </a:cubicBezTo>
                    <a:cubicBezTo>
                      <a:pt x="214" y="2645"/>
                      <a:pt x="556" y="2858"/>
                      <a:pt x="940" y="2944"/>
                    </a:cubicBezTo>
                    <a:cubicBezTo>
                      <a:pt x="1039" y="2970"/>
                      <a:pt x="1134" y="2982"/>
                      <a:pt x="1223" y="2982"/>
                    </a:cubicBezTo>
                    <a:cubicBezTo>
                      <a:pt x="2013" y="2982"/>
                      <a:pt x="2403" y="2020"/>
                      <a:pt x="2518" y="1024"/>
                    </a:cubicBezTo>
                    <a:cubicBezTo>
                      <a:pt x="2219" y="384"/>
                      <a:pt x="1835" y="0"/>
                      <a:pt x="1409" y="0"/>
                    </a:cubicBezTo>
                    <a:close/>
                  </a:path>
                </a:pathLst>
              </a:custGeom>
              <a:solidFill>
                <a:srgbClr val="FFAD6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Google Shape;1713;p53"/>
              <p:cNvSpPr/>
              <p:nvPr/>
            </p:nvSpPr>
            <p:spPr>
              <a:xfrm>
                <a:off x="9284983" y="2993065"/>
                <a:ext cx="24680" cy="28582"/>
              </a:xfrm>
              <a:custGeom>
                <a:avLst/>
                <a:gdLst/>
                <a:ahLst/>
                <a:cxnLst/>
                <a:rect l="l" t="t" r="r" b="b"/>
                <a:pathLst>
                  <a:path w="1537" h="1780" extrusionOk="0">
                    <a:moveTo>
                      <a:pt x="853" y="1"/>
                    </a:moveTo>
                    <a:cubicBezTo>
                      <a:pt x="427" y="1"/>
                      <a:pt x="86" y="598"/>
                      <a:pt x="0" y="1409"/>
                    </a:cubicBezTo>
                    <a:cubicBezTo>
                      <a:pt x="171" y="1579"/>
                      <a:pt x="384" y="1707"/>
                      <a:pt x="598" y="1750"/>
                    </a:cubicBezTo>
                    <a:cubicBezTo>
                      <a:pt x="667" y="1770"/>
                      <a:pt x="732" y="1779"/>
                      <a:pt x="793" y="1779"/>
                    </a:cubicBezTo>
                    <a:cubicBezTo>
                      <a:pt x="1252" y="1779"/>
                      <a:pt x="1461" y="1239"/>
                      <a:pt x="1536" y="598"/>
                    </a:cubicBezTo>
                    <a:cubicBezTo>
                      <a:pt x="1365" y="214"/>
                      <a:pt x="1152" y="1"/>
                      <a:pt x="853" y="1"/>
                    </a:cubicBezTo>
                    <a:close/>
                  </a:path>
                </a:pathLst>
              </a:custGeom>
              <a:solidFill>
                <a:srgbClr val="F2D3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Google Shape;1714;p53"/>
              <p:cNvSpPr/>
              <p:nvPr/>
            </p:nvSpPr>
            <p:spPr>
              <a:xfrm>
                <a:off x="9278817" y="3075279"/>
                <a:ext cx="26736" cy="19189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1195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86" y="683"/>
                      <a:pt x="427" y="1195"/>
                      <a:pt x="854" y="1195"/>
                    </a:cubicBezTo>
                    <a:cubicBezTo>
                      <a:pt x="1237" y="1195"/>
                      <a:pt x="1579" y="726"/>
                      <a:pt x="1664" y="128"/>
                    </a:cubicBezTo>
                    <a:lnTo>
                      <a:pt x="1664" y="128"/>
                    </a:lnTo>
                    <a:cubicBezTo>
                      <a:pt x="1493" y="384"/>
                      <a:pt x="1195" y="555"/>
                      <a:pt x="854" y="555"/>
                    </a:cubicBezTo>
                    <a:cubicBezTo>
                      <a:pt x="512" y="512"/>
                      <a:pt x="171" y="342"/>
                      <a:pt x="0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Google Shape;1715;p53"/>
              <p:cNvSpPr/>
              <p:nvPr/>
            </p:nvSpPr>
            <p:spPr>
              <a:xfrm>
                <a:off x="9293879" y="3036918"/>
                <a:ext cx="26045" cy="20586"/>
              </a:xfrm>
              <a:custGeom>
                <a:avLst/>
                <a:gdLst/>
                <a:ahLst/>
                <a:cxnLst/>
                <a:rect l="l" t="t" r="r" b="b"/>
                <a:pathLst>
                  <a:path w="1622" h="1282" extrusionOk="0">
                    <a:moveTo>
                      <a:pt x="1579" y="0"/>
                    </a:moveTo>
                    <a:lnTo>
                      <a:pt x="1579" y="0"/>
                    </a:lnTo>
                    <a:cubicBezTo>
                      <a:pt x="1451" y="299"/>
                      <a:pt x="1195" y="555"/>
                      <a:pt x="897" y="726"/>
                    </a:cubicBezTo>
                    <a:cubicBezTo>
                      <a:pt x="802" y="753"/>
                      <a:pt x="699" y="767"/>
                      <a:pt x="596" y="767"/>
                    </a:cubicBezTo>
                    <a:cubicBezTo>
                      <a:pt x="372" y="767"/>
                      <a:pt x="147" y="701"/>
                      <a:pt x="1" y="555"/>
                    </a:cubicBezTo>
                    <a:lnTo>
                      <a:pt x="1" y="555"/>
                    </a:lnTo>
                    <a:cubicBezTo>
                      <a:pt x="141" y="976"/>
                      <a:pt x="455" y="1282"/>
                      <a:pt x="776" y="1282"/>
                    </a:cubicBezTo>
                    <a:cubicBezTo>
                      <a:pt x="845" y="1282"/>
                      <a:pt x="914" y="1268"/>
                      <a:pt x="982" y="1237"/>
                    </a:cubicBezTo>
                    <a:cubicBezTo>
                      <a:pt x="1409" y="981"/>
                      <a:pt x="1622" y="512"/>
                      <a:pt x="1579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Google Shape;1716;p53"/>
              <p:cNvSpPr/>
              <p:nvPr/>
            </p:nvSpPr>
            <p:spPr>
              <a:xfrm>
                <a:off x="9208934" y="2856062"/>
                <a:ext cx="85651" cy="14404"/>
              </a:xfrm>
              <a:custGeom>
                <a:avLst/>
                <a:gdLst/>
                <a:ahLst/>
                <a:cxnLst/>
                <a:rect l="l" t="t" r="r" b="b"/>
                <a:pathLst>
                  <a:path w="5334" h="897" extrusionOk="0">
                    <a:moveTo>
                      <a:pt x="300" y="1"/>
                    </a:moveTo>
                    <a:cubicBezTo>
                      <a:pt x="129" y="1"/>
                      <a:pt x="44" y="214"/>
                      <a:pt x="1" y="470"/>
                    </a:cubicBezTo>
                    <a:cubicBezTo>
                      <a:pt x="44" y="726"/>
                      <a:pt x="129" y="897"/>
                      <a:pt x="300" y="897"/>
                    </a:cubicBezTo>
                    <a:lnTo>
                      <a:pt x="5035" y="897"/>
                    </a:lnTo>
                    <a:cubicBezTo>
                      <a:pt x="5163" y="897"/>
                      <a:pt x="5291" y="726"/>
                      <a:pt x="5334" y="470"/>
                    </a:cubicBezTo>
                    <a:cubicBezTo>
                      <a:pt x="5291" y="214"/>
                      <a:pt x="5163" y="1"/>
                      <a:pt x="5035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Google Shape;1717;p53"/>
              <p:cNvSpPr/>
              <p:nvPr/>
            </p:nvSpPr>
            <p:spPr>
              <a:xfrm>
                <a:off x="9312377" y="2856062"/>
                <a:ext cx="52765" cy="14404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897" extrusionOk="0">
                    <a:moveTo>
                      <a:pt x="214" y="1"/>
                    </a:moveTo>
                    <a:cubicBezTo>
                      <a:pt x="129" y="1"/>
                      <a:pt x="86" y="214"/>
                      <a:pt x="43" y="470"/>
                    </a:cubicBezTo>
                    <a:cubicBezTo>
                      <a:pt x="1" y="726"/>
                      <a:pt x="129" y="897"/>
                      <a:pt x="214" y="897"/>
                    </a:cubicBezTo>
                    <a:lnTo>
                      <a:pt x="3072" y="897"/>
                    </a:lnTo>
                    <a:cubicBezTo>
                      <a:pt x="3158" y="897"/>
                      <a:pt x="3243" y="726"/>
                      <a:pt x="3243" y="470"/>
                    </a:cubicBezTo>
                    <a:cubicBezTo>
                      <a:pt x="3286" y="214"/>
                      <a:pt x="3158" y="1"/>
                      <a:pt x="3072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Google Shape;1718;p53"/>
              <p:cNvSpPr/>
              <p:nvPr/>
            </p:nvSpPr>
            <p:spPr>
              <a:xfrm>
                <a:off x="9339097" y="2819499"/>
                <a:ext cx="47289" cy="17422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1085" extrusionOk="0">
                    <a:moveTo>
                      <a:pt x="845" y="1"/>
                    </a:moveTo>
                    <a:cubicBezTo>
                      <a:pt x="387" y="1"/>
                      <a:pt x="73" y="96"/>
                      <a:pt x="43" y="273"/>
                    </a:cubicBezTo>
                    <a:cubicBezTo>
                      <a:pt x="0" y="529"/>
                      <a:pt x="555" y="870"/>
                      <a:pt x="1366" y="998"/>
                    </a:cubicBezTo>
                    <a:cubicBezTo>
                      <a:pt x="1644" y="1057"/>
                      <a:pt x="1907" y="1085"/>
                      <a:pt x="2134" y="1085"/>
                    </a:cubicBezTo>
                    <a:cubicBezTo>
                      <a:pt x="2569" y="1085"/>
                      <a:pt x="2873" y="981"/>
                      <a:pt x="2901" y="785"/>
                    </a:cubicBezTo>
                    <a:cubicBezTo>
                      <a:pt x="2944" y="529"/>
                      <a:pt x="2347" y="230"/>
                      <a:pt x="1536" y="59"/>
                    </a:cubicBezTo>
                    <a:cubicBezTo>
                      <a:pt x="1285" y="20"/>
                      <a:pt x="1051" y="1"/>
                      <a:pt x="845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Google Shape;1719;p53"/>
              <p:cNvSpPr/>
              <p:nvPr/>
            </p:nvSpPr>
            <p:spPr>
              <a:xfrm>
                <a:off x="9306901" y="2808805"/>
                <a:ext cx="30846" cy="10293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641" extrusionOk="0">
                    <a:moveTo>
                      <a:pt x="939" y="0"/>
                    </a:moveTo>
                    <a:cubicBezTo>
                      <a:pt x="384" y="0"/>
                      <a:pt x="0" y="171"/>
                      <a:pt x="0" y="342"/>
                    </a:cubicBezTo>
                    <a:cubicBezTo>
                      <a:pt x="0" y="512"/>
                      <a:pt x="427" y="640"/>
                      <a:pt x="939" y="640"/>
                    </a:cubicBezTo>
                    <a:cubicBezTo>
                      <a:pt x="1494" y="640"/>
                      <a:pt x="1920" y="469"/>
                      <a:pt x="1920" y="299"/>
                    </a:cubicBezTo>
                    <a:cubicBezTo>
                      <a:pt x="1920" y="128"/>
                      <a:pt x="1451" y="0"/>
                      <a:pt x="939" y="0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720" name="Google Shape;1720;p53"/>
          <p:cNvSpPr/>
          <p:nvPr/>
        </p:nvSpPr>
        <p:spPr>
          <a:xfrm>
            <a:off x="4" y="1017700"/>
            <a:ext cx="9143992" cy="78001"/>
          </a:xfrm>
          <a:custGeom>
            <a:avLst/>
            <a:gdLst/>
            <a:ahLst/>
            <a:cxnLst/>
            <a:rect l="l" t="t" r="r" b="b"/>
            <a:pathLst>
              <a:path w="27171" h="525" extrusionOk="0">
                <a:moveTo>
                  <a:pt x="1" y="1"/>
                </a:moveTo>
                <a:lnTo>
                  <a:pt x="1" y="525"/>
                </a:lnTo>
                <a:lnTo>
                  <a:pt x="27171" y="525"/>
                </a:lnTo>
                <a:lnTo>
                  <a:pt x="2717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21" name="Google Shape;1721;p53"/>
          <p:cNvGrpSpPr/>
          <p:nvPr/>
        </p:nvGrpSpPr>
        <p:grpSpPr>
          <a:xfrm>
            <a:off x="389043" y="1095706"/>
            <a:ext cx="648376" cy="880878"/>
            <a:chOff x="638276" y="3526008"/>
            <a:chExt cx="714936" cy="971200"/>
          </a:xfrm>
        </p:grpSpPr>
        <p:sp>
          <p:nvSpPr>
            <p:cNvPr id="1722" name="Google Shape;1722;p53"/>
            <p:cNvSpPr/>
            <p:nvPr/>
          </p:nvSpPr>
          <p:spPr>
            <a:xfrm>
              <a:off x="801537" y="3817400"/>
              <a:ext cx="388460" cy="388464"/>
            </a:xfrm>
            <a:custGeom>
              <a:avLst/>
              <a:gdLst/>
              <a:ahLst/>
              <a:cxnLst/>
              <a:rect l="l" t="t" r="r" b="b"/>
              <a:pathLst>
                <a:path w="91295" h="91296" extrusionOk="0">
                  <a:moveTo>
                    <a:pt x="75084" y="16212"/>
                  </a:moveTo>
                  <a:cubicBezTo>
                    <a:pt x="91295" y="32466"/>
                    <a:pt x="91295" y="58788"/>
                    <a:pt x="75084" y="75041"/>
                  </a:cubicBezTo>
                  <a:cubicBezTo>
                    <a:pt x="58830" y="91295"/>
                    <a:pt x="32466" y="91295"/>
                    <a:pt x="16255" y="75041"/>
                  </a:cubicBezTo>
                  <a:cubicBezTo>
                    <a:pt x="1" y="58788"/>
                    <a:pt x="1" y="32466"/>
                    <a:pt x="16255" y="16212"/>
                  </a:cubicBezTo>
                  <a:cubicBezTo>
                    <a:pt x="32466" y="1"/>
                    <a:pt x="58830" y="1"/>
                    <a:pt x="75084" y="16212"/>
                  </a:cubicBezTo>
                  <a:close/>
                </a:path>
              </a:pathLst>
            </a:custGeom>
            <a:gradFill>
              <a:gsLst>
                <a:gs pos="0">
                  <a:srgbClr val="F9EBAB">
                    <a:alpha val="21960"/>
                    <a:alpha val="21910"/>
                  </a:srgbClr>
                </a:gs>
                <a:gs pos="41000">
                  <a:srgbClr val="F9EBAB">
                    <a:alpha val="53333"/>
                    <a:alpha val="21910"/>
                  </a:srgbClr>
                </a:gs>
                <a:gs pos="100000">
                  <a:srgbClr val="F9EBAB">
                    <a:alpha val="77254"/>
                    <a:alpha val="2191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23" name="Google Shape;1723;p53"/>
            <p:cNvGrpSpPr/>
            <p:nvPr/>
          </p:nvGrpSpPr>
          <p:grpSpPr>
            <a:xfrm>
              <a:off x="638276" y="3526008"/>
              <a:ext cx="714936" cy="971200"/>
              <a:chOff x="9141124" y="2771118"/>
              <a:chExt cx="319239" cy="433649"/>
            </a:xfrm>
          </p:grpSpPr>
          <p:sp>
            <p:nvSpPr>
              <p:cNvPr id="1724" name="Google Shape;1724;p53"/>
              <p:cNvSpPr/>
              <p:nvPr/>
            </p:nvSpPr>
            <p:spPr>
              <a:xfrm>
                <a:off x="9271960" y="3034862"/>
                <a:ext cx="17824" cy="25355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1579" extrusionOk="0">
                    <a:moveTo>
                      <a:pt x="641" y="0"/>
                    </a:moveTo>
                    <a:cubicBezTo>
                      <a:pt x="385" y="0"/>
                      <a:pt x="129" y="384"/>
                      <a:pt x="43" y="811"/>
                    </a:cubicBezTo>
                    <a:cubicBezTo>
                      <a:pt x="1" y="1237"/>
                      <a:pt x="214" y="1579"/>
                      <a:pt x="470" y="1579"/>
                    </a:cubicBezTo>
                    <a:cubicBezTo>
                      <a:pt x="769" y="1579"/>
                      <a:pt x="1025" y="1237"/>
                      <a:pt x="1067" y="811"/>
                    </a:cubicBezTo>
                    <a:cubicBezTo>
                      <a:pt x="1110" y="384"/>
                      <a:pt x="939" y="0"/>
                      <a:pt x="641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Google Shape;1725;p53"/>
              <p:cNvSpPr/>
              <p:nvPr/>
            </p:nvSpPr>
            <p:spPr>
              <a:xfrm>
                <a:off x="9267175" y="2928674"/>
                <a:ext cx="54965" cy="93728"/>
              </a:xfrm>
              <a:custGeom>
                <a:avLst/>
                <a:gdLst/>
                <a:ahLst/>
                <a:cxnLst/>
                <a:rect l="l" t="t" r="r" b="b"/>
                <a:pathLst>
                  <a:path w="3423" h="5837" extrusionOk="0">
                    <a:moveTo>
                      <a:pt x="1195" y="1"/>
                    </a:moveTo>
                    <a:cubicBezTo>
                      <a:pt x="1195" y="1"/>
                      <a:pt x="1962" y="1707"/>
                      <a:pt x="1109" y="2518"/>
                    </a:cubicBezTo>
                    <a:cubicBezTo>
                      <a:pt x="85" y="3499"/>
                      <a:pt x="0" y="5419"/>
                      <a:pt x="1579" y="5803"/>
                    </a:cubicBezTo>
                    <a:cubicBezTo>
                      <a:pt x="1673" y="5826"/>
                      <a:pt x="1762" y="5837"/>
                      <a:pt x="1847" y="5837"/>
                    </a:cubicBezTo>
                    <a:cubicBezTo>
                      <a:pt x="3190" y="5837"/>
                      <a:pt x="3423" y="3127"/>
                      <a:pt x="2901" y="1963"/>
                    </a:cubicBezTo>
                    <a:cubicBezTo>
                      <a:pt x="2517" y="1195"/>
                      <a:pt x="1920" y="513"/>
                      <a:pt x="1195" y="1"/>
                    </a:cubicBezTo>
                    <a:close/>
                  </a:path>
                </a:pathLst>
              </a:custGeom>
              <a:solidFill>
                <a:srgbClr val="F2D3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Google Shape;1726;p53"/>
              <p:cNvSpPr/>
              <p:nvPr/>
            </p:nvSpPr>
            <p:spPr>
              <a:xfrm>
                <a:off x="9274706" y="3031330"/>
                <a:ext cx="53439" cy="115213"/>
              </a:xfrm>
              <a:custGeom>
                <a:avLst/>
                <a:gdLst/>
                <a:ahLst/>
                <a:cxnLst/>
                <a:rect l="l" t="t" r="r" b="b"/>
                <a:pathLst>
                  <a:path w="3328" h="7175" extrusionOk="0">
                    <a:moveTo>
                      <a:pt x="2456" y="0"/>
                    </a:moveTo>
                    <a:cubicBezTo>
                      <a:pt x="2434" y="0"/>
                      <a:pt x="2411" y="3"/>
                      <a:pt x="2389" y="7"/>
                    </a:cubicBezTo>
                    <a:lnTo>
                      <a:pt x="726" y="135"/>
                    </a:lnTo>
                    <a:cubicBezTo>
                      <a:pt x="512" y="135"/>
                      <a:pt x="342" y="306"/>
                      <a:pt x="342" y="519"/>
                    </a:cubicBezTo>
                    <a:cubicBezTo>
                      <a:pt x="171" y="3207"/>
                      <a:pt x="0" y="5937"/>
                      <a:pt x="214" y="7174"/>
                    </a:cubicBezTo>
                    <a:lnTo>
                      <a:pt x="3115" y="7174"/>
                    </a:lnTo>
                    <a:cubicBezTo>
                      <a:pt x="3328" y="5852"/>
                      <a:pt x="2944" y="3036"/>
                      <a:pt x="2859" y="391"/>
                    </a:cubicBezTo>
                    <a:cubicBezTo>
                      <a:pt x="2859" y="161"/>
                      <a:pt x="2653" y="0"/>
                      <a:pt x="2456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Google Shape;1727;p53"/>
              <p:cNvSpPr/>
              <p:nvPr/>
            </p:nvSpPr>
            <p:spPr>
              <a:xfrm>
                <a:off x="9209625" y="3132139"/>
                <a:ext cx="185657" cy="54804"/>
              </a:xfrm>
              <a:custGeom>
                <a:avLst/>
                <a:gdLst/>
                <a:ahLst/>
                <a:cxnLst/>
                <a:rect l="l" t="t" r="r" b="b"/>
                <a:pathLst>
                  <a:path w="11562" h="3413" extrusionOk="0">
                    <a:moveTo>
                      <a:pt x="5760" y="0"/>
                    </a:moveTo>
                    <a:cubicBezTo>
                      <a:pt x="3669" y="0"/>
                      <a:pt x="1" y="1067"/>
                      <a:pt x="1" y="1920"/>
                    </a:cubicBezTo>
                    <a:cubicBezTo>
                      <a:pt x="1" y="2730"/>
                      <a:pt x="2560" y="3413"/>
                      <a:pt x="5760" y="3413"/>
                    </a:cubicBezTo>
                    <a:cubicBezTo>
                      <a:pt x="8959" y="3413"/>
                      <a:pt x="11562" y="2730"/>
                      <a:pt x="11562" y="1920"/>
                    </a:cubicBezTo>
                    <a:cubicBezTo>
                      <a:pt x="11562" y="1067"/>
                      <a:pt x="7893" y="0"/>
                      <a:pt x="5760" y="0"/>
                    </a:cubicBezTo>
                    <a:close/>
                  </a:path>
                </a:pathLst>
              </a:custGeom>
              <a:solidFill>
                <a:srgbClr val="D8934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Google Shape;1728;p53"/>
              <p:cNvSpPr/>
              <p:nvPr/>
            </p:nvSpPr>
            <p:spPr>
              <a:xfrm>
                <a:off x="9193872" y="2882091"/>
                <a:ext cx="15078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39" h="18047" extrusionOk="0">
                    <a:moveTo>
                      <a:pt x="0" y="1"/>
                    </a:moveTo>
                    <a:lnTo>
                      <a:pt x="0" y="18046"/>
                    </a:lnTo>
                    <a:lnTo>
                      <a:pt x="939" y="18046"/>
                    </a:lnTo>
                    <a:lnTo>
                      <a:pt x="939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Google Shape;1729;p53"/>
              <p:cNvSpPr/>
              <p:nvPr/>
            </p:nvSpPr>
            <p:spPr>
              <a:xfrm>
                <a:off x="9392520" y="2882091"/>
                <a:ext cx="15094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18047" extrusionOk="0">
                    <a:moveTo>
                      <a:pt x="1" y="1"/>
                    </a:moveTo>
                    <a:lnTo>
                      <a:pt x="1" y="18046"/>
                    </a:lnTo>
                    <a:lnTo>
                      <a:pt x="940" y="18046"/>
                    </a:lnTo>
                    <a:lnTo>
                      <a:pt x="940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Google Shape;1730;p53"/>
              <p:cNvSpPr/>
              <p:nvPr/>
            </p:nvSpPr>
            <p:spPr>
              <a:xfrm>
                <a:off x="9338406" y="2882091"/>
                <a:ext cx="15094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18047" extrusionOk="0">
                    <a:moveTo>
                      <a:pt x="1" y="1"/>
                    </a:moveTo>
                    <a:lnTo>
                      <a:pt x="1" y="18046"/>
                    </a:lnTo>
                    <a:lnTo>
                      <a:pt x="939" y="18046"/>
                    </a:lnTo>
                    <a:lnTo>
                      <a:pt x="939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Google Shape;1731;p53"/>
              <p:cNvSpPr/>
              <p:nvPr/>
            </p:nvSpPr>
            <p:spPr>
              <a:xfrm>
                <a:off x="9182231" y="2880726"/>
                <a:ext cx="237025" cy="17824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110" extrusionOk="0">
                    <a:moveTo>
                      <a:pt x="0" y="1"/>
                    </a:moveTo>
                    <a:lnTo>
                      <a:pt x="0" y="299"/>
                    </a:lnTo>
                    <a:cubicBezTo>
                      <a:pt x="0" y="768"/>
                      <a:pt x="384" y="1110"/>
                      <a:pt x="811" y="1110"/>
                    </a:cubicBezTo>
                    <a:lnTo>
                      <a:pt x="13993" y="1110"/>
                    </a:lnTo>
                    <a:cubicBezTo>
                      <a:pt x="14419" y="1110"/>
                      <a:pt x="14761" y="768"/>
                      <a:pt x="14761" y="299"/>
                    </a:cubicBezTo>
                    <a:lnTo>
                      <a:pt x="14761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Google Shape;1732;p53"/>
              <p:cNvSpPr/>
              <p:nvPr/>
            </p:nvSpPr>
            <p:spPr>
              <a:xfrm>
                <a:off x="9182231" y="3152676"/>
                <a:ext cx="237025" cy="30172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879" extrusionOk="0">
                    <a:moveTo>
                      <a:pt x="1024" y="1"/>
                    </a:moveTo>
                    <a:cubicBezTo>
                      <a:pt x="469" y="1"/>
                      <a:pt x="0" y="470"/>
                      <a:pt x="0" y="1025"/>
                    </a:cubicBezTo>
                    <a:lnTo>
                      <a:pt x="0" y="1878"/>
                    </a:lnTo>
                    <a:lnTo>
                      <a:pt x="14761" y="1878"/>
                    </a:lnTo>
                    <a:lnTo>
                      <a:pt x="14761" y="1025"/>
                    </a:lnTo>
                    <a:cubicBezTo>
                      <a:pt x="14761" y="470"/>
                      <a:pt x="14334" y="1"/>
                      <a:pt x="13737" y="1"/>
                    </a:cubicBez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Google Shape;1733;p53"/>
              <p:cNvSpPr/>
              <p:nvPr/>
            </p:nvSpPr>
            <p:spPr>
              <a:xfrm>
                <a:off x="9180175" y="2803313"/>
                <a:ext cx="254158" cy="68533"/>
              </a:xfrm>
              <a:custGeom>
                <a:avLst/>
                <a:gdLst/>
                <a:ahLst/>
                <a:cxnLst/>
                <a:rect l="l" t="t" r="r" b="b"/>
                <a:pathLst>
                  <a:path w="15828" h="4268" extrusionOk="0">
                    <a:moveTo>
                      <a:pt x="7892" y="1"/>
                    </a:moveTo>
                    <a:cubicBezTo>
                      <a:pt x="3882" y="1"/>
                      <a:pt x="555" y="1835"/>
                      <a:pt x="0" y="4267"/>
                    </a:cubicBezTo>
                    <a:lnTo>
                      <a:pt x="15827" y="4267"/>
                    </a:lnTo>
                    <a:cubicBezTo>
                      <a:pt x="15230" y="1835"/>
                      <a:pt x="11902" y="1"/>
                      <a:pt x="7892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Google Shape;1734;p53"/>
              <p:cNvSpPr/>
              <p:nvPr/>
            </p:nvSpPr>
            <p:spPr>
              <a:xfrm>
                <a:off x="9296624" y="2771118"/>
                <a:ext cx="20570" cy="35648"/>
              </a:xfrm>
              <a:custGeom>
                <a:avLst/>
                <a:gdLst/>
                <a:ahLst/>
                <a:cxnLst/>
                <a:rect l="l" t="t" r="r" b="b"/>
                <a:pathLst>
                  <a:path w="1281" h="2220" extrusionOk="0">
                    <a:moveTo>
                      <a:pt x="640" y="1"/>
                    </a:moveTo>
                    <a:cubicBezTo>
                      <a:pt x="320" y="1"/>
                      <a:pt x="0" y="257"/>
                      <a:pt x="0" y="769"/>
                    </a:cubicBezTo>
                    <a:lnTo>
                      <a:pt x="0" y="2219"/>
                    </a:lnTo>
                    <a:lnTo>
                      <a:pt x="1280" y="2219"/>
                    </a:lnTo>
                    <a:lnTo>
                      <a:pt x="1280" y="769"/>
                    </a:lnTo>
                    <a:cubicBezTo>
                      <a:pt x="1280" y="257"/>
                      <a:pt x="960" y="1"/>
                      <a:pt x="640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Google Shape;1735;p53"/>
              <p:cNvSpPr/>
              <p:nvPr/>
            </p:nvSpPr>
            <p:spPr>
              <a:xfrm>
                <a:off x="9141124" y="2856062"/>
                <a:ext cx="319239" cy="28791"/>
              </a:xfrm>
              <a:custGeom>
                <a:avLst/>
                <a:gdLst/>
                <a:ahLst/>
                <a:cxnLst/>
                <a:rect l="l" t="t" r="r" b="b"/>
                <a:pathLst>
                  <a:path w="19881" h="1793" extrusionOk="0">
                    <a:moveTo>
                      <a:pt x="1707" y="1"/>
                    </a:moveTo>
                    <a:cubicBezTo>
                      <a:pt x="1" y="1"/>
                      <a:pt x="1" y="1793"/>
                      <a:pt x="1707" y="1793"/>
                    </a:cubicBezTo>
                    <a:lnTo>
                      <a:pt x="18217" y="1793"/>
                    </a:lnTo>
                    <a:cubicBezTo>
                      <a:pt x="19880" y="1793"/>
                      <a:pt x="19880" y="1"/>
                      <a:pt x="18217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Google Shape;1736;p53"/>
              <p:cNvSpPr/>
              <p:nvPr/>
            </p:nvSpPr>
            <p:spPr>
              <a:xfrm>
                <a:off x="9152091" y="3174611"/>
                <a:ext cx="301415" cy="30156"/>
              </a:xfrm>
              <a:custGeom>
                <a:avLst/>
                <a:gdLst/>
                <a:ahLst/>
                <a:cxnLst/>
                <a:rect l="l" t="t" r="r" b="b"/>
                <a:pathLst>
                  <a:path w="18771" h="1878" extrusionOk="0">
                    <a:moveTo>
                      <a:pt x="1024" y="0"/>
                    </a:moveTo>
                    <a:cubicBezTo>
                      <a:pt x="0" y="0"/>
                      <a:pt x="0" y="1877"/>
                      <a:pt x="1024" y="1877"/>
                    </a:cubicBezTo>
                    <a:lnTo>
                      <a:pt x="17534" y="1877"/>
                    </a:lnTo>
                    <a:cubicBezTo>
                      <a:pt x="18771" y="1877"/>
                      <a:pt x="18771" y="0"/>
                      <a:pt x="17534" y="0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Google Shape;1737;p53"/>
              <p:cNvSpPr/>
              <p:nvPr/>
            </p:nvSpPr>
            <p:spPr>
              <a:xfrm>
                <a:off x="9215101" y="2803281"/>
                <a:ext cx="197989" cy="42584"/>
              </a:xfrm>
              <a:custGeom>
                <a:avLst/>
                <a:gdLst/>
                <a:ahLst/>
                <a:cxnLst/>
                <a:rect l="l" t="t" r="r" b="b"/>
                <a:pathLst>
                  <a:path w="12330" h="2652" extrusionOk="0">
                    <a:moveTo>
                      <a:pt x="5486" y="0"/>
                    </a:moveTo>
                    <a:cubicBezTo>
                      <a:pt x="3561" y="0"/>
                      <a:pt x="1683" y="512"/>
                      <a:pt x="1" y="1496"/>
                    </a:cubicBezTo>
                    <a:cubicBezTo>
                      <a:pt x="2270" y="2266"/>
                      <a:pt x="4655" y="2651"/>
                      <a:pt x="7010" y="2651"/>
                    </a:cubicBezTo>
                    <a:cubicBezTo>
                      <a:pt x="7134" y="2651"/>
                      <a:pt x="7257" y="2650"/>
                      <a:pt x="7381" y="2648"/>
                    </a:cubicBezTo>
                    <a:cubicBezTo>
                      <a:pt x="9045" y="2648"/>
                      <a:pt x="10709" y="2477"/>
                      <a:pt x="12330" y="2179"/>
                    </a:cubicBezTo>
                    <a:cubicBezTo>
                      <a:pt x="10879" y="856"/>
                      <a:pt x="8490" y="3"/>
                      <a:pt x="5717" y="3"/>
                    </a:cubicBezTo>
                    <a:cubicBezTo>
                      <a:pt x="5640" y="1"/>
                      <a:pt x="5563" y="0"/>
                      <a:pt x="5486" y="0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Google Shape;1738;p53"/>
              <p:cNvSpPr/>
              <p:nvPr/>
            </p:nvSpPr>
            <p:spPr>
              <a:xfrm>
                <a:off x="9150710" y="2856062"/>
                <a:ext cx="300741" cy="14516"/>
              </a:xfrm>
              <a:custGeom>
                <a:avLst/>
                <a:gdLst/>
                <a:ahLst/>
                <a:cxnLst/>
                <a:rect l="l" t="t" r="r" b="b"/>
                <a:pathLst>
                  <a:path w="18729" h="904" extrusionOk="0">
                    <a:moveTo>
                      <a:pt x="1110" y="1"/>
                    </a:moveTo>
                    <a:cubicBezTo>
                      <a:pt x="683" y="1"/>
                      <a:pt x="257" y="129"/>
                      <a:pt x="1" y="470"/>
                    </a:cubicBezTo>
                    <a:cubicBezTo>
                      <a:pt x="231" y="738"/>
                      <a:pt x="598" y="903"/>
                      <a:pt x="979" y="903"/>
                    </a:cubicBezTo>
                    <a:cubicBezTo>
                      <a:pt x="1023" y="903"/>
                      <a:pt x="1066" y="901"/>
                      <a:pt x="1110" y="897"/>
                    </a:cubicBezTo>
                    <a:lnTo>
                      <a:pt x="17620" y="897"/>
                    </a:lnTo>
                    <a:cubicBezTo>
                      <a:pt x="17659" y="901"/>
                      <a:pt x="17698" y="903"/>
                      <a:pt x="17738" y="903"/>
                    </a:cubicBezTo>
                    <a:cubicBezTo>
                      <a:pt x="18089" y="903"/>
                      <a:pt x="18461" y="738"/>
                      <a:pt x="18729" y="470"/>
                    </a:cubicBezTo>
                    <a:cubicBezTo>
                      <a:pt x="18430" y="129"/>
                      <a:pt x="18004" y="1"/>
                      <a:pt x="17620" y="1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Google Shape;1739;p53"/>
              <p:cNvSpPr/>
              <p:nvPr/>
            </p:nvSpPr>
            <p:spPr>
              <a:xfrm>
                <a:off x="9158257" y="3174498"/>
                <a:ext cx="289083" cy="13826"/>
              </a:xfrm>
              <a:custGeom>
                <a:avLst/>
                <a:gdLst/>
                <a:ahLst/>
                <a:cxnLst/>
                <a:rect l="l" t="t" r="r" b="b"/>
                <a:pathLst>
                  <a:path w="18003" h="861" extrusionOk="0">
                    <a:moveTo>
                      <a:pt x="17253" y="1"/>
                    </a:moveTo>
                    <a:cubicBezTo>
                      <a:pt x="17219" y="1"/>
                      <a:pt x="17184" y="3"/>
                      <a:pt x="17150" y="7"/>
                    </a:cubicBezTo>
                    <a:lnTo>
                      <a:pt x="640" y="7"/>
                    </a:lnTo>
                    <a:cubicBezTo>
                      <a:pt x="341" y="7"/>
                      <a:pt x="85" y="178"/>
                      <a:pt x="0" y="434"/>
                    </a:cubicBezTo>
                    <a:cubicBezTo>
                      <a:pt x="85" y="690"/>
                      <a:pt x="341" y="860"/>
                      <a:pt x="640" y="860"/>
                    </a:cubicBezTo>
                    <a:lnTo>
                      <a:pt x="17150" y="860"/>
                    </a:lnTo>
                    <a:cubicBezTo>
                      <a:pt x="17491" y="860"/>
                      <a:pt x="17790" y="690"/>
                      <a:pt x="18003" y="434"/>
                    </a:cubicBezTo>
                    <a:cubicBezTo>
                      <a:pt x="17811" y="166"/>
                      <a:pt x="17551" y="1"/>
                      <a:pt x="17253" y="1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Google Shape;1740;p53"/>
              <p:cNvSpPr/>
              <p:nvPr/>
            </p:nvSpPr>
            <p:spPr>
              <a:xfrm>
                <a:off x="9187016" y="3174611"/>
                <a:ext cx="79485" cy="13713"/>
              </a:xfrm>
              <a:custGeom>
                <a:avLst/>
                <a:gdLst/>
                <a:ahLst/>
                <a:cxnLst/>
                <a:rect l="l" t="t" r="r" b="b"/>
                <a:pathLst>
                  <a:path w="4950" h="854" extrusionOk="0">
                    <a:moveTo>
                      <a:pt x="214" y="0"/>
                    </a:moveTo>
                    <a:cubicBezTo>
                      <a:pt x="129" y="0"/>
                      <a:pt x="86" y="171"/>
                      <a:pt x="43" y="427"/>
                    </a:cubicBezTo>
                    <a:cubicBezTo>
                      <a:pt x="1" y="640"/>
                      <a:pt x="129" y="853"/>
                      <a:pt x="214" y="853"/>
                    </a:cubicBezTo>
                    <a:lnTo>
                      <a:pt x="4693" y="853"/>
                    </a:lnTo>
                    <a:cubicBezTo>
                      <a:pt x="4821" y="853"/>
                      <a:pt x="4907" y="640"/>
                      <a:pt x="4949" y="427"/>
                    </a:cubicBezTo>
                    <a:cubicBezTo>
                      <a:pt x="4907" y="171"/>
                      <a:pt x="4821" y="0"/>
                      <a:pt x="4693" y="0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Google Shape;1741;p53"/>
              <p:cNvSpPr/>
              <p:nvPr/>
            </p:nvSpPr>
            <p:spPr>
              <a:xfrm>
                <a:off x="9277436" y="3031426"/>
                <a:ext cx="40433" cy="80175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4993" extrusionOk="0">
                    <a:moveTo>
                      <a:pt x="2219" y="1"/>
                    </a:moveTo>
                    <a:lnTo>
                      <a:pt x="598" y="172"/>
                    </a:lnTo>
                    <a:cubicBezTo>
                      <a:pt x="385" y="172"/>
                      <a:pt x="214" y="342"/>
                      <a:pt x="172" y="556"/>
                    </a:cubicBezTo>
                    <a:cubicBezTo>
                      <a:pt x="129" y="1665"/>
                      <a:pt x="44" y="2817"/>
                      <a:pt x="1" y="3840"/>
                    </a:cubicBezTo>
                    <a:cubicBezTo>
                      <a:pt x="257" y="4523"/>
                      <a:pt x="641" y="4992"/>
                      <a:pt x="1068" y="4992"/>
                    </a:cubicBezTo>
                    <a:cubicBezTo>
                      <a:pt x="1835" y="4992"/>
                      <a:pt x="2518" y="3371"/>
                      <a:pt x="2518" y="1323"/>
                    </a:cubicBezTo>
                    <a:cubicBezTo>
                      <a:pt x="2518" y="897"/>
                      <a:pt x="2475" y="428"/>
                      <a:pt x="2390" y="1"/>
                    </a:cubicBezTo>
                    <a:close/>
                  </a:path>
                </a:pathLst>
              </a:custGeom>
              <a:solidFill>
                <a:srgbClr val="F7D8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Google Shape;1742;p53"/>
              <p:cNvSpPr/>
              <p:nvPr/>
            </p:nvSpPr>
            <p:spPr>
              <a:xfrm>
                <a:off x="9277436" y="2974582"/>
                <a:ext cx="40433" cy="47900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2983" extrusionOk="0">
                    <a:moveTo>
                      <a:pt x="1409" y="0"/>
                    </a:moveTo>
                    <a:cubicBezTo>
                      <a:pt x="684" y="0"/>
                      <a:pt x="86" y="1024"/>
                      <a:pt x="1" y="2346"/>
                    </a:cubicBezTo>
                    <a:cubicBezTo>
                      <a:pt x="214" y="2645"/>
                      <a:pt x="556" y="2858"/>
                      <a:pt x="940" y="2944"/>
                    </a:cubicBezTo>
                    <a:cubicBezTo>
                      <a:pt x="1039" y="2970"/>
                      <a:pt x="1134" y="2982"/>
                      <a:pt x="1223" y="2982"/>
                    </a:cubicBezTo>
                    <a:cubicBezTo>
                      <a:pt x="2013" y="2982"/>
                      <a:pt x="2403" y="2020"/>
                      <a:pt x="2518" y="1024"/>
                    </a:cubicBezTo>
                    <a:cubicBezTo>
                      <a:pt x="2219" y="384"/>
                      <a:pt x="1835" y="0"/>
                      <a:pt x="1409" y="0"/>
                    </a:cubicBezTo>
                    <a:close/>
                  </a:path>
                </a:pathLst>
              </a:custGeom>
              <a:solidFill>
                <a:srgbClr val="FFAD6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Google Shape;1743;p53"/>
              <p:cNvSpPr/>
              <p:nvPr/>
            </p:nvSpPr>
            <p:spPr>
              <a:xfrm>
                <a:off x="9284983" y="2993065"/>
                <a:ext cx="24680" cy="28582"/>
              </a:xfrm>
              <a:custGeom>
                <a:avLst/>
                <a:gdLst/>
                <a:ahLst/>
                <a:cxnLst/>
                <a:rect l="l" t="t" r="r" b="b"/>
                <a:pathLst>
                  <a:path w="1537" h="1780" extrusionOk="0">
                    <a:moveTo>
                      <a:pt x="853" y="1"/>
                    </a:moveTo>
                    <a:cubicBezTo>
                      <a:pt x="427" y="1"/>
                      <a:pt x="86" y="598"/>
                      <a:pt x="0" y="1409"/>
                    </a:cubicBezTo>
                    <a:cubicBezTo>
                      <a:pt x="171" y="1579"/>
                      <a:pt x="384" y="1707"/>
                      <a:pt x="598" y="1750"/>
                    </a:cubicBezTo>
                    <a:cubicBezTo>
                      <a:pt x="667" y="1770"/>
                      <a:pt x="732" y="1779"/>
                      <a:pt x="793" y="1779"/>
                    </a:cubicBezTo>
                    <a:cubicBezTo>
                      <a:pt x="1252" y="1779"/>
                      <a:pt x="1461" y="1239"/>
                      <a:pt x="1536" y="598"/>
                    </a:cubicBezTo>
                    <a:cubicBezTo>
                      <a:pt x="1365" y="214"/>
                      <a:pt x="1152" y="1"/>
                      <a:pt x="853" y="1"/>
                    </a:cubicBezTo>
                    <a:close/>
                  </a:path>
                </a:pathLst>
              </a:custGeom>
              <a:solidFill>
                <a:srgbClr val="F2D3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Google Shape;1744;p53"/>
              <p:cNvSpPr/>
              <p:nvPr/>
            </p:nvSpPr>
            <p:spPr>
              <a:xfrm>
                <a:off x="9278817" y="3075279"/>
                <a:ext cx="26736" cy="19189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1195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86" y="683"/>
                      <a:pt x="427" y="1195"/>
                      <a:pt x="854" y="1195"/>
                    </a:cubicBezTo>
                    <a:cubicBezTo>
                      <a:pt x="1237" y="1195"/>
                      <a:pt x="1579" y="726"/>
                      <a:pt x="1664" y="128"/>
                    </a:cubicBezTo>
                    <a:lnTo>
                      <a:pt x="1664" y="128"/>
                    </a:lnTo>
                    <a:cubicBezTo>
                      <a:pt x="1493" y="384"/>
                      <a:pt x="1195" y="555"/>
                      <a:pt x="854" y="555"/>
                    </a:cubicBezTo>
                    <a:cubicBezTo>
                      <a:pt x="512" y="512"/>
                      <a:pt x="171" y="342"/>
                      <a:pt x="0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Google Shape;1745;p53"/>
              <p:cNvSpPr/>
              <p:nvPr/>
            </p:nvSpPr>
            <p:spPr>
              <a:xfrm>
                <a:off x="9293879" y="3036918"/>
                <a:ext cx="26045" cy="20586"/>
              </a:xfrm>
              <a:custGeom>
                <a:avLst/>
                <a:gdLst/>
                <a:ahLst/>
                <a:cxnLst/>
                <a:rect l="l" t="t" r="r" b="b"/>
                <a:pathLst>
                  <a:path w="1622" h="1282" extrusionOk="0">
                    <a:moveTo>
                      <a:pt x="1579" y="0"/>
                    </a:moveTo>
                    <a:lnTo>
                      <a:pt x="1579" y="0"/>
                    </a:lnTo>
                    <a:cubicBezTo>
                      <a:pt x="1451" y="299"/>
                      <a:pt x="1195" y="555"/>
                      <a:pt x="897" y="726"/>
                    </a:cubicBezTo>
                    <a:cubicBezTo>
                      <a:pt x="802" y="753"/>
                      <a:pt x="699" y="767"/>
                      <a:pt x="596" y="767"/>
                    </a:cubicBezTo>
                    <a:cubicBezTo>
                      <a:pt x="372" y="767"/>
                      <a:pt x="147" y="701"/>
                      <a:pt x="1" y="555"/>
                    </a:cubicBezTo>
                    <a:lnTo>
                      <a:pt x="1" y="555"/>
                    </a:lnTo>
                    <a:cubicBezTo>
                      <a:pt x="141" y="976"/>
                      <a:pt x="455" y="1282"/>
                      <a:pt x="776" y="1282"/>
                    </a:cubicBezTo>
                    <a:cubicBezTo>
                      <a:pt x="845" y="1282"/>
                      <a:pt x="914" y="1268"/>
                      <a:pt x="982" y="1237"/>
                    </a:cubicBezTo>
                    <a:cubicBezTo>
                      <a:pt x="1409" y="981"/>
                      <a:pt x="1622" y="512"/>
                      <a:pt x="1579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Google Shape;1746;p53"/>
              <p:cNvSpPr/>
              <p:nvPr/>
            </p:nvSpPr>
            <p:spPr>
              <a:xfrm>
                <a:off x="9208934" y="2856062"/>
                <a:ext cx="85651" cy="14404"/>
              </a:xfrm>
              <a:custGeom>
                <a:avLst/>
                <a:gdLst/>
                <a:ahLst/>
                <a:cxnLst/>
                <a:rect l="l" t="t" r="r" b="b"/>
                <a:pathLst>
                  <a:path w="5334" h="897" extrusionOk="0">
                    <a:moveTo>
                      <a:pt x="300" y="1"/>
                    </a:moveTo>
                    <a:cubicBezTo>
                      <a:pt x="129" y="1"/>
                      <a:pt x="44" y="214"/>
                      <a:pt x="1" y="470"/>
                    </a:cubicBezTo>
                    <a:cubicBezTo>
                      <a:pt x="44" y="726"/>
                      <a:pt x="129" y="897"/>
                      <a:pt x="300" y="897"/>
                    </a:cubicBezTo>
                    <a:lnTo>
                      <a:pt x="5035" y="897"/>
                    </a:lnTo>
                    <a:cubicBezTo>
                      <a:pt x="5163" y="897"/>
                      <a:pt x="5291" y="726"/>
                      <a:pt x="5334" y="470"/>
                    </a:cubicBezTo>
                    <a:cubicBezTo>
                      <a:pt x="5291" y="214"/>
                      <a:pt x="5163" y="1"/>
                      <a:pt x="5035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Google Shape;1747;p53"/>
              <p:cNvSpPr/>
              <p:nvPr/>
            </p:nvSpPr>
            <p:spPr>
              <a:xfrm>
                <a:off x="9312377" y="2856062"/>
                <a:ext cx="52765" cy="14404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897" extrusionOk="0">
                    <a:moveTo>
                      <a:pt x="214" y="1"/>
                    </a:moveTo>
                    <a:cubicBezTo>
                      <a:pt x="129" y="1"/>
                      <a:pt x="86" y="214"/>
                      <a:pt x="43" y="470"/>
                    </a:cubicBezTo>
                    <a:cubicBezTo>
                      <a:pt x="1" y="726"/>
                      <a:pt x="129" y="897"/>
                      <a:pt x="214" y="897"/>
                    </a:cubicBezTo>
                    <a:lnTo>
                      <a:pt x="3072" y="897"/>
                    </a:lnTo>
                    <a:cubicBezTo>
                      <a:pt x="3158" y="897"/>
                      <a:pt x="3243" y="726"/>
                      <a:pt x="3243" y="470"/>
                    </a:cubicBezTo>
                    <a:cubicBezTo>
                      <a:pt x="3286" y="214"/>
                      <a:pt x="3158" y="1"/>
                      <a:pt x="3072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Google Shape;1748;p53"/>
              <p:cNvSpPr/>
              <p:nvPr/>
            </p:nvSpPr>
            <p:spPr>
              <a:xfrm>
                <a:off x="9339097" y="2819499"/>
                <a:ext cx="47289" cy="17422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1085" extrusionOk="0">
                    <a:moveTo>
                      <a:pt x="845" y="1"/>
                    </a:moveTo>
                    <a:cubicBezTo>
                      <a:pt x="387" y="1"/>
                      <a:pt x="73" y="96"/>
                      <a:pt x="43" y="273"/>
                    </a:cubicBezTo>
                    <a:cubicBezTo>
                      <a:pt x="0" y="529"/>
                      <a:pt x="555" y="870"/>
                      <a:pt x="1366" y="998"/>
                    </a:cubicBezTo>
                    <a:cubicBezTo>
                      <a:pt x="1644" y="1057"/>
                      <a:pt x="1907" y="1085"/>
                      <a:pt x="2134" y="1085"/>
                    </a:cubicBezTo>
                    <a:cubicBezTo>
                      <a:pt x="2569" y="1085"/>
                      <a:pt x="2873" y="981"/>
                      <a:pt x="2901" y="785"/>
                    </a:cubicBezTo>
                    <a:cubicBezTo>
                      <a:pt x="2944" y="529"/>
                      <a:pt x="2347" y="230"/>
                      <a:pt x="1536" y="59"/>
                    </a:cubicBezTo>
                    <a:cubicBezTo>
                      <a:pt x="1285" y="20"/>
                      <a:pt x="1051" y="1"/>
                      <a:pt x="845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Google Shape;1749;p53"/>
              <p:cNvSpPr/>
              <p:nvPr/>
            </p:nvSpPr>
            <p:spPr>
              <a:xfrm>
                <a:off x="9306901" y="2808805"/>
                <a:ext cx="30846" cy="10293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641" extrusionOk="0">
                    <a:moveTo>
                      <a:pt x="939" y="0"/>
                    </a:moveTo>
                    <a:cubicBezTo>
                      <a:pt x="384" y="0"/>
                      <a:pt x="0" y="171"/>
                      <a:pt x="0" y="342"/>
                    </a:cubicBezTo>
                    <a:cubicBezTo>
                      <a:pt x="0" y="512"/>
                      <a:pt x="427" y="640"/>
                      <a:pt x="939" y="640"/>
                    </a:cubicBezTo>
                    <a:cubicBezTo>
                      <a:pt x="1494" y="640"/>
                      <a:pt x="1920" y="469"/>
                      <a:pt x="1920" y="299"/>
                    </a:cubicBezTo>
                    <a:cubicBezTo>
                      <a:pt x="1920" y="128"/>
                      <a:pt x="1451" y="0"/>
                      <a:pt x="939" y="0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50" name="Google Shape;1750;p53"/>
          <p:cNvGrpSpPr/>
          <p:nvPr/>
        </p:nvGrpSpPr>
        <p:grpSpPr>
          <a:xfrm rot="1321491" flipH="1">
            <a:off x="8028423" y="3186133"/>
            <a:ext cx="714934" cy="378491"/>
            <a:chOff x="-1074225" y="4512538"/>
            <a:chExt cx="714950" cy="378500"/>
          </a:xfrm>
        </p:grpSpPr>
        <p:sp>
          <p:nvSpPr>
            <p:cNvPr id="1751" name="Google Shape;1751;p53"/>
            <p:cNvSpPr/>
            <p:nvPr/>
          </p:nvSpPr>
          <p:spPr>
            <a:xfrm>
              <a:off x="-962825" y="4548088"/>
              <a:ext cx="188375" cy="120175"/>
            </a:xfrm>
            <a:custGeom>
              <a:avLst/>
              <a:gdLst/>
              <a:ahLst/>
              <a:cxnLst/>
              <a:rect l="l" t="t" r="r" b="b"/>
              <a:pathLst>
                <a:path w="7535" h="4807" extrusionOk="0">
                  <a:moveTo>
                    <a:pt x="2269" y="0"/>
                  </a:moveTo>
                  <a:lnTo>
                    <a:pt x="0" y="2619"/>
                  </a:lnTo>
                  <a:lnTo>
                    <a:pt x="7534" y="4807"/>
                  </a:lnTo>
                  <a:lnTo>
                    <a:pt x="2269" y="0"/>
                  </a:ln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53"/>
            <p:cNvSpPr/>
            <p:nvPr/>
          </p:nvSpPr>
          <p:spPr>
            <a:xfrm>
              <a:off x="-1064100" y="4512538"/>
              <a:ext cx="642725" cy="266450"/>
            </a:xfrm>
            <a:custGeom>
              <a:avLst/>
              <a:gdLst/>
              <a:ahLst/>
              <a:cxnLst/>
              <a:rect l="l" t="t" r="r" b="b"/>
              <a:pathLst>
                <a:path w="25709" h="10658" extrusionOk="0">
                  <a:moveTo>
                    <a:pt x="15471" y="1"/>
                  </a:moveTo>
                  <a:cubicBezTo>
                    <a:pt x="14774" y="1"/>
                    <a:pt x="14066" y="74"/>
                    <a:pt x="13395" y="261"/>
                  </a:cubicBezTo>
                  <a:cubicBezTo>
                    <a:pt x="10532" y="1044"/>
                    <a:pt x="8696" y="3582"/>
                    <a:pt x="8696" y="3582"/>
                  </a:cubicBezTo>
                  <a:lnTo>
                    <a:pt x="8075" y="3636"/>
                  </a:lnTo>
                  <a:cubicBezTo>
                    <a:pt x="8075" y="3636"/>
                    <a:pt x="6914" y="1152"/>
                    <a:pt x="5375" y="1098"/>
                  </a:cubicBezTo>
                  <a:cubicBezTo>
                    <a:pt x="5293" y="1094"/>
                    <a:pt x="5208" y="1091"/>
                    <a:pt x="5120" y="1091"/>
                  </a:cubicBezTo>
                  <a:cubicBezTo>
                    <a:pt x="4135" y="1091"/>
                    <a:pt x="2728" y="1465"/>
                    <a:pt x="1" y="4365"/>
                  </a:cubicBezTo>
                  <a:lnTo>
                    <a:pt x="10640" y="10657"/>
                  </a:lnTo>
                  <a:lnTo>
                    <a:pt x="25708" y="9172"/>
                  </a:lnTo>
                  <a:lnTo>
                    <a:pt x="20388" y="963"/>
                  </a:lnTo>
                  <a:cubicBezTo>
                    <a:pt x="20388" y="963"/>
                    <a:pt x="18000" y="1"/>
                    <a:pt x="15471" y="1"/>
                  </a:cubicBez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53"/>
            <p:cNvSpPr/>
            <p:nvPr/>
          </p:nvSpPr>
          <p:spPr>
            <a:xfrm>
              <a:off x="-1053975" y="4564288"/>
              <a:ext cx="81050" cy="60775"/>
            </a:xfrm>
            <a:custGeom>
              <a:avLst/>
              <a:gdLst/>
              <a:ahLst/>
              <a:cxnLst/>
              <a:rect l="l" t="t" r="r" b="b"/>
              <a:pathLst>
                <a:path w="3242" h="2431" extrusionOk="0">
                  <a:moveTo>
                    <a:pt x="3241" y="0"/>
                  </a:moveTo>
                  <a:lnTo>
                    <a:pt x="3241" y="0"/>
                  </a:lnTo>
                  <a:cubicBezTo>
                    <a:pt x="3241" y="0"/>
                    <a:pt x="1000" y="1026"/>
                    <a:pt x="1" y="2295"/>
                  </a:cubicBezTo>
                  <a:lnTo>
                    <a:pt x="649" y="2430"/>
                  </a:lnTo>
                  <a:cubicBezTo>
                    <a:pt x="973" y="1377"/>
                    <a:pt x="3241" y="0"/>
                    <a:pt x="3241" y="0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53"/>
            <p:cNvSpPr/>
            <p:nvPr/>
          </p:nvSpPr>
          <p:spPr>
            <a:xfrm>
              <a:off x="-997925" y="4570088"/>
              <a:ext cx="98575" cy="24600"/>
            </a:xfrm>
            <a:custGeom>
              <a:avLst/>
              <a:gdLst/>
              <a:ahLst/>
              <a:cxnLst/>
              <a:rect l="l" t="t" r="r" b="b"/>
              <a:pathLst>
                <a:path w="3943" h="984" extrusionOk="0">
                  <a:moveTo>
                    <a:pt x="2190" y="1"/>
                  </a:moveTo>
                  <a:cubicBezTo>
                    <a:pt x="1509" y="1"/>
                    <a:pt x="734" y="287"/>
                    <a:pt x="0" y="983"/>
                  </a:cubicBezTo>
                  <a:cubicBezTo>
                    <a:pt x="748" y="458"/>
                    <a:pt x="1433" y="227"/>
                    <a:pt x="2069" y="227"/>
                  </a:cubicBezTo>
                  <a:cubicBezTo>
                    <a:pt x="2741" y="227"/>
                    <a:pt x="3360" y="485"/>
                    <a:pt x="3943" y="929"/>
                  </a:cubicBezTo>
                  <a:cubicBezTo>
                    <a:pt x="3613" y="370"/>
                    <a:pt x="2962" y="1"/>
                    <a:pt x="2190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53"/>
            <p:cNvSpPr/>
            <p:nvPr/>
          </p:nvSpPr>
          <p:spPr>
            <a:xfrm>
              <a:off x="-837950" y="4525788"/>
              <a:ext cx="162050" cy="93200"/>
            </a:xfrm>
            <a:custGeom>
              <a:avLst/>
              <a:gdLst/>
              <a:ahLst/>
              <a:cxnLst/>
              <a:rect l="l" t="t" r="r" b="b"/>
              <a:pathLst>
                <a:path w="6482" h="3728" extrusionOk="0">
                  <a:moveTo>
                    <a:pt x="6482" y="1"/>
                  </a:moveTo>
                  <a:lnTo>
                    <a:pt x="6482" y="1"/>
                  </a:lnTo>
                  <a:cubicBezTo>
                    <a:pt x="6481" y="1"/>
                    <a:pt x="1702" y="190"/>
                    <a:pt x="1" y="3727"/>
                  </a:cubicBezTo>
                  <a:lnTo>
                    <a:pt x="541" y="3727"/>
                  </a:lnTo>
                  <a:cubicBezTo>
                    <a:pt x="1891" y="1405"/>
                    <a:pt x="3997" y="433"/>
                    <a:pt x="6482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53"/>
            <p:cNvSpPr/>
            <p:nvPr/>
          </p:nvSpPr>
          <p:spPr>
            <a:xfrm>
              <a:off x="-742750" y="4536413"/>
              <a:ext cx="151925" cy="23850"/>
            </a:xfrm>
            <a:custGeom>
              <a:avLst/>
              <a:gdLst/>
              <a:ahLst/>
              <a:cxnLst/>
              <a:rect l="l" t="t" r="r" b="b"/>
              <a:pathLst>
                <a:path w="6077" h="954" extrusionOk="0">
                  <a:moveTo>
                    <a:pt x="3227" y="1"/>
                  </a:moveTo>
                  <a:cubicBezTo>
                    <a:pt x="2104" y="1"/>
                    <a:pt x="979" y="320"/>
                    <a:pt x="0" y="953"/>
                  </a:cubicBezTo>
                  <a:cubicBezTo>
                    <a:pt x="987" y="460"/>
                    <a:pt x="2035" y="224"/>
                    <a:pt x="3133" y="224"/>
                  </a:cubicBezTo>
                  <a:cubicBezTo>
                    <a:pt x="4080" y="224"/>
                    <a:pt x="5064" y="400"/>
                    <a:pt x="6076" y="737"/>
                  </a:cubicBezTo>
                  <a:cubicBezTo>
                    <a:pt x="5194" y="245"/>
                    <a:pt x="4211" y="1"/>
                    <a:pt x="3227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53"/>
            <p:cNvSpPr/>
            <p:nvPr/>
          </p:nvSpPr>
          <p:spPr>
            <a:xfrm>
              <a:off x="-877100" y="4605913"/>
              <a:ext cx="40525" cy="25475"/>
            </a:xfrm>
            <a:custGeom>
              <a:avLst/>
              <a:gdLst/>
              <a:ahLst/>
              <a:cxnLst/>
              <a:rect l="l" t="t" r="r" b="b"/>
              <a:pathLst>
                <a:path w="1621" h="1019" extrusionOk="0">
                  <a:moveTo>
                    <a:pt x="906" y="0"/>
                  </a:moveTo>
                  <a:cubicBezTo>
                    <a:pt x="597" y="0"/>
                    <a:pt x="303" y="178"/>
                    <a:pt x="136" y="441"/>
                  </a:cubicBezTo>
                  <a:cubicBezTo>
                    <a:pt x="1" y="738"/>
                    <a:pt x="217" y="981"/>
                    <a:pt x="595" y="1009"/>
                  </a:cubicBezTo>
                  <a:cubicBezTo>
                    <a:pt x="639" y="1015"/>
                    <a:pt x="684" y="1019"/>
                    <a:pt x="728" y="1019"/>
                  </a:cubicBezTo>
                  <a:cubicBezTo>
                    <a:pt x="1033" y="1019"/>
                    <a:pt x="1324" y="859"/>
                    <a:pt x="1513" y="576"/>
                  </a:cubicBezTo>
                  <a:cubicBezTo>
                    <a:pt x="1621" y="306"/>
                    <a:pt x="1432" y="36"/>
                    <a:pt x="1027" y="9"/>
                  </a:cubicBezTo>
                  <a:cubicBezTo>
                    <a:pt x="987" y="3"/>
                    <a:pt x="946" y="0"/>
                    <a:pt x="906" y="0"/>
                  </a:cubicBezTo>
                  <a:close/>
                </a:path>
              </a:pathLst>
            </a:custGeom>
            <a:solidFill>
              <a:srgbClr val="725D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53"/>
            <p:cNvSpPr/>
            <p:nvPr/>
          </p:nvSpPr>
          <p:spPr>
            <a:xfrm>
              <a:off x="-1074225" y="4544038"/>
              <a:ext cx="714950" cy="347000"/>
            </a:xfrm>
            <a:custGeom>
              <a:avLst/>
              <a:gdLst/>
              <a:ahLst/>
              <a:cxnLst/>
              <a:rect l="l" t="t" r="r" b="b"/>
              <a:pathLst>
                <a:path w="28598" h="13880" extrusionOk="0">
                  <a:moveTo>
                    <a:pt x="21604" y="0"/>
                  </a:moveTo>
                  <a:lnTo>
                    <a:pt x="9560" y="2781"/>
                  </a:lnTo>
                  <a:lnTo>
                    <a:pt x="8426" y="2916"/>
                  </a:lnTo>
                  <a:lnTo>
                    <a:pt x="136" y="2916"/>
                  </a:lnTo>
                  <a:lnTo>
                    <a:pt x="1" y="3321"/>
                  </a:lnTo>
                  <a:lnTo>
                    <a:pt x="8237" y="12746"/>
                  </a:lnTo>
                  <a:lnTo>
                    <a:pt x="16446" y="13880"/>
                  </a:lnTo>
                  <a:lnTo>
                    <a:pt x="20226" y="13880"/>
                  </a:lnTo>
                  <a:lnTo>
                    <a:pt x="28597" y="11558"/>
                  </a:lnTo>
                  <a:lnTo>
                    <a:pt x="2160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53"/>
            <p:cNvSpPr/>
            <p:nvPr/>
          </p:nvSpPr>
          <p:spPr>
            <a:xfrm>
              <a:off x="-815650" y="4565638"/>
              <a:ext cx="407775" cy="318650"/>
            </a:xfrm>
            <a:custGeom>
              <a:avLst/>
              <a:gdLst/>
              <a:ahLst/>
              <a:cxnLst/>
              <a:rect l="l" t="t" r="r" b="b"/>
              <a:pathLst>
                <a:path w="16311" h="12746" extrusionOk="0">
                  <a:moveTo>
                    <a:pt x="10774" y="270"/>
                  </a:moveTo>
                  <a:lnTo>
                    <a:pt x="15959" y="9802"/>
                  </a:lnTo>
                  <a:lnTo>
                    <a:pt x="7507" y="12476"/>
                  </a:lnTo>
                  <a:lnTo>
                    <a:pt x="405" y="2782"/>
                  </a:lnTo>
                  <a:lnTo>
                    <a:pt x="10774" y="270"/>
                  </a:lnTo>
                  <a:close/>
                  <a:moveTo>
                    <a:pt x="10855" y="0"/>
                  </a:moveTo>
                  <a:lnTo>
                    <a:pt x="162" y="2620"/>
                  </a:lnTo>
                  <a:lnTo>
                    <a:pt x="0" y="2647"/>
                  </a:lnTo>
                  <a:lnTo>
                    <a:pt x="7345" y="12665"/>
                  </a:lnTo>
                  <a:lnTo>
                    <a:pt x="7399" y="12746"/>
                  </a:lnTo>
                  <a:lnTo>
                    <a:pt x="16310" y="9964"/>
                  </a:lnTo>
                  <a:lnTo>
                    <a:pt x="10855" y="0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53"/>
            <p:cNvSpPr/>
            <p:nvPr/>
          </p:nvSpPr>
          <p:spPr>
            <a:xfrm>
              <a:off x="-1074225" y="4627063"/>
              <a:ext cx="411150" cy="263975"/>
            </a:xfrm>
            <a:custGeom>
              <a:avLst/>
              <a:gdLst/>
              <a:ahLst/>
              <a:cxnLst/>
              <a:rect l="l" t="t" r="r" b="b"/>
              <a:pathLst>
                <a:path w="16446" h="10559" extrusionOk="0">
                  <a:moveTo>
                    <a:pt x="1" y="0"/>
                  </a:moveTo>
                  <a:lnTo>
                    <a:pt x="8237" y="9425"/>
                  </a:lnTo>
                  <a:lnTo>
                    <a:pt x="16446" y="10559"/>
                  </a:lnTo>
                  <a:lnTo>
                    <a:pt x="16446" y="10559"/>
                  </a:lnTo>
                  <a:lnTo>
                    <a:pt x="8426" y="13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53"/>
            <p:cNvSpPr/>
            <p:nvPr/>
          </p:nvSpPr>
          <p:spPr>
            <a:xfrm>
              <a:off x="-1049250" y="4639888"/>
              <a:ext cx="346350" cy="230900"/>
            </a:xfrm>
            <a:custGeom>
              <a:avLst/>
              <a:gdLst/>
              <a:ahLst/>
              <a:cxnLst/>
              <a:rect l="l" t="t" r="r" b="b"/>
              <a:pathLst>
                <a:path w="13854" h="9236" extrusionOk="0">
                  <a:moveTo>
                    <a:pt x="568" y="271"/>
                  </a:moveTo>
                  <a:lnTo>
                    <a:pt x="7049" y="649"/>
                  </a:lnTo>
                  <a:lnTo>
                    <a:pt x="13341" y="9020"/>
                  </a:lnTo>
                  <a:lnTo>
                    <a:pt x="13341" y="9020"/>
                  </a:lnTo>
                  <a:lnTo>
                    <a:pt x="7535" y="8237"/>
                  </a:lnTo>
                  <a:lnTo>
                    <a:pt x="568" y="271"/>
                  </a:lnTo>
                  <a:close/>
                  <a:moveTo>
                    <a:pt x="1" y="1"/>
                  </a:moveTo>
                  <a:lnTo>
                    <a:pt x="7292" y="8372"/>
                  </a:lnTo>
                  <a:lnTo>
                    <a:pt x="13854" y="9236"/>
                  </a:lnTo>
                  <a:lnTo>
                    <a:pt x="13854" y="9236"/>
                  </a:lnTo>
                  <a:lnTo>
                    <a:pt x="13827" y="9182"/>
                  </a:lnTo>
                  <a:lnTo>
                    <a:pt x="7211" y="406"/>
                  </a:lnTo>
                  <a:lnTo>
                    <a:pt x="7076" y="40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62" name="Google Shape;1762;p53"/>
          <p:cNvGrpSpPr/>
          <p:nvPr/>
        </p:nvGrpSpPr>
        <p:grpSpPr>
          <a:xfrm flipH="1">
            <a:off x="310883" y="4091175"/>
            <a:ext cx="714950" cy="378500"/>
            <a:chOff x="-1074225" y="4512538"/>
            <a:chExt cx="714950" cy="378500"/>
          </a:xfrm>
        </p:grpSpPr>
        <p:sp>
          <p:nvSpPr>
            <p:cNvPr id="1763" name="Google Shape;1763;p53"/>
            <p:cNvSpPr/>
            <p:nvPr/>
          </p:nvSpPr>
          <p:spPr>
            <a:xfrm>
              <a:off x="-962825" y="4548088"/>
              <a:ext cx="188375" cy="120175"/>
            </a:xfrm>
            <a:custGeom>
              <a:avLst/>
              <a:gdLst/>
              <a:ahLst/>
              <a:cxnLst/>
              <a:rect l="l" t="t" r="r" b="b"/>
              <a:pathLst>
                <a:path w="7535" h="4807" extrusionOk="0">
                  <a:moveTo>
                    <a:pt x="2269" y="0"/>
                  </a:moveTo>
                  <a:lnTo>
                    <a:pt x="0" y="2619"/>
                  </a:lnTo>
                  <a:lnTo>
                    <a:pt x="7534" y="4807"/>
                  </a:lnTo>
                  <a:lnTo>
                    <a:pt x="2269" y="0"/>
                  </a:ln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53"/>
            <p:cNvSpPr/>
            <p:nvPr/>
          </p:nvSpPr>
          <p:spPr>
            <a:xfrm>
              <a:off x="-1064100" y="4512538"/>
              <a:ext cx="642725" cy="266450"/>
            </a:xfrm>
            <a:custGeom>
              <a:avLst/>
              <a:gdLst/>
              <a:ahLst/>
              <a:cxnLst/>
              <a:rect l="l" t="t" r="r" b="b"/>
              <a:pathLst>
                <a:path w="25709" h="10658" extrusionOk="0">
                  <a:moveTo>
                    <a:pt x="15471" y="1"/>
                  </a:moveTo>
                  <a:cubicBezTo>
                    <a:pt x="14774" y="1"/>
                    <a:pt x="14066" y="74"/>
                    <a:pt x="13395" y="261"/>
                  </a:cubicBezTo>
                  <a:cubicBezTo>
                    <a:pt x="10532" y="1044"/>
                    <a:pt x="8696" y="3582"/>
                    <a:pt x="8696" y="3582"/>
                  </a:cubicBezTo>
                  <a:lnTo>
                    <a:pt x="8075" y="3636"/>
                  </a:lnTo>
                  <a:cubicBezTo>
                    <a:pt x="8075" y="3636"/>
                    <a:pt x="6914" y="1152"/>
                    <a:pt x="5375" y="1098"/>
                  </a:cubicBezTo>
                  <a:cubicBezTo>
                    <a:pt x="5293" y="1094"/>
                    <a:pt x="5208" y="1091"/>
                    <a:pt x="5120" y="1091"/>
                  </a:cubicBezTo>
                  <a:cubicBezTo>
                    <a:pt x="4135" y="1091"/>
                    <a:pt x="2728" y="1465"/>
                    <a:pt x="1" y="4365"/>
                  </a:cubicBezTo>
                  <a:lnTo>
                    <a:pt x="10640" y="10657"/>
                  </a:lnTo>
                  <a:lnTo>
                    <a:pt x="25708" y="9172"/>
                  </a:lnTo>
                  <a:lnTo>
                    <a:pt x="20388" y="963"/>
                  </a:lnTo>
                  <a:cubicBezTo>
                    <a:pt x="20388" y="963"/>
                    <a:pt x="18000" y="1"/>
                    <a:pt x="15471" y="1"/>
                  </a:cubicBez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53"/>
            <p:cNvSpPr/>
            <p:nvPr/>
          </p:nvSpPr>
          <p:spPr>
            <a:xfrm>
              <a:off x="-1053975" y="4564288"/>
              <a:ext cx="81050" cy="60775"/>
            </a:xfrm>
            <a:custGeom>
              <a:avLst/>
              <a:gdLst/>
              <a:ahLst/>
              <a:cxnLst/>
              <a:rect l="l" t="t" r="r" b="b"/>
              <a:pathLst>
                <a:path w="3242" h="2431" extrusionOk="0">
                  <a:moveTo>
                    <a:pt x="3241" y="0"/>
                  </a:moveTo>
                  <a:lnTo>
                    <a:pt x="3241" y="0"/>
                  </a:lnTo>
                  <a:cubicBezTo>
                    <a:pt x="3241" y="0"/>
                    <a:pt x="1000" y="1026"/>
                    <a:pt x="1" y="2295"/>
                  </a:cubicBezTo>
                  <a:lnTo>
                    <a:pt x="649" y="2430"/>
                  </a:lnTo>
                  <a:cubicBezTo>
                    <a:pt x="973" y="1377"/>
                    <a:pt x="3241" y="0"/>
                    <a:pt x="3241" y="0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53"/>
            <p:cNvSpPr/>
            <p:nvPr/>
          </p:nvSpPr>
          <p:spPr>
            <a:xfrm>
              <a:off x="-997925" y="4570088"/>
              <a:ext cx="98575" cy="24600"/>
            </a:xfrm>
            <a:custGeom>
              <a:avLst/>
              <a:gdLst/>
              <a:ahLst/>
              <a:cxnLst/>
              <a:rect l="l" t="t" r="r" b="b"/>
              <a:pathLst>
                <a:path w="3943" h="984" extrusionOk="0">
                  <a:moveTo>
                    <a:pt x="2190" y="1"/>
                  </a:moveTo>
                  <a:cubicBezTo>
                    <a:pt x="1509" y="1"/>
                    <a:pt x="734" y="287"/>
                    <a:pt x="0" y="983"/>
                  </a:cubicBezTo>
                  <a:cubicBezTo>
                    <a:pt x="748" y="458"/>
                    <a:pt x="1433" y="227"/>
                    <a:pt x="2069" y="227"/>
                  </a:cubicBezTo>
                  <a:cubicBezTo>
                    <a:pt x="2741" y="227"/>
                    <a:pt x="3360" y="485"/>
                    <a:pt x="3943" y="929"/>
                  </a:cubicBezTo>
                  <a:cubicBezTo>
                    <a:pt x="3613" y="370"/>
                    <a:pt x="2962" y="1"/>
                    <a:pt x="2190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53"/>
            <p:cNvSpPr/>
            <p:nvPr/>
          </p:nvSpPr>
          <p:spPr>
            <a:xfrm>
              <a:off x="-837950" y="4525788"/>
              <a:ext cx="162050" cy="93200"/>
            </a:xfrm>
            <a:custGeom>
              <a:avLst/>
              <a:gdLst/>
              <a:ahLst/>
              <a:cxnLst/>
              <a:rect l="l" t="t" r="r" b="b"/>
              <a:pathLst>
                <a:path w="6482" h="3728" extrusionOk="0">
                  <a:moveTo>
                    <a:pt x="6482" y="1"/>
                  </a:moveTo>
                  <a:lnTo>
                    <a:pt x="6482" y="1"/>
                  </a:lnTo>
                  <a:cubicBezTo>
                    <a:pt x="6481" y="1"/>
                    <a:pt x="1702" y="190"/>
                    <a:pt x="1" y="3727"/>
                  </a:cubicBezTo>
                  <a:lnTo>
                    <a:pt x="541" y="3727"/>
                  </a:lnTo>
                  <a:cubicBezTo>
                    <a:pt x="1891" y="1405"/>
                    <a:pt x="3997" y="433"/>
                    <a:pt x="6482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53"/>
            <p:cNvSpPr/>
            <p:nvPr/>
          </p:nvSpPr>
          <p:spPr>
            <a:xfrm>
              <a:off x="-742750" y="4536413"/>
              <a:ext cx="151925" cy="23850"/>
            </a:xfrm>
            <a:custGeom>
              <a:avLst/>
              <a:gdLst/>
              <a:ahLst/>
              <a:cxnLst/>
              <a:rect l="l" t="t" r="r" b="b"/>
              <a:pathLst>
                <a:path w="6077" h="954" extrusionOk="0">
                  <a:moveTo>
                    <a:pt x="3227" y="1"/>
                  </a:moveTo>
                  <a:cubicBezTo>
                    <a:pt x="2104" y="1"/>
                    <a:pt x="979" y="320"/>
                    <a:pt x="0" y="953"/>
                  </a:cubicBezTo>
                  <a:cubicBezTo>
                    <a:pt x="987" y="460"/>
                    <a:pt x="2035" y="224"/>
                    <a:pt x="3133" y="224"/>
                  </a:cubicBezTo>
                  <a:cubicBezTo>
                    <a:pt x="4080" y="224"/>
                    <a:pt x="5064" y="400"/>
                    <a:pt x="6076" y="737"/>
                  </a:cubicBezTo>
                  <a:cubicBezTo>
                    <a:pt x="5194" y="245"/>
                    <a:pt x="4211" y="1"/>
                    <a:pt x="3227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53"/>
            <p:cNvSpPr/>
            <p:nvPr/>
          </p:nvSpPr>
          <p:spPr>
            <a:xfrm>
              <a:off x="-877100" y="4605913"/>
              <a:ext cx="40525" cy="25475"/>
            </a:xfrm>
            <a:custGeom>
              <a:avLst/>
              <a:gdLst/>
              <a:ahLst/>
              <a:cxnLst/>
              <a:rect l="l" t="t" r="r" b="b"/>
              <a:pathLst>
                <a:path w="1621" h="1019" extrusionOk="0">
                  <a:moveTo>
                    <a:pt x="906" y="0"/>
                  </a:moveTo>
                  <a:cubicBezTo>
                    <a:pt x="597" y="0"/>
                    <a:pt x="303" y="178"/>
                    <a:pt x="136" y="441"/>
                  </a:cubicBezTo>
                  <a:cubicBezTo>
                    <a:pt x="1" y="738"/>
                    <a:pt x="217" y="981"/>
                    <a:pt x="595" y="1009"/>
                  </a:cubicBezTo>
                  <a:cubicBezTo>
                    <a:pt x="639" y="1015"/>
                    <a:pt x="684" y="1019"/>
                    <a:pt x="728" y="1019"/>
                  </a:cubicBezTo>
                  <a:cubicBezTo>
                    <a:pt x="1033" y="1019"/>
                    <a:pt x="1324" y="859"/>
                    <a:pt x="1513" y="576"/>
                  </a:cubicBezTo>
                  <a:cubicBezTo>
                    <a:pt x="1621" y="306"/>
                    <a:pt x="1432" y="36"/>
                    <a:pt x="1027" y="9"/>
                  </a:cubicBezTo>
                  <a:cubicBezTo>
                    <a:pt x="987" y="3"/>
                    <a:pt x="946" y="0"/>
                    <a:pt x="906" y="0"/>
                  </a:cubicBezTo>
                  <a:close/>
                </a:path>
              </a:pathLst>
            </a:custGeom>
            <a:solidFill>
              <a:srgbClr val="725D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53"/>
            <p:cNvSpPr/>
            <p:nvPr/>
          </p:nvSpPr>
          <p:spPr>
            <a:xfrm>
              <a:off x="-1074225" y="4544038"/>
              <a:ext cx="714950" cy="347000"/>
            </a:xfrm>
            <a:custGeom>
              <a:avLst/>
              <a:gdLst/>
              <a:ahLst/>
              <a:cxnLst/>
              <a:rect l="l" t="t" r="r" b="b"/>
              <a:pathLst>
                <a:path w="28598" h="13880" extrusionOk="0">
                  <a:moveTo>
                    <a:pt x="21604" y="0"/>
                  </a:moveTo>
                  <a:lnTo>
                    <a:pt x="9560" y="2781"/>
                  </a:lnTo>
                  <a:lnTo>
                    <a:pt x="8426" y="2916"/>
                  </a:lnTo>
                  <a:lnTo>
                    <a:pt x="136" y="2916"/>
                  </a:lnTo>
                  <a:lnTo>
                    <a:pt x="1" y="3321"/>
                  </a:lnTo>
                  <a:lnTo>
                    <a:pt x="8237" y="12746"/>
                  </a:lnTo>
                  <a:lnTo>
                    <a:pt x="16446" y="13880"/>
                  </a:lnTo>
                  <a:lnTo>
                    <a:pt x="20226" y="13880"/>
                  </a:lnTo>
                  <a:lnTo>
                    <a:pt x="28597" y="11558"/>
                  </a:lnTo>
                  <a:lnTo>
                    <a:pt x="2160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53"/>
            <p:cNvSpPr/>
            <p:nvPr/>
          </p:nvSpPr>
          <p:spPr>
            <a:xfrm>
              <a:off x="-836575" y="4548088"/>
              <a:ext cx="382800" cy="253850"/>
            </a:xfrm>
            <a:custGeom>
              <a:avLst/>
              <a:gdLst/>
              <a:ahLst/>
              <a:cxnLst/>
              <a:rect l="l" t="t" r="r" b="b"/>
              <a:pathLst>
                <a:path w="15312" h="10154" extrusionOk="0">
                  <a:moveTo>
                    <a:pt x="12126" y="0"/>
                  </a:moveTo>
                  <a:lnTo>
                    <a:pt x="82" y="2781"/>
                  </a:lnTo>
                  <a:lnTo>
                    <a:pt x="1" y="2781"/>
                  </a:lnTo>
                  <a:cubicBezTo>
                    <a:pt x="838" y="4699"/>
                    <a:pt x="2107" y="6373"/>
                    <a:pt x="3727" y="7642"/>
                  </a:cubicBezTo>
                  <a:cubicBezTo>
                    <a:pt x="5795" y="9315"/>
                    <a:pt x="8089" y="10154"/>
                    <a:pt x="10091" y="10154"/>
                  </a:cubicBezTo>
                  <a:cubicBezTo>
                    <a:pt x="11934" y="10154"/>
                    <a:pt x="13530" y="9444"/>
                    <a:pt x="14475" y="8020"/>
                  </a:cubicBezTo>
                  <a:cubicBezTo>
                    <a:pt x="14988" y="7183"/>
                    <a:pt x="15285" y="6238"/>
                    <a:pt x="15312" y="5266"/>
                  </a:cubicBezTo>
                  <a:lnTo>
                    <a:pt x="121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53"/>
            <p:cNvSpPr/>
            <p:nvPr/>
          </p:nvSpPr>
          <p:spPr>
            <a:xfrm>
              <a:off x="-815650" y="4565638"/>
              <a:ext cx="407775" cy="318650"/>
            </a:xfrm>
            <a:custGeom>
              <a:avLst/>
              <a:gdLst/>
              <a:ahLst/>
              <a:cxnLst/>
              <a:rect l="l" t="t" r="r" b="b"/>
              <a:pathLst>
                <a:path w="16311" h="12746" extrusionOk="0">
                  <a:moveTo>
                    <a:pt x="10774" y="270"/>
                  </a:moveTo>
                  <a:lnTo>
                    <a:pt x="15959" y="9802"/>
                  </a:lnTo>
                  <a:lnTo>
                    <a:pt x="7507" y="12476"/>
                  </a:lnTo>
                  <a:lnTo>
                    <a:pt x="405" y="2782"/>
                  </a:lnTo>
                  <a:lnTo>
                    <a:pt x="10774" y="270"/>
                  </a:lnTo>
                  <a:close/>
                  <a:moveTo>
                    <a:pt x="10855" y="0"/>
                  </a:moveTo>
                  <a:lnTo>
                    <a:pt x="162" y="2620"/>
                  </a:lnTo>
                  <a:lnTo>
                    <a:pt x="0" y="2647"/>
                  </a:lnTo>
                  <a:lnTo>
                    <a:pt x="7345" y="12665"/>
                  </a:lnTo>
                  <a:lnTo>
                    <a:pt x="7399" y="12746"/>
                  </a:lnTo>
                  <a:lnTo>
                    <a:pt x="16310" y="9964"/>
                  </a:lnTo>
                  <a:lnTo>
                    <a:pt x="10855" y="0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53"/>
            <p:cNvSpPr/>
            <p:nvPr/>
          </p:nvSpPr>
          <p:spPr>
            <a:xfrm>
              <a:off x="-1074225" y="4627063"/>
              <a:ext cx="411150" cy="263975"/>
            </a:xfrm>
            <a:custGeom>
              <a:avLst/>
              <a:gdLst/>
              <a:ahLst/>
              <a:cxnLst/>
              <a:rect l="l" t="t" r="r" b="b"/>
              <a:pathLst>
                <a:path w="16446" h="10559" extrusionOk="0">
                  <a:moveTo>
                    <a:pt x="1" y="0"/>
                  </a:moveTo>
                  <a:lnTo>
                    <a:pt x="8237" y="9425"/>
                  </a:lnTo>
                  <a:lnTo>
                    <a:pt x="16446" y="10559"/>
                  </a:lnTo>
                  <a:lnTo>
                    <a:pt x="16446" y="10559"/>
                  </a:lnTo>
                  <a:lnTo>
                    <a:pt x="8426" y="13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53"/>
            <p:cNvSpPr/>
            <p:nvPr/>
          </p:nvSpPr>
          <p:spPr>
            <a:xfrm>
              <a:off x="-1049250" y="4639888"/>
              <a:ext cx="346350" cy="230900"/>
            </a:xfrm>
            <a:custGeom>
              <a:avLst/>
              <a:gdLst/>
              <a:ahLst/>
              <a:cxnLst/>
              <a:rect l="l" t="t" r="r" b="b"/>
              <a:pathLst>
                <a:path w="13854" h="9236" extrusionOk="0">
                  <a:moveTo>
                    <a:pt x="568" y="271"/>
                  </a:moveTo>
                  <a:lnTo>
                    <a:pt x="7049" y="649"/>
                  </a:lnTo>
                  <a:lnTo>
                    <a:pt x="13341" y="9020"/>
                  </a:lnTo>
                  <a:lnTo>
                    <a:pt x="13341" y="9020"/>
                  </a:lnTo>
                  <a:lnTo>
                    <a:pt x="7535" y="8237"/>
                  </a:lnTo>
                  <a:lnTo>
                    <a:pt x="568" y="271"/>
                  </a:lnTo>
                  <a:close/>
                  <a:moveTo>
                    <a:pt x="1" y="1"/>
                  </a:moveTo>
                  <a:lnTo>
                    <a:pt x="7292" y="8372"/>
                  </a:lnTo>
                  <a:lnTo>
                    <a:pt x="13854" y="9236"/>
                  </a:lnTo>
                  <a:lnTo>
                    <a:pt x="13854" y="9236"/>
                  </a:lnTo>
                  <a:lnTo>
                    <a:pt x="13827" y="9182"/>
                  </a:lnTo>
                  <a:lnTo>
                    <a:pt x="7211" y="406"/>
                  </a:lnTo>
                  <a:lnTo>
                    <a:pt x="7076" y="40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solidFill>
          <a:schemeClr val="dk1"/>
        </a:solidFill>
        <a:effectLst/>
      </p:bgPr>
    </p:bg>
    <p:spTree>
      <p:nvGrpSpPr>
        <p:cNvPr id="1" name="Shape 1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6" name="Google Shape;1776;p54"/>
          <p:cNvGrpSpPr/>
          <p:nvPr/>
        </p:nvGrpSpPr>
        <p:grpSpPr>
          <a:xfrm flipH="1">
            <a:off x="-540125" y="-190500"/>
            <a:ext cx="10224238" cy="5634425"/>
            <a:chOff x="-540125" y="-190500"/>
            <a:chExt cx="10224238" cy="5634425"/>
          </a:xfrm>
        </p:grpSpPr>
        <p:grpSp>
          <p:nvGrpSpPr>
            <p:cNvPr id="1777" name="Google Shape;1777;p54"/>
            <p:cNvGrpSpPr/>
            <p:nvPr/>
          </p:nvGrpSpPr>
          <p:grpSpPr>
            <a:xfrm>
              <a:off x="-540125" y="-190500"/>
              <a:ext cx="10224238" cy="5634425"/>
              <a:chOff x="-540125" y="-190500"/>
              <a:chExt cx="10224238" cy="5634425"/>
            </a:xfrm>
          </p:grpSpPr>
          <p:grpSp>
            <p:nvGrpSpPr>
              <p:cNvPr id="1778" name="Google Shape;1778;p54"/>
              <p:cNvGrpSpPr/>
              <p:nvPr/>
            </p:nvGrpSpPr>
            <p:grpSpPr>
              <a:xfrm>
                <a:off x="123156" y="409580"/>
                <a:ext cx="262232" cy="352736"/>
                <a:chOff x="694982" y="773654"/>
                <a:chExt cx="262232" cy="350632"/>
              </a:xfrm>
            </p:grpSpPr>
            <p:sp>
              <p:nvSpPr>
                <p:cNvPr id="1779" name="Google Shape;1779;p54"/>
                <p:cNvSpPr/>
                <p:nvPr/>
              </p:nvSpPr>
              <p:spPr>
                <a:xfrm>
                  <a:off x="694982" y="920890"/>
                  <a:ext cx="187201" cy="2033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0" h="1369" extrusionOk="0">
                      <a:moveTo>
                        <a:pt x="673" y="1"/>
                      </a:moveTo>
                      <a:cubicBezTo>
                        <a:pt x="413" y="1"/>
                        <a:pt x="159" y="235"/>
                        <a:pt x="85" y="559"/>
                      </a:cubicBezTo>
                      <a:cubicBezTo>
                        <a:pt x="1" y="926"/>
                        <a:pt x="179" y="1283"/>
                        <a:pt x="473" y="1356"/>
                      </a:cubicBezTo>
                      <a:cubicBezTo>
                        <a:pt x="508" y="1365"/>
                        <a:pt x="544" y="1369"/>
                        <a:pt x="580" y="1369"/>
                      </a:cubicBezTo>
                      <a:cubicBezTo>
                        <a:pt x="848" y="1369"/>
                        <a:pt x="1101" y="1135"/>
                        <a:pt x="1175" y="811"/>
                      </a:cubicBezTo>
                      <a:cubicBezTo>
                        <a:pt x="1259" y="433"/>
                        <a:pt x="1081" y="77"/>
                        <a:pt x="777" y="14"/>
                      </a:cubicBezTo>
                      <a:cubicBezTo>
                        <a:pt x="742" y="5"/>
                        <a:pt x="708" y="1"/>
                        <a:pt x="673" y="1"/>
                      </a:cubicBezTo>
                      <a:close/>
                    </a:path>
                  </a:pathLst>
                </a:custGeom>
                <a:solidFill>
                  <a:srgbClr val="FFFCF7">
                    <a:alpha val="1955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0" name="Google Shape;1780;p54"/>
                <p:cNvSpPr/>
                <p:nvPr/>
              </p:nvSpPr>
              <p:spPr>
                <a:xfrm>
                  <a:off x="886642" y="773654"/>
                  <a:ext cx="70572" cy="56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5" h="381" extrusionOk="0">
                      <a:moveTo>
                        <a:pt x="229" y="0"/>
                      </a:moveTo>
                      <a:cubicBezTo>
                        <a:pt x="151" y="0"/>
                        <a:pt x="70" y="39"/>
                        <a:pt x="22" y="124"/>
                      </a:cubicBezTo>
                      <a:cubicBezTo>
                        <a:pt x="1" y="239"/>
                        <a:pt x="85" y="344"/>
                        <a:pt x="189" y="365"/>
                      </a:cubicBezTo>
                      <a:cubicBezTo>
                        <a:pt x="219" y="376"/>
                        <a:pt x="248" y="381"/>
                        <a:pt x="276" y="381"/>
                      </a:cubicBezTo>
                      <a:cubicBezTo>
                        <a:pt x="359" y="381"/>
                        <a:pt x="431" y="336"/>
                        <a:pt x="462" y="250"/>
                      </a:cubicBezTo>
                      <a:cubicBezTo>
                        <a:pt x="475" y="96"/>
                        <a:pt x="354" y="0"/>
                        <a:pt x="22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781" name="Google Shape;1781;p54"/>
              <p:cNvGrpSpPr/>
              <p:nvPr/>
            </p:nvGrpSpPr>
            <p:grpSpPr>
              <a:xfrm>
                <a:off x="-540125" y="-190500"/>
                <a:ext cx="10224238" cy="5634425"/>
                <a:chOff x="-540125" y="-190500"/>
                <a:chExt cx="10224238" cy="5634425"/>
              </a:xfrm>
            </p:grpSpPr>
            <p:grpSp>
              <p:nvGrpSpPr>
                <p:cNvPr id="1782" name="Google Shape;1782;p54"/>
                <p:cNvGrpSpPr/>
                <p:nvPr/>
              </p:nvGrpSpPr>
              <p:grpSpPr>
                <a:xfrm>
                  <a:off x="123150" y="4810250"/>
                  <a:ext cx="9020846" cy="318721"/>
                  <a:chOff x="66882" y="4401145"/>
                  <a:chExt cx="9060713" cy="305875"/>
                </a:xfrm>
              </p:grpSpPr>
              <p:sp>
                <p:nvSpPr>
                  <p:cNvPr id="1783" name="Google Shape;1783;p54"/>
                  <p:cNvSpPr/>
                  <p:nvPr/>
                </p:nvSpPr>
                <p:spPr>
                  <a:xfrm>
                    <a:off x="66882" y="4401145"/>
                    <a:ext cx="9060713" cy="3058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71" h="3178" extrusionOk="0">
                        <a:moveTo>
                          <a:pt x="1" y="0"/>
                        </a:moveTo>
                        <a:lnTo>
                          <a:pt x="1" y="3177"/>
                        </a:lnTo>
                        <a:lnTo>
                          <a:pt x="27171" y="3177"/>
                        </a:lnTo>
                        <a:lnTo>
                          <a:pt x="27171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84" name="Google Shape;1784;p54"/>
                  <p:cNvSpPr/>
                  <p:nvPr/>
                </p:nvSpPr>
                <p:spPr>
                  <a:xfrm>
                    <a:off x="1201135" y="4401147"/>
                    <a:ext cx="6647593" cy="3058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848" h="3178" extrusionOk="0">
                        <a:moveTo>
                          <a:pt x="1" y="0"/>
                        </a:moveTo>
                        <a:lnTo>
                          <a:pt x="378" y="3177"/>
                        </a:lnTo>
                        <a:lnTo>
                          <a:pt x="20470" y="3177"/>
                        </a:lnTo>
                        <a:lnTo>
                          <a:pt x="20848" y="0"/>
                        </a:lnTo>
                        <a:close/>
                      </a:path>
                    </a:pathLst>
                  </a:custGeom>
                  <a:solidFill>
                    <a:srgbClr val="FFFCF7">
                      <a:alpha val="1955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85" name="Google Shape;1785;p54"/>
                  <p:cNvSpPr/>
                  <p:nvPr/>
                </p:nvSpPr>
                <p:spPr>
                  <a:xfrm>
                    <a:off x="743887" y="4570540"/>
                    <a:ext cx="220332" cy="556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1" h="578" extrusionOk="0">
                        <a:moveTo>
                          <a:pt x="366" y="0"/>
                        </a:moveTo>
                        <a:cubicBezTo>
                          <a:pt x="269" y="0"/>
                          <a:pt x="171" y="48"/>
                          <a:pt x="114" y="149"/>
                        </a:cubicBezTo>
                        <a:cubicBezTo>
                          <a:pt x="1" y="346"/>
                          <a:pt x="150" y="578"/>
                          <a:pt x="356" y="578"/>
                        </a:cubicBezTo>
                        <a:cubicBezTo>
                          <a:pt x="379" y="578"/>
                          <a:pt x="403" y="575"/>
                          <a:pt x="428" y="568"/>
                        </a:cubicBezTo>
                        <a:cubicBezTo>
                          <a:pt x="596" y="526"/>
                          <a:pt x="690" y="358"/>
                          <a:pt x="638" y="201"/>
                        </a:cubicBezTo>
                        <a:cubicBezTo>
                          <a:pt x="598" y="70"/>
                          <a:pt x="483" y="0"/>
                          <a:pt x="366" y="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786" name="Google Shape;1786;p54"/>
                <p:cNvSpPr/>
                <p:nvPr/>
              </p:nvSpPr>
              <p:spPr>
                <a:xfrm>
                  <a:off x="-134261" y="34637"/>
                  <a:ext cx="9409084" cy="2617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138" h="1658" extrusionOk="0">
                      <a:moveTo>
                        <a:pt x="902" y="0"/>
                      </a:moveTo>
                      <a:cubicBezTo>
                        <a:pt x="0" y="0"/>
                        <a:pt x="0" y="1657"/>
                        <a:pt x="902" y="1657"/>
                      </a:cubicBezTo>
                      <a:lnTo>
                        <a:pt x="29247" y="1657"/>
                      </a:lnTo>
                      <a:cubicBezTo>
                        <a:pt x="30138" y="1657"/>
                        <a:pt x="30138" y="0"/>
                        <a:pt x="2924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7" name="Google Shape;1787;p54"/>
                <p:cNvSpPr/>
                <p:nvPr/>
              </p:nvSpPr>
              <p:spPr>
                <a:xfrm>
                  <a:off x="-540125" y="-190500"/>
                  <a:ext cx="10224238" cy="2666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749" h="1689" extrusionOk="0">
                      <a:moveTo>
                        <a:pt x="0" y="0"/>
                      </a:moveTo>
                      <a:lnTo>
                        <a:pt x="0" y="315"/>
                      </a:lnTo>
                      <a:lnTo>
                        <a:pt x="902" y="1028"/>
                      </a:lnTo>
                      <a:cubicBezTo>
                        <a:pt x="902" y="1395"/>
                        <a:pt x="1195" y="1688"/>
                        <a:pt x="1562" y="1688"/>
                      </a:cubicBezTo>
                      <a:lnTo>
                        <a:pt x="31186" y="1688"/>
                      </a:lnTo>
                      <a:cubicBezTo>
                        <a:pt x="31553" y="1688"/>
                        <a:pt x="31847" y="1395"/>
                        <a:pt x="31847" y="1028"/>
                      </a:cubicBezTo>
                      <a:lnTo>
                        <a:pt x="32749" y="315"/>
                      </a:lnTo>
                      <a:lnTo>
                        <a:pt x="32749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8" name="Google Shape;1788;p54"/>
                <p:cNvSpPr/>
                <p:nvPr/>
              </p:nvSpPr>
              <p:spPr>
                <a:xfrm>
                  <a:off x="-540125" y="-190500"/>
                  <a:ext cx="10221116" cy="497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739" h="315" extrusionOk="0">
                      <a:moveTo>
                        <a:pt x="0" y="0"/>
                      </a:moveTo>
                      <a:lnTo>
                        <a:pt x="0" y="315"/>
                      </a:lnTo>
                      <a:lnTo>
                        <a:pt x="32738" y="315"/>
                      </a:lnTo>
                      <a:lnTo>
                        <a:pt x="32738" y="0"/>
                      </a:lnTo>
                      <a:close/>
                    </a:path>
                  </a:pathLst>
                </a:custGeom>
                <a:solidFill>
                  <a:schemeClr val="hlink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9" name="Google Shape;1789;p54"/>
                <p:cNvSpPr/>
                <p:nvPr/>
              </p:nvSpPr>
              <p:spPr>
                <a:xfrm>
                  <a:off x="713232" y="111806"/>
                  <a:ext cx="3444951" cy="998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87" h="672" extrusionOk="0">
                      <a:moveTo>
                        <a:pt x="441" y="0"/>
                      </a:moveTo>
                      <a:cubicBezTo>
                        <a:pt x="231" y="11"/>
                        <a:pt x="64" y="147"/>
                        <a:pt x="1" y="336"/>
                      </a:cubicBezTo>
                      <a:cubicBezTo>
                        <a:pt x="64" y="535"/>
                        <a:pt x="231" y="672"/>
                        <a:pt x="441" y="672"/>
                      </a:cubicBezTo>
                      <a:lnTo>
                        <a:pt x="22746" y="672"/>
                      </a:lnTo>
                      <a:cubicBezTo>
                        <a:pt x="22945" y="672"/>
                        <a:pt x="23123" y="535"/>
                        <a:pt x="23186" y="336"/>
                      </a:cubicBezTo>
                      <a:cubicBezTo>
                        <a:pt x="23123" y="147"/>
                        <a:pt x="22945" y="11"/>
                        <a:pt x="22746" y="0"/>
                      </a:cubicBezTo>
                      <a:close/>
                    </a:path>
                  </a:pathLst>
                </a:custGeom>
                <a:solidFill>
                  <a:srgbClr val="FFFCF7">
                    <a:alpha val="1955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0" name="Google Shape;1790;p54"/>
                <p:cNvSpPr/>
                <p:nvPr/>
              </p:nvSpPr>
              <p:spPr>
                <a:xfrm>
                  <a:off x="-340627" y="-59775"/>
                  <a:ext cx="9821812" cy="348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460" h="221" extrusionOk="0">
                      <a:moveTo>
                        <a:pt x="1" y="0"/>
                      </a:moveTo>
                      <a:lnTo>
                        <a:pt x="263" y="200"/>
                      </a:lnTo>
                      <a:lnTo>
                        <a:pt x="263" y="221"/>
                      </a:lnTo>
                      <a:lnTo>
                        <a:pt x="31208" y="221"/>
                      </a:lnTo>
                      <a:lnTo>
                        <a:pt x="31208" y="200"/>
                      </a:lnTo>
                      <a:lnTo>
                        <a:pt x="3146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1" name="Google Shape;1791;p54"/>
                <p:cNvSpPr/>
                <p:nvPr/>
              </p:nvSpPr>
              <p:spPr>
                <a:xfrm>
                  <a:off x="-157810" y="5125200"/>
                  <a:ext cx="9437035" cy="206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842" h="1312" extrusionOk="0">
                      <a:moveTo>
                        <a:pt x="882" y="0"/>
                      </a:moveTo>
                      <a:cubicBezTo>
                        <a:pt x="1" y="0"/>
                        <a:pt x="1" y="1311"/>
                        <a:pt x="882" y="1311"/>
                      </a:cubicBezTo>
                      <a:lnTo>
                        <a:pt x="30191" y="1311"/>
                      </a:lnTo>
                      <a:cubicBezTo>
                        <a:pt x="30548" y="1311"/>
                        <a:pt x="30841" y="1018"/>
                        <a:pt x="30841" y="651"/>
                      </a:cubicBezTo>
                      <a:cubicBezTo>
                        <a:pt x="30841" y="294"/>
                        <a:pt x="30548" y="0"/>
                        <a:pt x="3019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2" name="Google Shape;1792;p54"/>
                <p:cNvSpPr/>
                <p:nvPr/>
              </p:nvSpPr>
              <p:spPr>
                <a:xfrm>
                  <a:off x="-369550" y="5296761"/>
                  <a:ext cx="9889274" cy="1471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320" h="935" extrusionOk="0">
                      <a:moveTo>
                        <a:pt x="945" y="1"/>
                      </a:moveTo>
                      <a:cubicBezTo>
                        <a:pt x="420" y="1"/>
                        <a:pt x="1" y="420"/>
                        <a:pt x="1" y="934"/>
                      </a:cubicBezTo>
                      <a:lnTo>
                        <a:pt x="32320" y="934"/>
                      </a:lnTo>
                      <a:cubicBezTo>
                        <a:pt x="32320" y="420"/>
                        <a:pt x="31900" y="1"/>
                        <a:pt x="3138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3" name="Google Shape;1793;p54"/>
                <p:cNvSpPr/>
                <p:nvPr/>
              </p:nvSpPr>
              <p:spPr>
                <a:xfrm>
                  <a:off x="1170769" y="5296761"/>
                  <a:ext cx="3603526" cy="1471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77" h="935" extrusionOk="0">
                      <a:moveTo>
                        <a:pt x="11758" y="1"/>
                      </a:moveTo>
                      <a:cubicBezTo>
                        <a:pt x="11752" y="1"/>
                        <a:pt x="11746" y="1"/>
                        <a:pt x="11739" y="1"/>
                      </a:cubicBezTo>
                      <a:lnTo>
                        <a:pt x="11776" y="1"/>
                      </a:lnTo>
                      <a:cubicBezTo>
                        <a:pt x="11770" y="1"/>
                        <a:pt x="11764" y="1"/>
                        <a:pt x="11758" y="1"/>
                      </a:cubicBezTo>
                      <a:close/>
                      <a:moveTo>
                        <a:pt x="758" y="1"/>
                      </a:moveTo>
                      <a:cubicBezTo>
                        <a:pt x="336" y="1"/>
                        <a:pt x="0" y="353"/>
                        <a:pt x="0" y="777"/>
                      </a:cubicBezTo>
                      <a:lnTo>
                        <a:pt x="0" y="934"/>
                      </a:lnTo>
                      <a:lnTo>
                        <a:pt x="11000" y="934"/>
                      </a:lnTo>
                      <a:lnTo>
                        <a:pt x="11000" y="777"/>
                      </a:lnTo>
                      <a:cubicBezTo>
                        <a:pt x="11000" y="359"/>
                        <a:pt x="11327" y="11"/>
                        <a:pt x="11739" y="1"/>
                      </a:cubicBezTo>
                      <a:lnTo>
                        <a:pt x="776" y="1"/>
                      </a:lnTo>
                      <a:cubicBezTo>
                        <a:pt x="770" y="1"/>
                        <a:pt x="764" y="1"/>
                        <a:pt x="758" y="1"/>
                      </a:cubicBezTo>
                      <a:close/>
                    </a:path>
                  </a:pathLst>
                </a:custGeom>
                <a:solidFill>
                  <a:srgbClr val="FFFCF7">
                    <a:alpha val="1955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4" name="Google Shape;1794;p54"/>
                <p:cNvSpPr/>
                <p:nvPr/>
              </p:nvSpPr>
              <p:spPr>
                <a:xfrm>
                  <a:off x="5524907" y="5296761"/>
                  <a:ext cx="1854851" cy="1471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62" h="935" extrusionOk="0">
                      <a:moveTo>
                        <a:pt x="776" y="1"/>
                      </a:moveTo>
                      <a:cubicBezTo>
                        <a:pt x="346" y="1"/>
                        <a:pt x="0" y="347"/>
                        <a:pt x="0" y="777"/>
                      </a:cubicBezTo>
                      <a:lnTo>
                        <a:pt x="0" y="934"/>
                      </a:lnTo>
                      <a:lnTo>
                        <a:pt x="5296" y="934"/>
                      </a:lnTo>
                      <a:lnTo>
                        <a:pt x="5296" y="777"/>
                      </a:lnTo>
                      <a:cubicBezTo>
                        <a:pt x="5296" y="347"/>
                        <a:pt x="5631" y="1"/>
                        <a:pt x="6061" y="1"/>
                      </a:cubicBezTo>
                      <a:close/>
                    </a:path>
                  </a:pathLst>
                </a:custGeom>
                <a:solidFill>
                  <a:srgbClr val="FFFCF7">
                    <a:alpha val="1955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5" name="Google Shape;1795;p54"/>
                <p:cNvSpPr/>
                <p:nvPr/>
              </p:nvSpPr>
              <p:spPr>
                <a:xfrm>
                  <a:off x="8945550" y="247650"/>
                  <a:ext cx="197174" cy="46187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0" h="38738" extrusionOk="0">
                      <a:moveTo>
                        <a:pt x="0" y="0"/>
                      </a:moveTo>
                      <a:lnTo>
                        <a:pt x="0" y="38737"/>
                      </a:lnTo>
                      <a:lnTo>
                        <a:pt x="860" y="38737"/>
                      </a:lnTo>
                      <a:lnTo>
                        <a:pt x="86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796" name="Google Shape;1796;p54"/>
                <p:cNvGrpSpPr/>
                <p:nvPr/>
              </p:nvGrpSpPr>
              <p:grpSpPr>
                <a:xfrm>
                  <a:off x="8694552" y="444361"/>
                  <a:ext cx="448838" cy="855480"/>
                  <a:chOff x="4189590" y="628348"/>
                  <a:chExt cx="448838" cy="855480"/>
                </a:xfrm>
              </p:grpSpPr>
              <p:sp>
                <p:nvSpPr>
                  <p:cNvPr id="1797" name="Google Shape;1797;p54"/>
                  <p:cNvSpPr/>
                  <p:nvPr/>
                </p:nvSpPr>
                <p:spPr>
                  <a:xfrm>
                    <a:off x="4189590" y="628348"/>
                    <a:ext cx="448838" cy="8554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21" h="5758" extrusionOk="0">
                        <a:moveTo>
                          <a:pt x="1" y="1"/>
                        </a:moveTo>
                        <a:lnTo>
                          <a:pt x="1" y="357"/>
                        </a:lnTo>
                        <a:cubicBezTo>
                          <a:pt x="1" y="546"/>
                          <a:pt x="148" y="703"/>
                          <a:pt x="336" y="703"/>
                        </a:cubicBezTo>
                        <a:lnTo>
                          <a:pt x="336" y="871"/>
                        </a:lnTo>
                        <a:cubicBezTo>
                          <a:pt x="323" y="868"/>
                          <a:pt x="310" y="867"/>
                          <a:pt x="298" y="867"/>
                        </a:cubicBezTo>
                        <a:cubicBezTo>
                          <a:pt x="132" y="867"/>
                          <a:pt x="97" y="1122"/>
                          <a:pt x="127" y="1259"/>
                        </a:cubicBezTo>
                        <a:cubicBezTo>
                          <a:pt x="151" y="1439"/>
                          <a:pt x="310" y="1562"/>
                          <a:pt x="484" y="1562"/>
                        </a:cubicBezTo>
                        <a:cubicBezTo>
                          <a:pt x="532" y="1562"/>
                          <a:pt x="582" y="1552"/>
                          <a:pt x="630" y="1532"/>
                        </a:cubicBezTo>
                        <a:lnTo>
                          <a:pt x="640" y="1532"/>
                        </a:lnTo>
                        <a:cubicBezTo>
                          <a:pt x="652" y="1528"/>
                          <a:pt x="664" y="1526"/>
                          <a:pt x="675" y="1526"/>
                        </a:cubicBezTo>
                        <a:cubicBezTo>
                          <a:pt x="822" y="1526"/>
                          <a:pt x="903" y="1826"/>
                          <a:pt x="777" y="1972"/>
                        </a:cubicBezTo>
                        <a:cubicBezTo>
                          <a:pt x="703" y="2056"/>
                          <a:pt x="640" y="2213"/>
                          <a:pt x="640" y="2528"/>
                        </a:cubicBezTo>
                        <a:cubicBezTo>
                          <a:pt x="640" y="3335"/>
                          <a:pt x="1196" y="3723"/>
                          <a:pt x="1448" y="3723"/>
                        </a:cubicBezTo>
                        <a:lnTo>
                          <a:pt x="1448" y="4174"/>
                        </a:lnTo>
                        <a:cubicBezTo>
                          <a:pt x="2192" y="4174"/>
                          <a:pt x="2077" y="5422"/>
                          <a:pt x="1699" y="5422"/>
                        </a:cubicBezTo>
                        <a:lnTo>
                          <a:pt x="1699" y="5758"/>
                        </a:lnTo>
                        <a:lnTo>
                          <a:pt x="2947" y="5758"/>
                        </a:lnTo>
                        <a:lnTo>
                          <a:pt x="3021" y="11"/>
                        </a:lnTo>
                        <a:lnTo>
                          <a:pt x="1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98" name="Google Shape;1798;p54"/>
                  <p:cNvSpPr/>
                  <p:nvPr/>
                </p:nvSpPr>
                <p:spPr>
                  <a:xfrm>
                    <a:off x="4231636" y="771574"/>
                    <a:ext cx="73395" cy="601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4" h="405" extrusionOk="0">
                        <a:moveTo>
                          <a:pt x="269" y="0"/>
                        </a:moveTo>
                        <a:cubicBezTo>
                          <a:pt x="230" y="0"/>
                          <a:pt x="192" y="11"/>
                          <a:pt x="158" y="33"/>
                        </a:cubicBezTo>
                        <a:cubicBezTo>
                          <a:pt x="53" y="85"/>
                          <a:pt x="1" y="201"/>
                          <a:pt x="53" y="316"/>
                        </a:cubicBezTo>
                        <a:cubicBezTo>
                          <a:pt x="92" y="374"/>
                          <a:pt x="155" y="405"/>
                          <a:pt x="219" y="405"/>
                        </a:cubicBezTo>
                        <a:cubicBezTo>
                          <a:pt x="259" y="405"/>
                          <a:pt x="300" y="393"/>
                          <a:pt x="336" y="369"/>
                        </a:cubicBezTo>
                        <a:cubicBezTo>
                          <a:pt x="441" y="316"/>
                          <a:pt x="494" y="201"/>
                          <a:pt x="452" y="96"/>
                        </a:cubicBezTo>
                        <a:cubicBezTo>
                          <a:pt x="411" y="35"/>
                          <a:pt x="340" y="0"/>
                          <a:pt x="269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99" name="Google Shape;1799;p54"/>
                  <p:cNvSpPr/>
                  <p:nvPr/>
                </p:nvSpPr>
                <p:spPr>
                  <a:xfrm>
                    <a:off x="4322118" y="921485"/>
                    <a:ext cx="183933" cy="2035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8" h="1370" extrusionOk="0">
                        <a:moveTo>
                          <a:pt x="594" y="0"/>
                        </a:moveTo>
                        <a:cubicBezTo>
                          <a:pt x="564" y="0"/>
                          <a:pt x="534" y="3"/>
                          <a:pt x="503" y="10"/>
                        </a:cubicBezTo>
                        <a:cubicBezTo>
                          <a:pt x="199" y="62"/>
                          <a:pt x="0" y="398"/>
                          <a:pt x="63" y="775"/>
                        </a:cubicBezTo>
                        <a:cubicBezTo>
                          <a:pt x="130" y="1129"/>
                          <a:pt x="380" y="1369"/>
                          <a:pt x="662" y="1369"/>
                        </a:cubicBezTo>
                        <a:cubicBezTo>
                          <a:pt x="689" y="1369"/>
                          <a:pt x="717" y="1367"/>
                          <a:pt x="745" y="1362"/>
                        </a:cubicBezTo>
                        <a:cubicBezTo>
                          <a:pt x="1049" y="1310"/>
                          <a:pt x="1237" y="964"/>
                          <a:pt x="1174" y="586"/>
                        </a:cubicBezTo>
                        <a:cubicBezTo>
                          <a:pt x="1118" y="247"/>
                          <a:pt x="866" y="0"/>
                          <a:pt x="594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800" name="Google Shape;1800;p54"/>
                <p:cNvSpPr/>
                <p:nvPr/>
              </p:nvSpPr>
              <p:spPr>
                <a:xfrm>
                  <a:off x="100" y="247650"/>
                  <a:ext cx="183874" cy="48958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0" h="38738" extrusionOk="0">
                      <a:moveTo>
                        <a:pt x="0" y="0"/>
                      </a:moveTo>
                      <a:lnTo>
                        <a:pt x="0" y="38737"/>
                      </a:lnTo>
                      <a:lnTo>
                        <a:pt x="850" y="38737"/>
                      </a:lnTo>
                      <a:lnTo>
                        <a:pt x="85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801" name="Google Shape;1801;p54"/>
                <p:cNvGrpSpPr/>
                <p:nvPr/>
              </p:nvGrpSpPr>
              <p:grpSpPr>
                <a:xfrm>
                  <a:off x="-10709" y="444378"/>
                  <a:ext cx="448838" cy="860613"/>
                  <a:chOff x="561117" y="628348"/>
                  <a:chExt cx="448838" cy="855480"/>
                </a:xfrm>
              </p:grpSpPr>
              <p:sp>
                <p:nvSpPr>
                  <p:cNvPr id="1802" name="Google Shape;1802;p54"/>
                  <p:cNvSpPr/>
                  <p:nvPr/>
                </p:nvSpPr>
                <p:spPr>
                  <a:xfrm>
                    <a:off x="561117" y="628348"/>
                    <a:ext cx="448838" cy="8554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21" h="5758" extrusionOk="0">
                        <a:moveTo>
                          <a:pt x="3020" y="1"/>
                        </a:moveTo>
                        <a:lnTo>
                          <a:pt x="0" y="11"/>
                        </a:lnTo>
                        <a:lnTo>
                          <a:pt x="73" y="5758"/>
                        </a:lnTo>
                        <a:lnTo>
                          <a:pt x="1321" y="5758"/>
                        </a:lnTo>
                        <a:lnTo>
                          <a:pt x="1321" y="5422"/>
                        </a:lnTo>
                        <a:cubicBezTo>
                          <a:pt x="944" y="5422"/>
                          <a:pt x="828" y="4174"/>
                          <a:pt x="1573" y="4174"/>
                        </a:cubicBezTo>
                        <a:lnTo>
                          <a:pt x="1573" y="3723"/>
                        </a:lnTo>
                        <a:cubicBezTo>
                          <a:pt x="1825" y="3723"/>
                          <a:pt x="2380" y="3335"/>
                          <a:pt x="2380" y="2528"/>
                        </a:cubicBezTo>
                        <a:cubicBezTo>
                          <a:pt x="2380" y="2213"/>
                          <a:pt x="2318" y="2056"/>
                          <a:pt x="2244" y="1972"/>
                        </a:cubicBezTo>
                        <a:cubicBezTo>
                          <a:pt x="2108" y="1826"/>
                          <a:pt x="2189" y="1526"/>
                          <a:pt x="2344" y="1526"/>
                        </a:cubicBezTo>
                        <a:cubicBezTo>
                          <a:pt x="2355" y="1526"/>
                          <a:pt x="2368" y="1528"/>
                          <a:pt x="2380" y="1532"/>
                        </a:cubicBezTo>
                        <a:lnTo>
                          <a:pt x="2391" y="1532"/>
                        </a:lnTo>
                        <a:cubicBezTo>
                          <a:pt x="2437" y="1552"/>
                          <a:pt x="2485" y="1562"/>
                          <a:pt x="2532" y="1562"/>
                        </a:cubicBezTo>
                        <a:cubicBezTo>
                          <a:pt x="2701" y="1562"/>
                          <a:pt x="2861" y="1439"/>
                          <a:pt x="2894" y="1259"/>
                        </a:cubicBezTo>
                        <a:cubicBezTo>
                          <a:pt x="2914" y="1122"/>
                          <a:pt x="2888" y="867"/>
                          <a:pt x="2714" y="867"/>
                        </a:cubicBezTo>
                        <a:cubicBezTo>
                          <a:pt x="2702" y="867"/>
                          <a:pt x="2688" y="868"/>
                          <a:pt x="2674" y="871"/>
                        </a:cubicBezTo>
                        <a:lnTo>
                          <a:pt x="2674" y="703"/>
                        </a:lnTo>
                        <a:cubicBezTo>
                          <a:pt x="2863" y="703"/>
                          <a:pt x="3020" y="546"/>
                          <a:pt x="3020" y="357"/>
                        </a:cubicBezTo>
                        <a:lnTo>
                          <a:pt x="3020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03" name="Google Shape;1803;p54"/>
                  <p:cNvSpPr/>
                  <p:nvPr/>
                </p:nvSpPr>
                <p:spPr>
                  <a:xfrm>
                    <a:off x="694982" y="920890"/>
                    <a:ext cx="187201" cy="2033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60" h="1369" extrusionOk="0">
                        <a:moveTo>
                          <a:pt x="673" y="1"/>
                        </a:moveTo>
                        <a:cubicBezTo>
                          <a:pt x="413" y="1"/>
                          <a:pt x="159" y="235"/>
                          <a:pt x="85" y="559"/>
                        </a:cubicBezTo>
                        <a:cubicBezTo>
                          <a:pt x="1" y="926"/>
                          <a:pt x="179" y="1283"/>
                          <a:pt x="473" y="1356"/>
                        </a:cubicBezTo>
                        <a:cubicBezTo>
                          <a:pt x="508" y="1365"/>
                          <a:pt x="544" y="1369"/>
                          <a:pt x="580" y="1369"/>
                        </a:cubicBezTo>
                        <a:cubicBezTo>
                          <a:pt x="848" y="1369"/>
                          <a:pt x="1101" y="1135"/>
                          <a:pt x="1175" y="811"/>
                        </a:cubicBezTo>
                        <a:cubicBezTo>
                          <a:pt x="1259" y="433"/>
                          <a:pt x="1081" y="77"/>
                          <a:pt x="777" y="14"/>
                        </a:cubicBezTo>
                        <a:cubicBezTo>
                          <a:pt x="742" y="5"/>
                          <a:pt x="708" y="1"/>
                          <a:pt x="673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04" name="Google Shape;1804;p54"/>
                  <p:cNvSpPr/>
                  <p:nvPr/>
                </p:nvSpPr>
                <p:spPr>
                  <a:xfrm>
                    <a:off x="886642" y="773654"/>
                    <a:ext cx="70572" cy="5660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5" h="381" extrusionOk="0">
                        <a:moveTo>
                          <a:pt x="229" y="0"/>
                        </a:moveTo>
                        <a:cubicBezTo>
                          <a:pt x="151" y="0"/>
                          <a:pt x="70" y="39"/>
                          <a:pt x="22" y="124"/>
                        </a:cubicBezTo>
                        <a:cubicBezTo>
                          <a:pt x="1" y="239"/>
                          <a:pt x="85" y="344"/>
                          <a:pt x="189" y="365"/>
                        </a:cubicBezTo>
                        <a:cubicBezTo>
                          <a:pt x="219" y="376"/>
                          <a:pt x="248" y="381"/>
                          <a:pt x="276" y="381"/>
                        </a:cubicBezTo>
                        <a:cubicBezTo>
                          <a:pt x="359" y="381"/>
                          <a:pt x="431" y="336"/>
                          <a:pt x="462" y="250"/>
                        </a:cubicBezTo>
                        <a:cubicBezTo>
                          <a:pt x="475" y="96"/>
                          <a:pt x="354" y="0"/>
                          <a:pt x="229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1805" name="Google Shape;1805;p54"/>
              <p:cNvSpPr/>
              <p:nvPr/>
            </p:nvSpPr>
            <p:spPr>
              <a:xfrm>
                <a:off x="14450" y="247294"/>
                <a:ext cx="9120845" cy="206500"/>
              </a:xfrm>
              <a:custGeom>
                <a:avLst/>
                <a:gdLst/>
                <a:ahLst/>
                <a:cxnLst/>
                <a:rect l="l" t="t" r="r" b="b"/>
                <a:pathLst>
                  <a:path w="28723" h="798" extrusionOk="0">
                    <a:moveTo>
                      <a:pt x="0" y="0"/>
                    </a:moveTo>
                    <a:lnTo>
                      <a:pt x="0" y="797"/>
                    </a:lnTo>
                    <a:lnTo>
                      <a:pt x="28722" y="797"/>
                    </a:lnTo>
                    <a:lnTo>
                      <a:pt x="2872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06" name="Google Shape;1806;p54"/>
            <p:cNvGrpSpPr/>
            <p:nvPr/>
          </p:nvGrpSpPr>
          <p:grpSpPr>
            <a:xfrm>
              <a:off x="384093" y="4954718"/>
              <a:ext cx="8375813" cy="57966"/>
              <a:chOff x="384093" y="4954718"/>
              <a:chExt cx="8375813" cy="57966"/>
            </a:xfrm>
          </p:grpSpPr>
          <p:sp>
            <p:nvSpPr>
              <p:cNvPr id="1807" name="Google Shape;1807;p54"/>
              <p:cNvSpPr/>
              <p:nvPr/>
            </p:nvSpPr>
            <p:spPr>
              <a:xfrm>
                <a:off x="384093" y="4954718"/>
                <a:ext cx="219363" cy="57966"/>
              </a:xfrm>
              <a:custGeom>
                <a:avLst/>
                <a:gdLst/>
                <a:ahLst/>
                <a:cxnLst/>
                <a:rect l="l" t="t" r="r" b="b"/>
                <a:pathLst>
                  <a:path w="691" h="578" extrusionOk="0">
                    <a:moveTo>
                      <a:pt x="366" y="0"/>
                    </a:moveTo>
                    <a:cubicBezTo>
                      <a:pt x="269" y="0"/>
                      <a:pt x="171" y="48"/>
                      <a:pt x="114" y="149"/>
                    </a:cubicBezTo>
                    <a:cubicBezTo>
                      <a:pt x="1" y="346"/>
                      <a:pt x="150" y="578"/>
                      <a:pt x="356" y="578"/>
                    </a:cubicBezTo>
                    <a:cubicBezTo>
                      <a:pt x="379" y="578"/>
                      <a:pt x="403" y="575"/>
                      <a:pt x="428" y="568"/>
                    </a:cubicBezTo>
                    <a:cubicBezTo>
                      <a:pt x="596" y="526"/>
                      <a:pt x="690" y="358"/>
                      <a:pt x="638" y="201"/>
                    </a:cubicBezTo>
                    <a:cubicBezTo>
                      <a:pt x="598" y="70"/>
                      <a:pt x="483" y="0"/>
                      <a:pt x="36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Google Shape;1808;p54"/>
              <p:cNvSpPr/>
              <p:nvPr/>
            </p:nvSpPr>
            <p:spPr>
              <a:xfrm>
                <a:off x="8540543" y="4954718"/>
                <a:ext cx="219363" cy="57966"/>
              </a:xfrm>
              <a:custGeom>
                <a:avLst/>
                <a:gdLst/>
                <a:ahLst/>
                <a:cxnLst/>
                <a:rect l="l" t="t" r="r" b="b"/>
                <a:pathLst>
                  <a:path w="691" h="578" extrusionOk="0">
                    <a:moveTo>
                      <a:pt x="366" y="0"/>
                    </a:moveTo>
                    <a:cubicBezTo>
                      <a:pt x="269" y="0"/>
                      <a:pt x="171" y="48"/>
                      <a:pt x="114" y="149"/>
                    </a:cubicBezTo>
                    <a:cubicBezTo>
                      <a:pt x="1" y="346"/>
                      <a:pt x="150" y="578"/>
                      <a:pt x="356" y="578"/>
                    </a:cubicBezTo>
                    <a:cubicBezTo>
                      <a:pt x="379" y="578"/>
                      <a:pt x="403" y="575"/>
                      <a:pt x="428" y="568"/>
                    </a:cubicBezTo>
                    <a:cubicBezTo>
                      <a:pt x="596" y="526"/>
                      <a:pt x="690" y="358"/>
                      <a:pt x="638" y="201"/>
                    </a:cubicBezTo>
                    <a:cubicBezTo>
                      <a:pt x="598" y="70"/>
                      <a:pt x="483" y="0"/>
                      <a:pt x="36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09" name="Google Shape;1809;p54"/>
          <p:cNvGrpSpPr/>
          <p:nvPr/>
        </p:nvGrpSpPr>
        <p:grpSpPr>
          <a:xfrm>
            <a:off x="8106580" y="1095706"/>
            <a:ext cx="648376" cy="880878"/>
            <a:chOff x="638276" y="3526008"/>
            <a:chExt cx="714936" cy="971200"/>
          </a:xfrm>
        </p:grpSpPr>
        <p:sp>
          <p:nvSpPr>
            <p:cNvPr id="1810" name="Google Shape;1810;p54"/>
            <p:cNvSpPr/>
            <p:nvPr/>
          </p:nvSpPr>
          <p:spPr>
            <a:xfrm>
              <a:off x="801537" y="3817400"/>
              <a:ext cx="388460" cy="388464"/>
            </a:xfrm>
            <a:custGeom>
              <a:avLst/>
              <a:gdLst/>
              <a:ahLst/>
              <a:cxnLst/>
              <a:rect l="l" t="t" r="r" b="b"/>
              <a:pathLst>
                <a:path w="91295" h="91296" extrusionOk="0">
                  <a:moveTo>
                    <a:pt x="75084" y="16212"/>
                  </a:moveTo>
                  <a:cubicBezTo>
                    <a:pt x="91295" y="32466"/>
                    <a:pt x="91295" y="58788"/>
                    <a:pt x="75084" y="75041"/>
                  </a:cubicBezTo>
                  <a:cubicBezTo>
                    <a:pt x="58830" y="91295"/>
                    <a:pt x="32466" y="91295"/>
                    <a:pt x="16255" y="75041"/>
                  </a:cubicBezTo>
                  <a:cubicBezTo>
                    <a:pt x="1" y="58788"/>
                    <a:pt x="1" y="32466"/>
                    <a:pt x="16255" y="16212"/>
                  </a:cubicBezTo>
                  <a:cubicBezTo>
                    <a:pt x="32466" y="1"/>
                    <a:pt x="58830" y="1"/>
                    <a:pt x="75084" y="16212"/>
                  </a:cubicBezTo>
                  <a:close/>
                </a:path>
              </a:pathLst>
            </a:custGeom>
            <a:gradFill>
              <a:gsLst>
                <a:gs pos="0">
                  <a:srgbClr val="F9EBAB">
                    <a:alpha val="21960"/>
                    <a:alpha val="21910"/>
                  </a:srgbClr>
                </a:gs>
                <a:gs pos="41000">
                  <a:srgbClr val="F9EBAB">
                    <a:alpha val="53333"/>
                    <a:alpha val="21910"/>
                  </a:srgbClr>
                </a:gs>
                <a:gs pos="100000">
                  <a:srgbClr val="F9EBAB">
                    <a:alpha val="77254"/>
                    <a:alpha val="2191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11" name="Google Shape;1811;p54"/>
            <p:cNvGrpSpPr/>
            <p:nvPr/>
          </p:nvGrpSpPr>
          <p:grpSpPr>
            <a:xfrm>
              <a:off x="638276" y="3526008"/>
              <a:ext cx="714936" cy="971200"/>
              <a:chOff x="9141124" y="2771118"/>
              <a:chExt cx="319239" cy="433649"/>
            </a:xfrm>
          </p:grpSpPr>
          <p:sp>
            <p:nvSpPr>
              <p:cNvPr id="1812" name="Google Shape;1812;p54"/>
              <p:cNvSpPr/>
              <p:nvPr/>
            </p:nvSpPr>
            <p:spPr>
              <a:xfrm>
                <a:off x="9271960" y="3034862"/>
                <a:ext cx="17824" cy="25355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1579" extrusionOk="0">
                    <a:moveTo>
                      <a:pt x="641" y="0"/>
                    </a:moveTo>
                    <a:cubicBezTo>
                      <a:pt x="385" y="0"/>
                      <a:pt x="129" y="384"/>
                      <a:pt x="43" y="811"/>
                    </a:cubicBezTo>
                    <a:cubicBezTo>
                      <a:pt x="1" y="1237"/>
                      <a:pt x="214" y="1579"/>
                      <a:pt x="470" y="1579"/>
                    </a:cubicBezTo>
                    <a:cubicBezTo>
                      <a:pt x="769" y="1579"/>
                      <a:pt x="1025" y="1237"/>
                      <a:pt x="1067" y="811"/>
                    </a:cubicBezTo>
                    <a:cubicBezTo>
                      <a:pt x="1110" y="384"/>
                      <a:pt x="939" y="0"/>
                      <a:pt x="641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Google Shape;1813;p54"/>
              <p:cNvSpPr/>
              <p:nvPr/>
            </p:nvSpPr>
            <p:spPr>
              <a:xfrm>
                <a:off x="9267175" y="2928674"/>
                <a:ext cx="54965" cy="93728"/>
              </a:xfrm>
              <a:custGeom>
                <a:avLst/>
                <a:gdLst/>
                <a:ahLst/>
                <a:cxnLst/>
                <a:rect l="l" t="t" r="r" b="b"/>
                <a:pathLst>
                  <a:path w="3423" h="5837" extrusionOk="0">
                    <a:moveTo>
                      <a:pt x="1195" y="1"/>
                    </a:moveTo>
                    <a:cubicBezTo>
                      <a:pt x="1195" y="1"/>
                      <a:pt x="1962" y="1707"/>
                      <a:pt x="1109" y="2518"/>
                    </a:cubicBezTo>
                    <a:cubicBezTo>
                      <a:pt x="85" y="3499"/>
                      <a:pt x="0" y="5419"/>
                      <a:pt x="1579" y="5803"/>
                    </a:cubicBezTo>
                    <a:cubicBezTo>
                      <a:pt x="1673" y="5826"/>
                      <a:pt x="1762" y="5837"/>
                      <a:pt x="1847" y="5837"/>
                    </a:cubicBezTo>
                    <a:cubicBezTo>
                      <a:pt x="3190" y="5837"/>
                      <a:pt x="3423" y="3127"/>
                      <a:pt x="2901" y="1963"/>
                    </a:cubicBezTo>
                    <a:cubicBezTo>
                      <a:pt x="2517" y="1195"/>
                      <a:pt x="1920" y="513"/>
                      <a:pt x="1195" y="1"/>
                    </a:cubicBezTo>
                    <a:close/>
                  </a:path>
                </a:pathLst>
              </a:custGeom>
              <a:solidFill>
                <a:srgbClr val="F2D3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Google Shape;1814;p54"/>
              <p:cNvSpPr/>
              <p:nvPr/>
            </p:nvSpPr>
            <p:spPr>
              <a:xfrm>
                <a:off x="9274706" y="3031330"/>
                <a:ext cx="53439" cy="115213"/>
              </a:xfrm>
              <a:custGeom>
                <a:avLst/>
                <a:gdLst/>
                <a:ahLst/>
                <a:cxnLst/>
                <a:rect l="l" t="t" r="r" b="b"/>
                <a:pathLst>
                  <a:path w="3328" h="7175" extrusionOk="0">
                    <a:moveTo>
                      <a:pt x="2456" y="0"/>
                    </a:moveTo>
                    <a:cubicBezTo>
                      <a:pt x="2434" y="0"/>
                      <a:pt x="2411" y="3"/>
                      <a:pt x="2389" y="7"/>
                    </a:cubicBezTo>
                    <a:lnTo>
                      <a:pt x="726" y="135"/>
                    </a:lnTo>
                    <a:cubicBezTo>
                      <a:pt x="512" y="135"/>
                      <a:pt x="342" y="306"/>
                      <a:pt x="342" y="519"/>
                    </a:cubicBezTo>
                    <a:cubicBezTo>
                      <a:pt x="171" y="3207"/>
                      <a:pt x="0" y="5937"/>
                      <a:pt x="214" y="7174"/>
                    </a:cubicBezTo>
                    <a:lnTo>
                      <a:pt x="3115" y="7174"/>
                    </a:lnTo>
                    <a:cubicBezTo>
                      <a:pt x="3328" y="5852"/>
                      <a:pt x="2944" y="3036"/>
                      <a:pt x="2859" y="391"/>
                    </a:cubicBezTo>
                    <a:cubicBezTo>
                      <a:pt x="2859" y="161"/>
                      <a:pt x="2653" y="0"/>
                      <a:pt x="2456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Google Shape;1815;p54"/>
              <p:cNvSpPr/>
              <p:nvPr/>
            </p:nvSpPr>
            <p:spPr>
              <a:xfrm>
                <a:off x="9209625" y="3132139"/>
                <a:ext cx="185657" cy="54804"/>
              </a:xfrm>
              <a:custGeom>
                <a:avLst/>
                <a:gdLst/>
                <a:ahLst/>
                <a:cxnLst/>
                <a:rect l="l" t="t" r="r" b="b"/>
                <a:pathLst>
                  <a:path w="11562" h="3413" extrusionOk="0">
                    <a:moveTo>
                      <a:pt x="5760" y="0"/>
                    </a:moveTo>
                    <a:cubicBezTo>
                      <a:pt x="3669" y="0"/>
                      <a:pt x="1" y="1067"/>
                      <a:pt x="1" y="1920"/>
                    </a:cubicBezTo>
                    <a:cubicBezTo>
                      <a:pt x="1" y="2730"/>
                      <a:pt x="2560" y="3413"/>
                      <a:pt x="5760" y="3413"/>
                    </a:cubicBezTo>
                    <a:cubicBezTo>
                      <a:pt x="8959" y="3413"/>
                      <a:pt x="11562" y="2730"/>
                      <a:pt x="11562" y="1920"/>
                    </a:cubicBezTo>
                    <a:cubicBezTo>
                      <a:pt x="11562" y="1067"/>
                      <a:pt x="7893" y="0"/>
                      <a:pt x="5760" y="0"/>
                    </a:cubicBezTo>
                    <a:close/>
                  </a:path>
                </a:pathLst>
              </a:custGeom>
              <a:solidFill>
                <a:srgbClr val="D8934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Google Shape;1816;p54"/>
              <p:cNvSpPr/>
              <p:nvPr/>
            </p:nvSpPr>
            <p:spPr>
              <a:xfrm>
                <a:off x="9193872" y="2882091"/>
                <a:ext cx="15078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39" h="18047" extrusionOk="0">
                    <a:moveTo>
                      <a:pt x="0" y="1"/>
                    </a:moveTo>
                    <a:lnTo>
                      <a:pt x="0" y="18046"/>
                    </a:lnTo>
                    <a:lnTo>
                      <a:pt x="939" y="18046"/>
                    </a:lnTo>
                    <a:lnTo>
                      <a:pt x="939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Google Shape;1817;p54"/>
              <p:cNvSpPr/>
              <p:nvPr/>
            </p:nvSpPr>
            <p:spPr>
              <a:xfrm>
                <a:off x="9392520" y="2882091"/>
                <a:ext cx="15094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18047" extrusionOk="0">
                    <a:moveTo>
                      <a:pt x="1" y="1"/>
                    </a:moveTo>
                    <a:lnTo>
                      <a:pt x="1" y="18046"/>
                    </a:lnTo>
                    <a:lnTo>
                      <a:pt x="940" y="18046"/>
                    </a:lnTo>
                    <a:lnTo>
                      <a:pt x="940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Google Shape;1818;p54"/>
              <p:cNvSpPr/>
              <p:nvPr/>
            </p:nvSpPr>
            <p:spPr>
              <a:xfrm>
                <a:off x="9338406" y="2882091"/>
                <a:ext cx="15094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18047" extrusionOk="0">
                    <a:moveTo>
                      <a:pt x="1" y="1"/>
                    </a:moveTo>
                    <a:lnTo>
                      <a:pt x="1" y="18046"/>
                    </a:lnTo>
                    <a:lnTo>
                      <a:pt x="939" y="18046"/>
                    </a:lnTo>
                    <a:lnTo>
                      <a:pt x="939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Google Shape;1819;p54"/>
              <p:cNvSpPr/>
              <p:nvPr/>
            </p:nvSpPr>
            <p:spPr>
              <a:xfrm>
                <a:off x="9182231" y="2880726"/>
                <a:ext cx="237025" cy="17824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110" extrusionOk="0">
                    <a:moveTo>
                      <a:pt x="0" y="1"/>
                    </a:moveTo>
                    <a:lnTo>
                      <a:pt x="0" y="299"/>
                    </a:lnTo>
                    <a:cubicBezTo>
                      <a:pt x="0" y="768"/>
                      <a:pt x="384" y="1110"/>
                      <a:pt x="811" y="1110"/>
                    </a:cubicBezTo>
                    <a:lnTo>
                      <a:pt x="13993" y="1110"/>
                    </a:lnTo>
                    <a:cubicBezTo>
                      <a:pt x="14419" y="1110"/>
                      <a:pt x="14761" y="768"/>
                      <a:pt x="14761" y="299"/>
                    </a:cubicBezTo>
                    <a:lnTo>
                      <a:pt x="14761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Google Shape;1820;p54"/>
              <p:cNvSpPr/>
              <p:nvPr/>
            </p:nvSpPr>
            <p:spPr>
              <a:xfrm>
                <a:off x="9182231" y="3152676"/>
                <a:ext cx="237025" cy="30172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879" extrusionOk="0">
                    <a:moveTo>
                      <a:pt x="1024" y="1"/>
                    </a:moveTo>
                    <a:cubicBezTo>
                      <a:pt x="469" y="1"/>
                      <a:pt x="0" y="470"/>
                      <a:pt x="0" y="1025"/>
                    </a:cubicBezTo>
                    <a:lnTo>
                      <a:pt x="0" y="1878"/>
                    </a:lnTo>
                    <a:lnTo>
                      <a:pt x="14761" y="1878"/>
                    </a:lnTo>
                    <a:lnTo>
                      <a:pt x="14761" y="1025"/>
                    </a:lnTo>
                    <a:cubicBezTo>
                      <a:pt x="14761" y="470"/>
                      <a:pt x="14334" y="1"/>
                      <a:pt x="13737" y="1"/>
                    </a:cubicBez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Google Shape;1821;p54"/>
              <p:cNvSpPr/>
              <p:nvPr/>
            </p:nvSpPr>
            <p:spPr>
              <a:xfrm>
                <a:off x="9180175" y="2803313"/>
                <a:ext cx="254158" cy="68533"/>
              </a:xfrm>
              <a:custGeom>
                <a:avLst/>
                <a:gdLst/>
                <a:ahLst/>
                <a:cxnLst/>
                <a:rect l="l" t="t" r="r" b="b"/>
                <a:pathLst>
                  <a:path w="15828" h="4268" extrusionOk="0">
                    <a:moveTo>
                      <a:pt x="7892" y="1"/>
                    </a:moveTo>
                    <a:cubicBezTo>
                      <a:pt x="3882" y="1"/>
                      <a:pt x="555" y="1835"/>
                      <a:pt x="0" y="4267"/>
                    </a:cubicBezTo>
                    <a:lnTo>
                      <a:pt x="15827" y="4267"/>
                    </a:lnTo>
                    <a:cubicBezTo>
                      <a:pt x="15230" y="1835"/>
                      <a:pt x="11902" y="1"/>
                      <a:pt x="7892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Google Shape;1822;p54"/>
              <p:cNvSpPr/>
              <p:nvPr/>
            </p:nvSpPr>
            <p:spPr>
              <a:xfrm>
                <a:off x="9296624" y="2771118"/>
                <a:ext cx="20570" cy="35648"/>
              </a:xfrm>
              <a:custGeom>
                <a:avLst/>
                <a:gdLst/>
                <a:ahLst/>
                <a:cxnLst/>
                <a:rect l="l" t="t" r="r" b="b"/>
                <a:pathLst>
                  <a:path w="1281" h="2220" extrusionOk="0">
                    <a:moveTo>
                      <a:pt x="640" y="1"/>
                    </a:moveTo>
                    <a:cubicBezTo>
                      <a:pt x="320" y="1"/>
                      <a:pt x="0" y="257"/>
                      <a:pt x="0" y="769"/>
                    </a:cubicBezTo>
                    <a:lnTo>
                      <a:pt x="0" y="2219"/>
                    </a:lnTo>
                    <a:lnTo>
                      <a:pt x="1280" y="2219"/>
                    </a:lnTo>
                    <a:lnTo>
                      <a:pt x="1280" y="769"/>
                    </a:lnTo>
                    <a:cubicBezTo>
                      <a:pt x="1280" y="257"/>
                      <a:pt x="960" y="1"/>
                      <a:pt x="640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Google Shape;1823;p54"/>
              <p:cNvSpPr/>
              <p:nvPr/>
            </p:nvSpPr>
            <p:spPr>
              <a:xfrm>
                <a:off x="9141124" y="2856062"/>
                <a:ext cx="319239" cy="28791"/>
              </a:xfrm>
              <a:custGeom>
                <a:avLst/>
                <a:gdLst/>
                <a:ahLst/>
                <a:cxnLst/>
                <a:rect l="l" t="t" r="r" b="b"/>
                <a:pathLst>
                  <a:path w="19881" h="1793" extrusionOk="0">
                    <a:moveTo>
                      <a:pt x="1707" y="1"/>
                    </a:moveTo>
                    <a:cubicBezTo>
                      <a:pt x="1" y="1"/>
                      <a:pt x="1" y="1793"/>
                      <a:pt x="1707" y="1793"/>
                    </a:cubicBezTo>
                    <a:lnTo>
                      <a:pt x="18217" y="1793"/>
                    </a:lnTo>
                    <a:cubicBezTo>
                      <a:pt x="19880" y="1793"/>
                      <a:pt x="19880" y="1"/>
                      <a:pt x="18217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Google Shape;1824;p54"/>
              <p:cNvSpPr/>
              <p:nvPr/>
            </p:nvSpPr>
            <p:spPr>
              <a:xfrm>
                <a:off x="9152091" y="3174611"/>
                <a:ext cx="301415" cy="30156"/>
              </a:xfrm>
              <a:custGeom>
                <a:avLst/>
                <a:gdLst/>
                <a:ahLst/>
                <a:cxnLst/>
                <a:rect l="l" t="t" r="r" b="b"/>
                <a:pathLst>
                  <a:path w="18771" h="1878" extrusionOk="0">
                    <a:moveTo>
                      <a:pt x="1024" y="0"/>
                    </a:moveTo>
                    <a:cubicBezTo>
                      <a:pt x="0" y="0"/>
                      <a:pt x="0" y="1877"/>
                      <a:pt x="1024" y="1877"/>
                    </a:cubicBezTo>
                    <a:lnTo>
                      <a:pt x="17534" y="1877"/>
                    </a:lnTo>
                    <a:cubicBezTo>
                      <a:pt x="18771" y="1877"/>
                      <a:pt x="18771" y="0"/>
                      <a:pt x="17534" y="0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Google Shape;1825;p54"/>
              <p:cNvSpPr/>
              <p:nvPr/>
            </p:nvSpPr>
            <p:spPr>
              <a:xfrm>
                <a:off x="9215101" y="2803281"/>
                <a:ext cx="197989" cy="42584"/>
              </a:xfrm>
              <a:custGeom>
                <a:avLst/>
                <a:gdLst/>
                <a:ahLst/>
                <a:cxnLst/>
                <a:rect l="l" t="t" r="r" b="b"/>
                <a:pathLst>
                  <a:path w="12330" h="2652" extrusionOk="0">
                    <a:moveTo>
                      <a:pt x="5486" y="0"/>
                    </a:moveTo>
                    <a:cubicBezTo>
                      <a:pt x="3561" y="0"/>
                      <a:pt x="1683" y="512"/>
                      <a:pt x="1" y="1496"/>
                    </a:cubicBezTo>
                    <a:cubicBezTo>
                      <a:pt x="2270" y="2266"/>
                      <a:pt x="4655" y="2651"/>
                      <a:pt x="7010" y="2651"/>
                    </a:cubicBezTo>
                    <a:cubicBezTo>
                      <a:pt x="7134" y="2651"/>
                      <a:pt x="7257" y="2650"/>
                      <a:pt x="7381" y="2648"/>
                    </a:cubicBezTo>
                    <a:cubicBezTo>
                      <a:pt x="9045" y="2648"/>
                      <a:pt x="10709" y="2477"/>
                      <a:pt x="12330" y="2179"/>
                    </a:cubicBezTo>
                    <a:cubicBezTo>
                      <a:pt x="10879" y="856"/>
                      <a:pt x="8490" y="3"/>
                      <a:pt x="5717" y="3"/>
                    </a:cubicBezTo>
                    <a:cubicBezTo>
                      <a:pt x="5640" y="1"/>
                      <a:pt x="5563" y="0"/>
                      <a:pt x="5486" y="0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Google Shape;1826;p54"/>
              <p:cNvSpPr/>
              <p:nvPr/>
            </p:nvSpPr>
            <p:spPr>
              <a:xfrm>
                <a:off x="9150710" y="2856062"/>
                <a:ext cx="300741" cy="14516"/>
              </a:xfrm>
              <a:custGeom>
                <a:avLst/>
                <a:gdLst/>
                <a:ahLst/>
                <a:cxnLst/>
                <a:rect l="l" t="t" r="r" b="b"/>
                <a:pathLst>
                  <a:path w="18729" h="904" extrusionOk="0">
                    <a:moveTo>
                      <a:pt x="1110" y="1"/>
                    </a:moveTo>
                    <a:cubicBezTo>
                      <a:pt x="683" y="1"/>
                      <a:pt x="257" y="129"/>
                      <a:pt x="1" y="470"/>
                    </a:cubicBezTo>
                    <a:cubicBezTo>
                      <a:pt x="231" y="738"/>
                      <a:pt x="598" y="903"/>
                      <a:pt x="979" y="903"/>
                    </a:cubicBezTo>
                    <a:cubicBezTo>
                      <a:pt x="1023" y="903"/>
                      <a:pt x="1066" y="901"/>
                      <a:pt x="1110" y="897"/>
                    </a:cubicBezTo>
                    <a:lnTo>
                      <a:pt x="17620" y="897"/>
                    </a:lnTo>
                    <a:cubicBezTo>
                      <a:pt x="17659" y="901"/>
                      <a:pt x="17698" y="903"/>
                      <a:pt x="17738" y="903"/>
                    </a:cubicBezTo>
                    <a:cubicBezTo>
                      <a:pt x="18089" y="903"/>
                      <a:pt x="18461" y="738"/>
                      <a:pt x="18729" y="470"/>
                    </a:cubicBezTo>
                    <a:cubicBezTo>
                      <a:pt x="18430" y="129"/>
                      <a:pt x="18004" y="1"/>
                      <a:pt x="17620" y="1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Google Shape;1827;p54"/>
              <p:cNvSpPr/>
              <p:nvPr/>
            </p:nvSpPr>
            <p:spPr>
              <a:xfrm>
                <a:off x="9158257" y="3174498"/>
                <a:ext cx="289083" cy="13826"/>
              </a:xfrm>
              <a:custGeom>
                <a:avLst/>
                <a:gdLst/>
                <a:ahLst/>
                <a:cxnLst/>
                <a:rect l="l" t="t" r="r" b="b"/>
                <a:pathLst>
                  <a:path w="18003" h="861" extrusionOk="0">
                    <a:moveTo>
                      <a:pt x="17253" y="1"/>
                    </a:moveTo>
                    <a:cubicBezTo>
                      <a:pt x="17219" y="1"/>
                      <a:pt x="17184" y="3"/>
                      <a:pt x="17150" y="7"/>
                    </a:cubicBezTo>
                    <a:lnTo>
                      <a:pt x="640" y="7"/>
                    </a:lnTo>
                    <a:cubicBezTo>
                      <a:pt x="341" y="7"/>
                      <a:pt x="85" y="178"/>
                      <a:pt x="0" y="434"/>
                    </a:cubicBezTo>
                    <a:cubicBezTo>
                      <a:pt x="85" y="690"/>
                      <a:pt x="341" y="860"/>
                      <a:pt x="640" y="860"/>
                    </a:cubicBezTo>
                    <a:lnTo>
                      <a:pt x="17150" y="860"/>
                    </a:lnTo>
                    <a:cubicBezTo>
                      <a:pt x="17491" y="860"/>
                      <a:pt x="17790" y="690"/>
                      <a:pt x="18003" y="434"/>
                    </a:cubicBezTo>
                    <a:cubicBezTo>
                      <a:pt x="17811" y="166"/>
                      <a:pt x="17551" y="1"/>
                      <a:pt x="17253" y="1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Google Shape;1828;p54"/>
              <p:cNvSpPr/>
              <p:nvPr/>
            </p:nvSpPr>
            <p:spPr>
              <a:xfrm>
                <a:off x="9187016" y="3174611"/>
                <a:ext cx="79485" cy="13713"/>
              </a:xfrm>
              <a:custGeom>
                <a:avLst/>
                <a:gdLst/>
                <a:ahLst/>
                <a:cxnLst/>
                <a:rect l="l" t="t" r="r" b="b"/>
                <a:pathLst>
                  <a:path w="4950" h="854" extrusionOk="0">
                    <a:moveTo>
                      <a:pt x="214" y="0"/>
                    </a:moveTo>
                    <a:cubicBezTo>
                      <a:pt x="129" y="0"/>
                      <a:pt x="86" y="171"/>
                      <a:pt x="43" y="427"/>
                    </a:cubicBezTo>
                    <a:cubicBezTo>
                      <a:pt x="1" y="640"/>
                      <a:pt x="129" y="853"/>
                      <a:pt x="214" y="853"/>
                    </a:cubicBezTo>
                    <a:lnTo>
                      <a:pt x="4693" y="853"/>
                    </a:lnTo>
                    <a:cubicBezTo>
                      <a:pt x="4821" y="853"/>
                      <a:pt x="4907" y="640"/>
                      <a:pt x="4949" y="427"/>
                    </a:cubicBezTo>
                    <a:cubicBezTo>
                      <a:pt x="4907" y="171"/>
                      <a:pt x="4821" y="0"/>
                      <a:pt x="4693" y="0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Google Shape;1829;p54"/>
              <p:cNvSpPr/>
              <p:nvPr/>
            </p:nvSpPr>
            <p:spPr>
              <a:xfrm>
                <a:off x="9277436" y="3031426"/>
                <a:ext cx="40433" cy="80175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4993" extrusionOk="0">
                    <a:moveTo>
                      <a:pt x="2219" y="1"/>
                    </a:moveTo>
                    <a:lnTo>
                      <a:pt x="598" y="172"/>
                    </a:lnTo>
                    <a:cubicBezTo>
                      <a:pt x="385" y="172"/>
                      <a:pt x="214" y="342"/>
                      <a:pt x="172" y="556"/>
                    </a:cubicBezTo>
                    <a:cubicBezTo>
                      <a:pt x="129" y="1665"/>
                      <a:pt x="44" y="2817"/>
                      <a:pt x="1" y="3840"/>
                    </a:cubicBezTo>
                    <a:cubicBezTo>
                      <a:pt x="257" y="4523"/>
                      <a:pt x="641" y="4992"/>
                      <a:pt x="1068" y="4992"/>
                    </a:cubicBezTo>
                    <a:cubicBezTo>
                      <a:pt x="1835" y="4992"/>
                      <a:pt x="2518" y="3371"/>
                      <a:pt x="2518" y="1323"/>
                    </a:cubicBezTo>
                    <a:cubicBezTo>
                      <a:pt x="2518" y="897"/>
                      <a:pt x="2475" y="428"/>
                      <a:pt x="2390" y="1"/>
                    </a:cubicBezTo>
                    <a:close/>
                  </a:path>
                </a:pathLst>
              </a:custGeom>
              <a:solidFill>
                <a:srgbClr val="F7D8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Google Shape;1830;p54"/>
              <p:cNvSpPr/>
              <p:nvPr/>
            </p:nvSpPr>
            <p:spPr>
              <a:xfrm>
                <a:off x="9277436" y="2974582"/>
                <a:ext cx="40433" cy="47900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2983" extrusionOk="0">
                    <a:moveTo>
                      <a:pt x="1409" y="0"/>
                    </a:moveTo>
                    <a:cubicBezTo>
                      <a:pt x="684" y="0"/>
                      <a:pt x="86" y="1024"/>
                      <a:pt x="1" y="2346"/>
                    </a:cubicBezTo>
                    <a:cubicBezTo>
                      <a:pt x="214" y="2645"/>
                      <a:pt x="556" y="2858"/>
                      <a:pt x="940" y="2944"/>
                    </a:cubicBezTo>
                    <a:cubicBezTo>
                      <a:pt x="1039" y="2970"/>
                      <a:pt x="1134" y="2982"/>
                      <a:pt x="1223" y="2982"/>
                    </a:cubicBezTo>
                    <a:cubicBezTo>
                      <a:pt x="2013" y="2982"/>
                      <a:pt x="2403" y="2020"/>
                      <a:pt x="2518" y="1024"/>
                    </a:cubicBezTo>
                    <a:cubicBezTo>
                      <a:pt x="2219" y="384"/>
                      <a:pt x="1835" y="0"/>
                      <a:pt x="1409" y="0"/>
                    </a:cubicBezTo>
                    <a:close/>
                  </a:path>
                </a:pathLst>
              </a:custGeom>
              <a:solidFill>
                <a:srgbClr val="FFAD6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Google Shape;1831;p54"/>
              <p:cNvSpPr/>
              <p:nvPr/>
            </p:nvSpPr>
            <p:spPr>
              <a:xfrm>
                <a:off x="9284983" y="2993065"/>
                <a:ext cx="24680" cy="28582"/>
              </a:xfrm>
              <a:custGeom>
                <a:avLst/>
                <a:gdLst/>
                <a:ahLst/>
                <a:cxnLst/>
                <a:rect l="l" t="t" r="r" b="b"/>
                <a:pathLst>
                  <a:path w="1537" h="1780" extrusionOk="0">
                    <a:moveTo>
                      <a:pt x="853" y="1"/>
                    </a:moveTo>
                    <a:cubicBezTo>
                      <a:pt x="427" y="1"/>
                      <a:pt x="86" y="598"/>
                      <a:pt x="0" y="1409"/>
                    </a:cubicBezTo>
                    <a:cubicBezTo>
                      <a:pt x="171" y="1579"/>
                      <a:pt x="384" y="1707"/>
                      <a:pt x="598" y="1750"/>
                    </a:cubicBezTo>
                    <a:cubicBezTo>
                      <a:pt x="667" y="1770"/>
                      <a:pt x="732" y="1779"/>
                      <a:pt x="793" y="1779"/>
                    </a:cubicBezTo>
                    <a:cubicBezTo>
                      <a:pt x="1252" y="1779"/>
                      <a:pt x="1461" y="1239"/>
                      <a:pt x="1536" y="598"/>
                    </a:cubicBezTo>
                    <a:cubicBezTo>
                      <a:pt x="1365" y="214"/>
                      <a:pt x="1152" y="1"/>
                      <a:pt x="853" y="1"/>
                    </a:cubicBezTo>
                    <a:close/>
                  </a:path>
                </a:pathLst>
              </a:custGeom>
              <a:solidFill>
                <a:srgbClr val="F2D3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Google Shape;1832;p54"/>
              <p:cNvSpPr/>
              <p:nvPr/>
            </p:nvSpPr>
            <p:spPr>
              <a:xfrm>
                <a:off x="9278817" y="3075279"/>
                <a:ext cx="26736" cy="19189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1195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86" y="683"/>
                      <a:pt x="427" y="1195"/>
                      <a:pt x="854" y="1195"/>
                    </a:cubicBezTo>
                    <a:cubicBezTo>
                      <a:pt x="1237" y="1195"/>
                      <a:pt x="1579" y="726"/>
                      <a:pt x="1664" y="128"/>
                    </a:cubicBezTo>
                    <a:lnTo>
                      <a:pt x="1664" y="128"/>
                    </a:lnTo>
                    <a:cubicBezTo>
                      <a:pt x="1493" y="384"/>
                      <a:pt x="1195" y="555"/>
                      <a:pt x="854" y="555"/>
                    </a:cubicBezTo>
                    <a:cubicBezTo>
                      <a:pt x="512" y="512"/>
                      <a:pt x="171" y="342"/>
                      <a:pt x="0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Google Shape;1833;p54"/>
              <p:cNvSpPr/>
              <p:nvPr/>
            </p:nvSpPr>
            <p:spPr>
              <a:xfrm>
                <a:off x="9293879" y="3036918"/>
                <a:ext cx="26045" cy="20586"/>
              </a:xfrm>
              <a:custGeom>
                <a:avLst/>
                <a:gdLst/>
                <a:ahLst/>
                <a:cxnLst/>
                <a:rect l="l" t="t" r="r" b="b"/>
                <a:pathLst>
                  <a:path w="1622" h="1282" extrusionOk="0">
                    <a:moveTo>
                      <a:pt x="1579" y="0"/>
                    </a:moveTo>
                    <a:lnTo>
                      <a:pt x="1579" y="0"/>
                    </a:lnTo>
                    <a:cubicBezTo>
                      <a:pt x="1451" y="299"/>
                      <a:pt x="1195" y="555"/>
                      <a:pt x="897" y="726"/>
                    </a:cubicBezTo>
                    <a:cubicBezTo>
                      <a:pt x="802" y="753"/>
                      <a:pt x="699" y="767"/>
                      <a:pt x="596" y="767"/>
                    </a:cubicBezTo>
                    <a:cubicBezTo>
                      <a:pt x="372" y="767"/>
                      <a:pt x="147" y="701"/>
                      <a:pt x="1" y="555"/>
                    </a:cubicBezTo>
                    <a:lnTo>
                      <a:pt x="1" y="555"/>
                    </a:lnTo>
                    <a:cubicBezTo>
                      <a:pt x="141" y="976"/>
                      <a:pt x="455" y="1282"/>
                      <a:pt x="776" y="1282"/>
                    </a:cubicBezTo>
                    <a:cubicBezTo>
                      <a:pt x="845" y="1282"/>
                      <a:pt x="914" y="1268"/>
                      <a:pt x="982" y="1237"/>
                    </a:cubicBezTo>
                    <a:cubicBezTo>
                      <a:pt x="1409" y="981"/>
                      <a:pt x="1622" y="512"/>
                      <a:pt x="1579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Google Shape;1834;p54"/>
              <p:cNvSpPr/>
              <p:nvPr/>
            </p:nvSpPr>
            <p:spPr>
              <a:xfrm>
                <a:off x="9208934" y="2856062"/>
                <a:ext cx="85651" cy="14404"/>
              </a:xfrm>
              <a:custGeom>
                <a:avLst/>
                <a:gdLst/>
                <a:ahLst/>
                <a:cxnLst/>
                <a:rect l="l" t="t" r="r" b="b"/>
                <a:pathLst>
                  <a:path w="5334" h="897" extrusionOk="0">
                    <a:moveTo>
                      <a:pt x="300" y="1"/>
                    </a:moveTo>
                    <a:cubicBezTo>
                      <a:pt x="129" y="1"/>
                      <a:pt x="44" y="214"/>
                      <a:pt x="1" y="470"/>
                    </a:cubicBezTo>
                    <a:cubicBezTo>
                      <a:pt x="44" y="726"/>
                      <a:pt x="129" y="897"/>
                      <a:pt x="300" y="897"/>
                    </a:cubicBezTo>
                    <a:lnTo>
                      <a:pt x="5035" y="897"/>
                    </a:lnTo>
                    <a:cubicBezTo>
                      <a:pt x="5163" y="897"/>
                      <a:pt x="5291" y="726"/>
                      <a:pt x="5334" y="470"/>
                    </a:cubicBezTo>
                    <a:cubicBezTo>
                      <a:pt x="5291" y="214"/>
                      <a:pt x="5163" y="1"/>
                      <a:pt x="5035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Google Shape;1835;p54"/>
              <p:cNvSpPr/>
              <p:nvPr/>
            </p:nvSpPr>
            <p:spPr>
              <a:xfrm>
                <a:off x="9312377" y="2856062"/>
                <a:ext cx="52765" cy="14404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897" extrusionOk="0">
                    <a:moveTo>
                      <a:pt x="214" y="1"/>
                    </a:moveTo>
                    <a:cubicBezTo>
                      <a:pt x="129" y="1"/>
                      <a:pt x="86" y="214"/>
                      <a:pt x="43" y="470"/>
                    </a:cubicBezTo>
                    <a:cubicBezTo>
                      <a:pt x="1" y="726"/>
                      <a:pt x="129" y="897"/>
                      <a:pt x="214" y="897"/>
                    </a:cubicBezTo>
                    <a:lnTo>
                      <a:pt x="3072" y="897"/>
                    </a:lnTo>
                    <a:cubicBezTo>
                      <a:pt x="3158" y="897"/>
                      <a:pt x="3243" y="726"/>
                      <a:pt x="3243" y="470"/>
                    </a:cubicBezTo>
                    <a:cubicBezTo>
                      <a:pt x="3286" y="214"/>
                      <a:pt x="3158" y="1"/>
                      <a:pt x="3072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Google Shape;1836;p54"/>
              <p:cNvSpPr/>
              <p:nvPr/>
            </p:nvSpPr>
            <p:spPr>
              <a:xfrm>
                <a:off x="9339097" y="2819499"/>
                <a:ext cx="47289" cy="17422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1085" extrusionOk="0">
                    <a:moveTo>
                      <a:pt x="845" y="1"/>
                    </a:moveTo>
                    <a:cubicBezTo>
                      <a:pt x="387" y="1"/>
                      <a:pt x="73" y="96"/>
                      <a:pt x="43" y="273"/>
                    </a:cubicBezTo>
                    <a:cubicBezTo>
                      <a:pt x="0" y="529"/>
                      <a:pt x="555" y="870"/>
                      <a:pt x="1366" y="998"/>
                    </a:cubicBezTo>
                    <a:cubicBezTo>
                      <a:pt x="1644" y="1057"/>
                      <a:pt x="1907" y="1085"/>
                      <a:pt x="2134" y="1085"/>
                    </a:cubicBezTo>
                    <a:cubicBezTo>
                      <a:pt x="2569" y="1085"/>
                      <a:pt x="2873" y="981"/>
                      <a:pt x="2901" y="785"/>
                    </a:cubicBezTo>
                    <a:cubicBezTo>
                      <a:pt x="2944" y="529"/>
                      <a:pt x="2347" y="230"/>
                      <a:pt x="1536" y="59"/>
                    </a:cubicBezTo>
                    <a:cubicBezTo>
                      <a:pt x="1285" y="20"/>
                      <a:pt x="1051" y="1"/>
                      <a:pt x="845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Google Shape;1837;p54"/>
              <p:cNvSpPr/>
              <p:nvPr/>
            </p:nvSpPr>
            <p:spPr>
              <a:xfrm>
                <a:off x="9306901" y="2808805"/>
                <a:ext cx="30846" cy="10293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641" extrusionOk="0">
                    <a:moveTo>
                      <a:pt x="939" y="0"/>
                    </a:moveTo>
                    <a:cubicBezTo>
                      <a:pt x="384" y="0"/>
                      <a:pt x="0" y="171"/>
                      <a:pt x="0" y="342"/>
                    </a:cubicBezTo>
                    <a:cubicBezTo>
                      <a:pt x="0" y="512"/>
                      <a:pt x="427" y="640"/>
                      <a:pt x="939" y="640"/>
                    </a:cubicBezTo>
                    <a:cubicBezTo>
                      <a:pt x="1494" y="640"/>
                      <a:pt x="1920" y="469"/>
                      <a:pt x="1920" y="299"/>
                    </a:cubicBezTo>
                    <a:cubicBezTo>
                      <a:pt x="1920" y="128"/>
                      <a:pt x="1451" y="0"/>
                      <a:pt x="939" y="0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38" name="Google Shape;1838;p54"/>
          <p:cNvGrpSpPr/>
          <p:nvPr/>
        </p:nvGrpSpPr>
        <p:grpSpPr>
          <a:xfrm rot="1321491" flipH="1">
            <a:off x="355764" y="3186133"/>
            <a:ext cx="714934" cy="378491"/>
            <a:chOff x="-1074225" y="4512538"/>
            <a:chExt cx="714950" cy="378500"/>
          </a:xfrm>
        </p:grpSpPr>
        <p:sp>
          <p:nvSpPr>
            <p:cNvPr id="1839" name="Google Shape;1839;p54"/>
            <p:cNvSpPr/>
            <p:nvPr/>
          </p:nvSpPr>
          <p:spPr>
            <a:xfrm>
              <a:off x="-962825" y="4548088"/>
              <a:ext cx="188375" cy="120175"/>
            </a:xfrm>
            <a:custGeom>
              <a:avLst/>
              <a:gdLst/>
              <a:ahLst/>
              <a:cxnLst/>
              <a:rect l="l" t="t" r="r" b="b"/>
              <a:pathLst>
                <a:path w="7535" h="4807" extrusionOk="0">
                  <a:moveTo>
                    <a:pt x="2269" y="0"/>
                  </a:moveTo>
                  <a:lnTo>
                    <a:pt x="0" y="2619"/>
                  </a:lnTo>
                  <a:lnTo>
                    <a:pt x="7534" y="4807"/>
                  </a:lnTo>
                  <a:lnTo>
                    <a:pt x="2269" y="0"/>
                  </a:ln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54"/>
            <p:cNvSpPr/>
            <p:nvPr/>
          </p:nvSpPr>
          <p:spPr>
            <a:xfrm>
              <a:off x="-1064100" y="4512538"/>
              <a:ext cx="642725" cy="266450"/>
            </a:xfrm>
            <a:custGeom>
              <a:avLst/>
              <a:gdLst/>
              <a:ahLst/>
              <a:cxnLst/>
              <a:rect l="l" t="t" r="r" b="b"/>
              <a:pathLst>
                <a:path w="25709" h="10658" extrusionOk="0">
                  <a:moveTo>
                    <a:pt x="15471" y="1"/>
                  </a:moveTo>
                  <a:cubicBezTo>
                    <a:pt x="14774" y="1"/>
                    <a:pt x="14066" y="74"/>
                    <a:pt x="13395" y="261"/>
                  </a:cubicBezTo>
                  <a:cubicBezTo>
                    <a:pt x="10532" y="1044"/>
                    <a:pt x="8696" y="3582"/>
                    <a:pt x="8696" y="3582"/>
                  </a:cubicBezTo>
                  <a:lnTo>
                    <a:pt x="8075" y="3636"/>
                  </a:lnTo>
                  <a:cubicBezTo>
                    <a:pt x="8075" y="3636"/>
                    <a:pt x="6914" y="1152"/>
                    <a:pt x="5375" y="1098"/>
                  </a:cubicBezTo>
                  <a:cubicBezTo>
                    <a:pt x="5293" y="1094"/>
                    <a:pt x="5208" y="1091"/>
                    <a:pt x="5120" y="1091"/>
                  </a:cubicBezTo>
                  <a:cubicBezTo>
                    <a:pt x="4135" y="1091"/>
                    <a:pt x="2728" y="1465"/>
                    <a:pt x="1" y="4365"/>
                  </a:cubicBezTo>
                  <a:lnTo>
                    <a:pt x="10640" y="10657"/>
                  </a:lnTo>
                  <a:lnTo>
                    <a:pt x="25708" y="9172"/>
                  </a:lnTo>
                  <a:lnTo>
                    <a:pt x="20388" y="963"/>
                  </a:lnTo>
                  <a:cubicBezTo>
                    <a:pt x="20388" y="963"/>
                    <a:pt x="18000" y="1"/>
                    <a:pt x="15471" y="1"/>
                  </a:cubicBez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54"/>
            <p:cNvSpPr/>
            <p:nvPr/>
          </p:nvSpPr>
          <p:spPr>
            <a:xfrm>
              <a:off x="-1053975" y="4564288"/>
              <a:ext cx="81050" cy="60775"/>
            </a:xfrm>
            <a:custGeom>
              <a:avLst/>
              <a:gdLst/>
              <a:ahLst/>
              <a:cxnLst/>
              <a:rect l="l" t="t" r="r" b="b"/>
              <a:pathLst>
                <a:path w="3242" h="2431" extrusionOk="0">
                  <a:moveTo>
                    <a:pt x="3241" y="0"/>
                  </a:moveTo>
                  <a:lnTo>
                    <a:pt x="3241" y="0"/>
                  </a:lnTo>
                  <a:cubicBezTo>
                    <a:pt x="3241" y="0"/>
                    <a:pt x="1000" y="1026"/>
                    <a:pt x="1" y="2295"/>
                  </a:cubicBezTo>
                  <a:lnTo>
                    <a:pt x="649" y="2430"/>
                  </a:lnTo>
                  <a:cubicBezTo>
                    <a:pt x="973" y="1377"/>
                    <a:pt x="3241" y="0"/>
                    <a:pt x="3241" y="0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54"/>
            <p:cNvSpPr/>
            <p:nvPr/>
          </p:nvSpPr>
          <p:spPr>
            <a:xfrm>
              <a:off x="-997925" y="4570088"/>
              <a:ext cx="98575" cy="24600"/>
            </a:xfrm>
            <a:custGeom>
              <a:avLst/>
              <a:gdLst/>
              <a:ahLst/>
              <a:cxnLst/>
              <a:rect l="l" t="t" r="r" b="b"/>
              <a:pathLst>
                <a:path w="3943" h="984" extrusionOk="0">
                  <a:moveTo>
                    <a:pt x="2190" y="1"/>
                  </a:moveTo>
                  <a:cubicBezTo>
                    <a:pt x="1509" y="1"/>
                    <a:pt x="734" y="287"/>
                    <a:pt x="0" y="983"/>
                  </a:cubicBezTo>
                  <a:cubicBezTo>
                    <a:pt x="748" y="458"/>
                    <a:pt x="1433" y="227"/>
                    <a:pt x="2069" y="227"/>
                  </a:cubicBezTo>
                  <a:cubicBezTo>
                    <a:pt x="2741" y="227"/>
                    <a:pt x="3360" y="485"/>
                    <a:pt x="3943" y="929"/>
                  </a:cubicBezTo>
                  <a:cubicBezTo>
                    <a:pt x="3613" y="370"/>
                    <a:pt x="2962" y="1"/>
                    <a:pt x="2190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54"/>
            <p:cNvSpPr/>
            <p:nvPr/>
          </p:nvSpPr>
          <p:spPr>
            <a:xfrm>
              <a:off x="-837950" y="4525788"/>
              <a:ext cx="162050" cy="93200"/>
            </a:xfrm>
            <a:custGeom>
              <a:avLst/>
              <a:gdLst/>
              <a:ahLst/>
              <a:cxnLst/>
              <a:rect l="l" t="t" r="r" b="b"/>
              <a:pathLst>
                <a:path w="6482" h="3728" extrusionOk="0">
                  <a:moveTo>
                    <a:pt x="6482" y="1"/>
                  </a:moveTo>
                  <a:lnTo>
                    <a:pt x="6482" y="1"/>
                  </a:lnTo>
                  <a:cubicBezTo>
                    <a:pt x="6481" y="1"/>
                    <a:pt x="1702" y="190"/>
                    <a:pt x="1" y="3727"/>
                  </a:cubicBezTo>
                  <a:lnTo>
                    <a:pt x="541" y="3727"/>
                  </a:lnTo>
                  <a:cubicBezTo>
                    <a:pt x="1891" y="1405"/>
                    <a:pt x="3997" y="433"/>
                    <a:pt x="6482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54"/>
            <p:cNvSpPr/>
            <p:nvPr/>
          </p:nvSpPr>
          <p:spPr>
            <a:xfrm>
              <a:off x="-742750" y="4536413"/>
              <a:ext cx="151925" cy="23850"/>
            </a:xfrm>
            <a:custGeom>
              <a:avLst/>
              <a:gdLst/>
              <a:ahLst/>
              <a:cxnLst/>
              <a:rect l="l" t="t" r="r" b="b"/>
              <a:pathLst>
                <a:path w="6077" h="954" extrusionOk="0">
                  <a:moveTo>
                    <a:pt x="3227" y="1"/>
                  </a:moveTo>
                  <a:cubicBezTo>
                    <a:pt x="2104" y="1"/>
                    <a:pt x="979" y="320"/>
                    <a:pt x="0" y="953"/>
                  </a:cubicBezTo>
                  <a:cubicBezTo>
                    <a:pt x="987" y="460"/>
                    <a:pt x="2035" y="224"/>
                    <a:pt x="3133" y="224"/>
                  </a:cubicBezTo>
                  <a:cubicBezTo>
                    <a:pt x="4080" y="224"/>
                    <a:pt x="5064" y="400"/>
                    <a:pt x="6076" y="737"/>
                  </a:cubicBezTo>
                  <a:cubicBezTo>
                    <a:pt x="5194" y="245"/>
                    <a:pt x="4211" y="1"/>
                    <a:pt x="3227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54"/>
            <p:cNvSpPr/>
            <p:nvPr/>
          </p:nvSpPr>
          <p:spPr>
            <a:xfrm>
              <a:off x="-877100" y="4605913"/>
              <a:ext cx="40525" cy="25475"/>
            </a:xfrm>
            <a:custGeom>
              <a:avLst/>
              <a:gdLst/>
              <a:ahLst/>
              <a:cxnLst/>
              <a:rect l="l" t="t" r="r" b="b"/>
              <a:pathLst>
                <a:path w="1621" h="1019" extrusionOk="0">
                  <a:moveTo>
                    <a:pt x="906" y="0"/>
                  </a:moveTo>
                  <a:cubicBezTo>
                    <a:pt x="597" y="0"/>
                    <a:pt x="303" y="178"/>
                    <a:pt x="136" y="441"/>
                  </a:cubicBezTo>
                  <a:cubicBezTo>
                    <a:pt x="1" y="738"/>
                    <a:pt x="217" y="981"/>
                    <a:pt x="595" y="1009"/>
                  </a:cubicBezTo>
                  <a:cubicBezTo>
                    <a:pt x="639" y="1015"/>
                    <a:pt x="684" y="1019"/>
                    <a:pt x="728" y="1019"/>
                  </a:cubicBezTo>
                  <a:cubicBezTo>
                    <a:pt x="1033" y="1019"/>
                    <a:pt x="1324" y="859"/>
                    <a:pt x="1513" y="576"/>
                  </a:cubicBezTo>
                  <a:cubicBezTo>
                    <a:pt x="1621" y="306"/>
                    <a:pt x="1432" y="36"/>
                    <a:pt x="1027" y="9"/>
                  </a:cubicBezTo>
                  <a:cubicBezTo>
                    <a:pt x="987" y="3"/>
                    <a:pt x="946" y="0"/>
                    <a:pt x="906" y="0"/>
                  </a:cubicBezTo>
                  <a:close/>
                </a:path>
              </a:pathLst>
            </a:custGeom>
            <a:solidFill>
              <a:srgbClr val="725D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54"/>
            <p:cNvSpPr/>
            <p:nvPr/>
          </p:nvSpPr>
          <p:spPr>
            <a:xfrm>
              <a:off x="-1074225" y="4544038"/>
              <a:ext cx="714950" cy="347000"/>
            </a:xfrm>
            <a:custGeom>
              <a:avLst/>
              <a:gdLst/>
              <a:ahLst/>
              <a:cxnLst/>
              <a:rect l="l" t="t" r="r" b="b"/>
              <a:pathLst>
                <a:path w="28598" h="13880" extrusionOk="0">
                  <a:moveTo>
                    <a:pt x="21604" y="0"/>
                  </a:moveTo>
                  <a:lnTo>
                    <a:pt x="9560" y="2781"/>
                  </a:lnTo>
                  <a:lnTo>
                    <a:pt x="8426" y="2916"/>
                  </a:lnTo>
                  <a:lnTo>
                    <a:pt x="136" y="2916"/>
                  </a:lnTo>
                  <a:lnTo>
                    <a:pt x="1" y="3321"/>
                  </a:lnTo>
                  <a:lnTo>
                    <a:pt x="8237" y="12746"/>
                  </a:lnTo>
                  <a:lnTo>
                    <a:pt x="16446" y="13880"/>
                  </a:lnTo>
                  <a:lnTo>
                    <a:pt x="20226" y="13880"/>
                  </a:lnTo>
                  <a:lnTo>
                    <a:pt x="28597" y="11558"/>
                  </a:lnTo>
                  <a:lnTo>
                    <a:pt x="2160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54"/>
            <p:cNvSpPr/>
            <p:nvPr/>
          </p:nvSpPr>
          <p:spPr>
            <a:xfrm>
              <a:off x="-815650" y="4565638"/>
              <a:ext cx="407775" cy="318650"/>
            </a:xfrm>
            <a:custGeom>
              <a:avLst/>
              <a:gdLst/>
              <a:ahLst/>
              <a:cxnLst/>
              <a:rect l="l" t="t" r="r" b="b"/>
              <a:pathLst>
                <a:path w="16311" h="12746" extrusionOk="0">
                  <a:moveTo>
                    <a:pt x="10774" y="270"/>
                  </a:moveTo>
                  <a:lnTo>
                    <a:pt x="15959" y="9802"/>
                  </a:lnTo>
                  <a:lnTo>
                    <a:pt x="7507" y="12476"/>
                  </a:lnTo>
                  <a:lnTo>
                    <a:pt x="405" y="2782"/>
                  </a:lnTo>
                  <a:lnTo>
                    <a:pt x="10774" y="270"/>
                  </a:lnTo>
                  <a:close/>
                  <a:moveTo>
                    <a:pt x="10855" y="0"/>
                  </a:moveTo>
                  <a:lnTo>
                    <a:pt x="162" y="2620"/>
                  </a:lnTo>
                  <a:lnTo>
                    <a:pt x="0" y="2647"/>
                  </a:lnTo>
                  <a:lnTo>
                    <a:pt x="7345" y="12665"/>
                  </a:lnTo>
                  <a:lnTo>
                    <a:pt x="7399" y="12746"/>
                  </a:lnTo>
                  <a:lnTo>
                    <a:pt x="16310" y="9964"/>
                  </a:lnTo>
                  <a:lnTo>
                    <a:pt x="10855" y="0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54"/>
            <p:cNvSpPr/>
            <p:nvPr/>
          </p:nvSpPr>
          <p:spPr>
            <a:xfrm>
              <a:off x="-1074225" y="4627063"/>
              <a:ext cx="411150" cy="263975"/>
            </a:xfrm>
            <a:custGeom>
              <a:avLst/>
              <a:gdLst/>
              <a:ahLst/>
              <a:cxnLst/>
              <a:rect l="l" t="t" r="r" b="b"/>
              <a:pathLst>
                <a:path w="16446" h="10559" extrusionOk="0">
                  <a:moveTo>
                    <a:pt x="1" y="0"/>
                  </a:moveTo>
                  <a:lnTo>
                    <a:pt x="8237" y="9425"/>
                  </a:lnTo>
                  <a:lnTo>
                    <a:pt x="16446" y="10559"/>
                  </a:lnTo>
                  <a:lnTo>
                    <a:pt x="16446" y="10559"/>
                  </a:lnTo>
                  <a:lnTo>
                    <a:pt x="8426" y="13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54"/>
            <p:cNvSpPr/>
            <p:nvPr/>
          </p:nvSpPr>
          <p:spPr>
            <a:xfrm>
              <a:off x="-1049250" y="4639888"/>
              <a:ext cx="346350" cy="230900"/>
            </a:xfrm>
            <a:custGeom>
              <a:avLst/>
              <a:gdLst/>
              <a:ahLst/>
              <a:cxnLst/>
              <a:rect l="l" t="t" r="r" b="b"/>
              <a:pathLst>
                <a:path w="13854" h="9236" extrusionOk="0">
                  <a:moveTo>
                    <a:pt x="568" y="271"/>
                  </a:moveTo>
                  <a:lnTo>
                    <a:pt x="7049" y="649"/>
                  </a:lnTo>
                  <a:lnTo>
                    <a:pt x="13341" y="9020"/>
                  </a:lnTo>
                  <a:lnTo>
                    <a:pt x="13341" y="9020"/>
                  </a:lnTo>
                  <a:lnTo>
                    <a:pt x="7535" y="8237"/>
                  </a:lnTo>
                  <a:lnTo>
                    <a:pt x="568" y="271"/>
                  </a:lnTo>
                  <a:close/>
                  <a:moveTo>
                    <a:pt x="1" y="1"/>
                  </a:moveTo>
                  <a:lnTo>
                    <a:pt x="7292" y="8372"/>
                  </a:lnTo>
                  <a:lnTo>
                    <a:pt x="13854" y="9236"/>
                  </a:lnTo>
                  <a:lnTo>
                    <a:pt x="13854" y="9236"/>
                  </a:lnTo>
                  <a:lnTo>
                    <a:pt x="13827" y="9182"/>
                  </a:lnTo>
                  <a:lnTo>
                    <a:pt x="7211" y="406"/>
                  </a:lnTo>
                  <a:lnTo>
                    <a:pt x="7076" y="40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50" name="Google Shape;1850;p54"/>
          <p:cNvGrpSpPr/>
          <p:nvPr/>
        </p:nvGrpSpPr>
        <p:grpSpPr>
          <a:xfrm>
            <a:off x="8073288" y="4091175"/>
            <a:ext cx="714950" cy="378500"/>
            <a:chOff x="-1074225" y="4512538"/>
            <a:chExt cx="714950" cy="378500"/>
          </a:xfrm>
        </p:grpSpPr>
        <p:sp>
          <p:nvSpPr>
            <p:cNvPr id="1851" name="Google Shape;1851;p54"/>
            <p:cNvSpPr/>
            <p:nvPr/>
          </p:nvSpPr>
          <p:spPr>
            <a:xfrm>
              <a:off x="-962825" y="4548088"/>
              <a:ext cx="188375" cy="120175"/>
            </a:xfrm>
            <a:custGeom>
              <a:avLst/>
              <a:gdLst/>
              <a:ahLst/>
              <a:cxnLst/>
              <a:rect l="l" t="t" r="r" b="b"/>
              <a:pathLst>
                <a:path w="7535" h="4807" extrusionOk="0">
                  <a:moveTo>
                    <a:pt x="2269" y="0"/>
                  </a:moveTo>
                  <a:lnTo>
                    <a:pt x="0" y="2619"/>
                  </a:lnTo>
                  <a:lnTo>
                    <a:pt x="7534" y="4807"/>
                  </a:lnTo>
                  <a:lnTo>
                    <a:pt x="2269" y="0"/>
                  </a:ln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54"/>
            <p:cNvSpPr/>
            <p:nvPr/>
          </p:nvSpPr>
          <p:spPr>
            <a:xfrm>
              <a:off x="-1064100" y="4512538"/>
              <a:ext cx="642725" cy="266450"/>
            </a:xfrm>
            <a:custGeom>
              <a:avLst/>
              <a:gdLst/>
              <a:ahLst/>
              <a:cxnLst/>
              <a:rect l="l" t="t" r="r" b="b"/>
              <a:pathLst>
                <a:path w="25709" h="10658" extrusionOk="0">
                  <a:moveTo>
                    <a:pt x="15471" y="1"/>
                  </a:moveTo>
                  <a:cubicBezTo>
                    <a:pt x="14774" y="1"/>
                    <a:pt x="14066" y="74"/>
                    <a:pt x="13395" y="261"/>
                  </a:cubicBezTo>
                  <a:cubicBezTo>
                    <a:pt x="10532" y="1044"/>
                    <a:pt x="8696" y="3582"/>
                    <a:pt x="8696" y="3582"/>
                  </a:cubicBezTo>
                  <a:lnTo>
                    <a:pt x="8075" y="3636"/>
                  </a:lnTo>
                  <a:cubicBezTo>
                    <a:pt x="8075" y="3636"/>
                    <a:pt x="6914" y="1152"/>
                    <a:pt x="5375" y="1098"/>
                  </a:cubicBezTo>
                  <a:cubicBezTo>
                    <a:pt x="5293" y="1094"/>
                    <a:pt x="5208" y="1091"/>
                    <a:pt x="5120" y="1091"/>
                  </a:cubicBezTo>
                  <a:cubicBezTo>
                    <a:pt x="4135" y="1091"/>
                    <a:pt x="2728" y="1465"/>
                    <a:pt x="1" y="4365"/>
                  </a:cubicBezTo>
                  <a:lnTo>
                    <a:pt x="10640" y="10657"/>
                  </a:lnTo>
                  <a:lnTo>
                    <a:pt x="25708" y="9172"/>
                  </a:lnTo>
                  <a:lnTo>
                    <a:pt x="20388" y="963"/>
                  </a:lnTo>
                  <a:cubicBezTo>
                    <a:pt x="20388" y="963"/>
                    <a:pt x="18000" y="1"/>
                    <a:pt x="15471" y="1"/>
                  </a:cubicBez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54"/>
            <p:cNvSpPr/>
            <p:nvPr/>
          </p:nvSpPr>
          <p:spPr>
            <a:xfrm>
              <a:off x="-1053975" y="4564288"/>
              <a:ext cx="81050" cy="60775"/>
            </a:xfrm>
            <a:custGeom>
              <a:avLst/>
              <a:gdLst/>
              <a:ahLst/>
              <a:cxnLst/>
              <a:rect l="l" t="t" r="r" b="b"/>
              <a:pathLst>
                <a:path w="3242" h="2431" extrusionOk="0">
                  <a:moveTo>
                    <a:pt x="3241" y="0"/>
                  </a:moveTo>
                  <a:lnTo>
                    <a:pt x="3241" y="0"/>
                  </a:lnTo>
                  <a:cubicBezTo>
                    <a:pt x="3241" y="0"/>
                    <a:pt x="1000" y="1026"/>
                    <a:pt x="1" y="2295"/>
                  </a:cubicBezTo>
                  <a:lnTo>
                    <a:pt x="649" y="2430"/>
                  </a:lnTo>
                  <a:cubicBezTo>
                    <a:pt x="973" y="1377"/>
                    <a:pt x="3241" y="0"/>
                    <a:pt x="3241" y="0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54"/>
            <p:cNvSpPr/>
            <p:nvPr/>
          </p:nvSpPr>
          <p:spPr>
            <a:xfrm>
              <a:off x="-997925" y="4570088"/>
              <a:ext cx="98575" cy="24600"/>
            </a:xfrm>
            <a:custGeom>
              <a:avLst/>
              <a:gdLst/>
              <a:ahLst/>
              <a:cxnLst/>
              <a:rect l="l" t="t" r="r" b="b"/>
              <a:pathLst>
                <a:path w="3943" h="984" extrusionOk="0">
                  <a:moveTo>
                    <a:pt x="2190" y="1"/>
                  </a:moveTo>
                  <a:cubicBezTo>
                    <a:pt x="1509" y="1"/>
                    <a:pt x="734" y="287"/>
                    <a:pt x="0" y="983"/>
                  </a:cubicBezTo>
                  <a:cubicBezTo>
                    <a:pt x="748" y="458"/>
                    <a:pt x="1433" y="227"/>
                    <a:pt x="2069" y="227"/>
                  </a:cubicBezTo>
                  <a:cubicBezTo>
                    <a:pt x="2741" y="227"/>
                    <a:pt x="3360" y="485"/>
                    <a:pt x="3943" y="929"/>
                  </a:cubicBezTo>
                  <a:cubicBezTo>
                    <a:pt x="3613" y="370"/>
                    <a:pt x="2962" y="1"/>
                    <a:pt x="2190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54"/>
            <p:cNvSpPr/>
            <p:nvPr/>
          </p:nvSpPr>
          <p:spPr>
            <a:xfrm>
              <a:off x="-837950" y="4525788"/>
              <a:ext cx="162050" cy="93200"/>
            </a:xfrm>
            <a:custGeom>
              <a:avLst/>
              <a:gdLst/>
              <a:ahLst/>
              <a:cxnLst/>
              <a:rect l="l" t="t" r="r" b="b"/>
              <a:pathLst>
                <a:path w="6482" h="3728" extrusionOk="0">
                  <a:moveTo>
                    <a:pt x="6482" y="1"/>
                  </a:moveTo>
                  <a:lnTo>
                    <a:pt x="6482" y="1"/>
                  </a:lnTo>
                  <a:cubicBezTo>
                    <a:pt x="6481" y="1"/>
                    <a:pt x="1702" y="190"/>
                    <a:pt x="1" y="3727"/>
                  </a:cubicBezTo>
                  <a:lnTo>
                    <a:pt x="541" y="3727"/>
                  </a:lnTo>
                  <a:cubicBezTo>
                    <a:pt x="1891" y="1405"/>
                    <a:pt x="3997" y="433"/>
                    <a:pt x="6482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54"/>
            <p:cNvSpPr/>
            <p:nvPr/>
          </p:nvSpPr>
          <p:spPr>
            <a:xfrm>
              <a:off x="-742750" y="4536413"/>
              <a:ext cx="151925" cy="23850"/>
            </a:xfrm>
            <a:custGeom>
              <a:avLst/>
              <a:gdLst/>
              <a:ahLst/>
              <a:cxnLst/>
              <a:rect l="l" t="t" r="r" b="b"/>
              <a:pathLst>
                <a:path w="6077" h="954" extrusionOk="0">
                  <a:moveTo>
                    <a:pt x="3227" y="1"/>
                  </a:moveTo>
                  <a:cubicBezTo>
                    <a:pt x="2104" y="1"/>
                    <a:pt x="979" y="320"/>
                    <a:pt x="0" y="953"/>
                  </a:cubicBezTo>
                  <a:cubicBezTo>
                    <a:pt x="987" y="460"/>
                    <a:pt x="2035" y="224"/>
                    <a:pt x="3133" y="224"/>
                  </a:cubicBezTo>
                  <a:cubicBezTo>
                    <a:pt x="4080" y="224"/>
                    <a:pt x="5064" y="400"/>
                    <a:pt x="6076" y="737"/>
                  </a:cubicBezTo>
                  <a:cubicBezTo>
                    <a:pt x="5194" y="245"/>
                    <a:pt x="4211" y="1"/>
                    <a:pt x="3227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54"/>
            <p:cNvSpPr/>
            <p:nvPr/>
          </p:nvSpPr>
          <p:spPr>
            <a:xfrm>
              <a:off x="-877100" y="4605913"/>
              <a:ext cx="40525" cy="25475"/>
            </a:xfrm>
            <a:custGeom>
              <a:avLst/>
              <a:gdLst/>
              <a:ahLst/>
              <a:cxnLst/>
              <a:rect l="l" t="t" r="r" b="b"/>
              <a:pathLst>
                <a:path w="1621" h="1019" extrusionOk="0">
                  <a:moveTo>
                    <a:pt x="906" y="0"/>
                  </a:moveTo>
                  <a:cubicBezTo>
                    <a:pt x="597" y="0"/>
                    <a:pt x="303" y="178"/>
                    <a:pt x="136" y="441"/>
                  </a:cubicBezTo>
                  <a:cubicBezTo>
                    <a:pt x="1" y="738"/>
                    <a:pt x="217" y="981"/>
                    <a:pt x="595" y="1009"/>
                  </a:cubicBezTo>
                  <a:cubicBezTo>
                    <a:pt x="639" y="1015"/>
                    <a:pt x="684" y="1019"/>
                    <a:pt x="728" y="1019"/>
                  </a:cubicBezTo>
                  <a:cubicBezTo>
                    <a:pt x="1033" y="1019"/>
                    <a:pt x="1324" y="859"/>
                    <a:pt x="1513" y="576"/>
                  </a:cubicBezTo>
                  <a:cubicBezTo>
                    <a:pt x="1621" y="306"/>
                    <a:pt x="1432" y="36"/>
                    <a:pt x="1027" y="9"/>
                  </a:cubicBezTo>
                  <a:cubicBezTo>
                    <a:pt x="987" y="3"/>
                    <a:pt x="946" y="0"/>
                    <a:pt x="906" y="0"/>
                  </a:cubicBezTo>
                  <a:close/>
                </a:path>
              </a:pathLst>
            </a:custGeom>
            <a:solidFill>
              <a:srgbClr val="725D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54"/>
            <p:cNvSpPr/>
            <p:nvPr/>
          </p:nvSpPr>
          <p:spPr>
            <a:xfrm>
              <a:off x="-1074225" y="4544038"/>
              <a:ext cx="714950" cy="347000"/>
            </a:xfrm>
            <a:custGeom>
              <a:avLst/>
              <a:gdLst/>
              <a:ahLst/>
              <a:cxnLst/>
              <a:rect l="l" t="t" r="r" b="b"/>
              <a:pathLst>
                <a:path w="28598" h="13880" extrusionOk="0">
                  <a:moveTo>
                    <a:pt x="21604" y="0"/>
                  </a:moveTo>
                  <a:lnTo>
                    <a:pt x="9560" y="2781"/>
                  </a:lnTo>
                  <a:lnTo>
                    <a:pt x="8426" y="2916"/>
                  </a:lnTo>
                  <a:lnTo>
                    <a:pt x="136" y="2916"/>
                  </a:lnTo>
                  <a:lnTo>
                    <a:pt x="1" y="3321"/>
                  </a:lnTo>
                  <a:lnTo>
                    <a:pt x="8237" y="12746"/>
                  </a:lnTo>
                  <a:lnTo>
                    <a:pt x="16446" y="13880"/>
                  </a:lnTo>
                  <a:lnTo>
                    <a:pt x="20226" y="13880"/>
                  </a:lnTo>
                  <a:lnTo>
                    <a:pt x="28597" y="11558"/>
                  </a:lnTo>
                  <a:lnTo>
                    <a:pt x="2160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54"/>
            <p:cNvSpPr/>
            <p:nvPr/>
          </p:nvSpPr>
          <p:spPr>
            <a:xfrm>
              <a:off x="-836575" y="4548088"/>
              <a:ext cx="382800" cy="253850"/>
            </a:xfrm>
            <a:custGeom>
              <a:avLst/>
              <a:gdLst/>
              <a:ahLst/>
              <a:cxnLst/>
              <a:rect l="l" t="t" r="r" b="b"/>
              <a:pathLst>
                <a:path w="15312" h="10154" extrusionOk="0">
                  <a:moveTo>
                    <a:pt x="12126" y="0"/>
                  </a:moveTo>
                  <a:lnTo>
                    <a:pt x="82" y="2781"/>
                  </a:lnTo>
                  <a:lnTo>
                    <a:pt x="1" y="2781"/>
                  </a:lnTo>
                  <a:cubicBezTo>
                    <a:pt x="838" y="4699"/>
                    <a:pt x="2107" y="6373"/>
                    <a:pt x="3727" y="7642"/>
                  </a:cubicBezTo>
                  <a:cubicBezTo>
                    <a:pt x="5795" y="9315"/>
                    <a:pt x="8089" y="10154"/>
                    <a:pt x="10091" y="10154"/>
                  </a:cubicBezTo>
                  <a:cubicBezTo>
                    <a:pt x="11934" y="10154"/>
                    <a:pt x="13530" y="9444"/>
                    <a:pt x="14475" y="8020"/>
                  </a:cubicBezTo>
                  <a:cubicBezTo>
                    <a:pt x="14988" y="7183"/>
                    <a:pt x="15285" y="6238"/>
                    <a:pt x="15312" y="5266"/>
                  </a:cubicBezTo>
                  <a:lnTo>
                    <a:pt x="121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54"/>
            <p:cNvSpPr/>
            <p:nvPr/>
          </p:nvSpPr>
          <p:spPr>
            <a:xfrm>
              <a:off x="-815650" y="4565638"/>
              <a:ext cx="407775" cy="318650"/>
            </a:xfrm>
            <a:custGeom>
              <a:avLst/>
              <a:gdLst/>
              <a:ahLst/>
              <a:cxnLst/>
              <a:rect l="l" t="t" r="r" b="b"/>
              <a:pathLst>
                <a:path w="16311" h="12746" extrusionOk="0">
                  <a:moveTo>
                    <a:pt x="10774" y="270"/>
                  </a:moveTo>
                  <a:lnTo>
                    <a:pt x="15959" y="9802"/>
                  </a:lnTo>
                  <a:lnTo>
                    <a:pt x="7507" y="12476"/>
                  </a:lnTo>
                  <a:lnTo>
                    <a:pt x="405" y="2782"/>
                  </a:lnTo>
                  <a:lnTo>
                    <a:pt x="10774" y="270"/>
                  </a:lnTo>
                  <a:close/>
                  <a:moveTo>
                    <a:pt x="10855" y="0"/>
                  </a:moveTo>
                  <a:lnTo>
                    <a:pt x="162" y="2620"/>
                  </a:lnTo>
                  <a:lnTo>
                    <a:pt x="0" y="2647"/>
                  </a:lnTo>
                  <a:lnTo>
                    <a:pt x="7345" y="12665"/>
                  </a:lnTo>
                  <a:lnTo>
                    <a:pt x="7399" y="12746"/>
                  </a:lnTo>
                  <a:lnTo>
                    <a:pt x="16310" y="9964"/>
                  </a:lnTo>
                  <a:lnTo>
                    <a:pt x="10855" y="0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54"/>
            <p:cNvSpPr/>
            <p:nvPr/>
          </p:nvSpPr>
          <p:spPr>
            <a:xfrm>
              <a:off x="-1074225" y="4627063"/>
              <a:ext cx="411150" cy="263975"/>
            </a:xfrm>
            <a:custGeom>
              <a:avLst/>
              <a:gdLst/>
              <a:ahLst/>
              <a:cxnLst/>
              <a:rect l="l" t="t" r="r" b="b"/>
              <a:pathLst>
                <a:path w="16446" h="10559" extrusionOk="0">
                  <a:moveTo>
                    <a:pt x="1" y="0"/>
                  </a:moveTo>
                  <a:lnTo>
                    <a:pt x="8237" y="9425"/>
                  </a:lnTo>
                  <a:lnTo>
                    <a:pt x="16446" y="10559"/>
                  </a:lnTo>
                  <a:lnTo>
                    <a:pt x="16446" y="10559"/>
                  </a:lnTo>
                  <a:lnTo>
                    <a:pt x="8426" y="13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54"/>
            <p:cNvSpPr/>
            <p:nvPr/>
          </p:nvSpPr>
          <p:spPr>
            <a:xfrm>
              <a:off x="-1049250" y="4639888"/>
              <a:ext cx="346350" cy="230900"/>
            </a:xfrm>
            <a:custGeom>
              <a:avLst/>
              <a:gdLst/>
              <a:ahLst/>
              <a:cxnLst/>
              <a:rect l="l" t="t" r="r" b="b"/>
              <a:pathLst>
                <a:path w="13854" h="9236" extrusionOk="0">
                  <a:moveTo>
                    <a:pt x="568" y="271"/>
                  </a:moveTo>
                  <a:lnTo>
                    <a:pt x="7049" y="649"/>
                  </a:lnTo>
                  <a:lnTo>
                    <a:pt x="13341" y="9020"/>
                  </a:lnTo>
                  <a:lnTo>
                    <a:pt x="13341" y="9020"/>
                  </a:lnTo>
                  <a:lnTo>
                    <a:pt x="7535" y="8237"/>
                  </a:lnTo>
                  <a:lnTo>
                    <a:pt x="568" y="271"/>
                  </a:lnTo>
                  <a:close/>
                  <a:moveTo>
                    <a:pt x="1" y="1"/>
                  </a:moveTo>
                  <a:lnTo>
                    <a:pt x="7292" y="8372"/>
                  </a:lnTo>
                  <a:lnTo>
                    <a:pt x="13854" y="9236"/>
                  </a:lnTo>
                  <a:lnTo>
                    <a:pt x="13854" y="9236"/>
                  </a:lnTo>
                  <a:lnTo>
                    <a:pt x="13827" y="9182"/>
                  </a:lnTo>
                  <a:lnTo>
                    <a:pt x="7211" y="406"/>
                  </a:lnTo>
                  <a:lnTo>
                    <a:pt x="7076" y="40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63" name="Google Shape;1863;p54"/>
          <p:cNvSpPr/>
          <p:nvPr/>
        </p:nvSpPr>
        <p:spPr>
          <a:xfrm>
            <a:off x="4" y="1017700"/>
            <a:ext cx="9143992" cy="78001"/>
          </a:xfrm>
          <a:custGeom>
            <a:avLst/>
            <a:gdLst/>
            <a:ahLst/>
            <a:cxnLst/>
            <a:rect l="l" t="t" r="r" b="b"/>
            <a:pathLst>
              <a:path w="27171" h="525" extrusionOk="0">
                <a:moveTo>
                  <a:pt x="1" y="1"/>
                </a:moveTo>
                <a:lnTo>
                  <a:pt x="1" y="525"/>
                </a:lnTo>
                <a:lnTo>
                  <a:pt x="27171" y="525"/>
                </a:lnTo>
                <a:lnTo>
                  <a:pt x="2717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4" r:id="rId4"/>
    <p:sldLayoutId id="2147483658" r:id="rId5"/>
    <p:sldLayoutId id="2147483688" r:id="rId6"/>
    <p:sldLayoutId id="2147483690" r:id="rId7"/>
    <p:sldLayoutId id="2147483692" r:id="rId8"/>
    <p:sldLayoutId id="2147483699" r:id="rId9"/>
    <p:sldLayoutId id="2147483700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8" name="Google Shape;1878;p60"/>
          <p:cNvSpPr txBox="1">
            <a:spLocks noGrp="1"/>
          </p:cNvSpPr>
          <p:nvPr>
            <p:ph type="ctrTitle"/>
          </p:nvPr>
        </p:nvSpPr>
        <p:spPr>
          <a:xfrm>
            <a:off x="1190246" y="1640194"/>
            <a:ext cx="6780600" cy="17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sz="6000" dirty="0"/>
              <a:t>Система за управление на библиотека</a:t>
            </a:r>
            <a:endParaRPr sz="7000" dirty="0">
              <a:solidFill>
                <a:schemeClr val="lt1"/>
              </a:solidFill>
            </a:endParaRPr>
          </a:p>
        </p:txBody>
      </p:sp>
      <p:sp>
        <p:nvSpPr>
          <p:cNvPr id="1879" name="Google Shape;1879;p60"/>
          <p:cNvSpPr txBox="1">
            <a:spLocks noGrp="1"/>
          </p:cNvSpPr>
          <p:nvPr>
            <p:ph type="subTitle" idx="1"/>
          </p:nvPr>
        </p:nvSpPr>
        <p:spPr>
          <a:xfrm>
            <a:off x="2316146" y="3897641"/>
            <a:ext cx="4528800" cy="24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/>
              <a:t>Калина Атанасова 11В</a:t>
            </a:r>
            <a:endParaRPr dirty="0"/>
          </a:p>
        </p:txBody>
      </p:sp>
      <p:grpSp>
        <p:nvGrpSpPr>
          <p:cNvPr id="1880" name="Google Shape;1880;p60"/>
          <p:cNvGrpSpPr/>
          <p:nvPr/>
        </p:nvGrpSpPr>
        <p:grpSpPr>
          <a:xfrm>
            <a:off x="713263" y="852042"/>
            <a:ext cx="3268775" cy="380199"/>
            <a:chOff x="975489" y="863689"/>
            <a:chExt cx="3268775" cy="380199"/>
          </a:xfrm>
        </p:grpSpPr>
        <p:grpSp>
          <p:nvGrpSpPr>
            <p:cNvPr id="1881" name="Google Shape;1881;p60"/>
            <p:cNvGrpSpPr/>
            <p:nvPr/>
          </p:nvGrpSpPr>
          <p:grpSpPr>
            <a:xfrm>
              <a:off x="975489" y="863689"/>
              <a:ext cx="3268775" cy="380199"/>
              <a:chOff x="975489" y="863689"/>
              <a:chExt cx="3268775" cy="380199"/>
            </a:xfrm>
          </p:grpSpPr>
          <p:sp>
            <p:nvSpPr>
              <p:cNvPr id="1882" name="Google Shape;1882;p60"/>
              <p:cNvSpPr/>
              <p:nvPr/>
            </p:nvSpPr>
            <p:spPr>
              <a:xfrm>
                <a:off x="2505355" y="905736"/>
                <a:ext cx="166847" cy="338151"/>
              </a:xfrm>
              <a:custGeom>
                <a:avLst/>
                <a:gdLst/>
                <a:ahLst/>
                <a:cxnLst/>
                <a:rect l="l" t="t" r="r" b="b"/>
                <a:pathLst>
                  <a:path w="1123" h="2276" extrusionOk="0">
                    <a:moveTo>
                      <a:pt x="588" y="0"/>
                    </a:moveTo>
                    <a:lnTo>
                      <a:pt x="1" y="2171"/>
                    </a:lnTo>
                    <a:lnTo>
                      <a:pt x="546" y="2276"/>
                    </a:lnTo>
                    <a:lnTo>
                      <a:pt x="1123" y="74"/>
                    </a:lnTo>
                    <a:lnTo>
                      <a:pt x="58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Google Shape;1883;p60"/>
              <p:cNvSpPr/>
              <p:nvPr/>
            </p:nvSpPr>
            <p:spPr>
              <a:xfrm>
                <a:off x="2536556" y="905736"/>
                <a:ext cx="135647" cy="207407"/>
              </a:xfrm>
              <a:custGeom>
                <a:avLst/>
                <a:gdLst/>
                <a:ahLst/>
                <a:cxnLst/>
                <a:rect l="l" t="t" r="r" b="b"/>
                <a:pathLst>
                  <a:path w="913" h="1396" extrusionOk="0">
                    <a:moveTo>
                      <a:pt x="378" y="0"/>
                    </a:moveTo>
                    <a:lnTo>
                      <a:pt x="1" y="1395"/>
                    </a:lnTo>
                    <a:cubicBezTo>
                      <a:pt x="200" y="1374"/>
                      <a:pt x="399" y="1332"/>
                      <a:pt x="598" y="1280"/>
                    </a:cubicBezTo>
                    <a:lnTo>
                      <a:pt x="913" y="74"/>
                    </a:lnTo>
                    <a:lnTo>
                      <a:pt x="37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Google Shape;1884;p60"/>
              <p:cNvSpPr/>
              <p:nvPr/>
            </p:nvSpPr>
            <p:spPr>
              <a:xfrm>
                <a:off x="2592717" y="930696"/>
                <a:ext cx="54675" cy="45315"/>
              </a:xfrm>
              <a:custGeom>
                <a:avLst/>
                <a:gdLst/>
                <a:ahLst/>
                <a:cxnLst/>
                <a:rect l="l" t="t" r="r" b="b"/>
                <a:pathLst>
                  <a:path w="368" h="305" extrusionOk="0">
                    <a:moveTo>
                      <a:pt x="74" y="0"/>
                    </a:moveTo>
                    <a:lnTo>
                      <a:pt x="0" y="294"/>
                    </a:lnTo>
                    <a:lnTo>
                      <a:pt x="283" y="304"/>
                    </a:ln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Google Shape;1885;p60"/>
              <p:cNvSpPr/>
              <p:nvPr/>
            </p:nvSpPr>
            <p:spPr>
              <a:xfrm>
                <a:off x="2525710" y="1186094"/>
                <a:ext cx="51555" cy="45463"/>
              </a:xfrm>
              <a:custGeom>
                <a:avLst/>
                <a:gdLst/>
                <a:ahLst/>
                <a:cxnLst/>
                <a:rect l="l" t="t" r="r" b="b"/>
                <a:pathLst>
                  <a:path w="347" h="306" extrusionOk="0">
                    <a:moveTo>
                      <a:pt x="63" y="1"/>
                    </a:moveTo>
                    <a:lnTo>
                      <a:pt x="0" y="232"/>
                    </a:lnTo>
                    <a:lnTo>
                      <a:pt x="283" y="305"/>
                    </a:lnTo>
                    <a:lnTo>
                      <a:pt x="346" y="64"/>
                    </a:lnTo>
                    <a:lnTo>
                      <a:pt x="6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Google Shape;1886;p60"/>
              <p:cNvSpPr/>
              <p:nvPr/>
            </p:nvSpPr>
            <p:spPr>
              <a:xfrm>
                <a:off x="2598957" y="986708"/>
                <a:ext cx="14114" cy="32835"/>
              </a:xfrm>
              <a:custGeom>
                <a:avLst/>
                <a:gdLst/>
                <a:ahLst/>
                <a:cxnLst/>
                <a:rect l="l" t="t" r="r" b="b"/>
                <a:pathLst>
                  <a:path w="95" h="221" extrusionOk="0">
                    <a:moveTo>
                      <a:pt x="53" y="1"/>
                    </a:moveTo>
                    <a:lnTo>
                      <a:pt x="0" y="221"/>
                    </a:lnTo>
                    <a:lnTo>
                      <a:pt x="42" y="221"/>
                    </a:lnTo>
                    <a:lnTo>
                      <a:pt x="95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Google Shape;1887;p60"/>
              <p:cNvSpPr/>
              <p:nvPr/>
            </p:nvSpPr>
            <p:spPr>
              <a:xfrm>
                <a:off x="1664130" y="896376"/>
                <a:ext cx="115441" cy="346025"/>
              </a:xfrm>
              <a:custGeom>
                <a:avLst/>
                <a:gdLst/>
                <a:ahLst/>
                <a:cxnLst/>
                <a:rect l="l" t="t" r="r" b="b"/>
                <a:pathLst>
                  <a:path w="777" h="2329" extrusionOk="0">
                    <a:moveTo>
                      <a:pt x="0" y="0"/>
                    </a:moveTo>
                    <a:lnTo>
                      <a:pt x="32" y="2328"/>
                    </a:lnTo>
                    <a:lnTo>
                      <a:pt x="776" y="2328"/>
                    </a:lnTo>
                    <a:lnTo>
                      <a:pt x="6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Google Shape;1888;p60"/>
              <p:cNvSpPr/>
              <p:nvPr/>
            </p:nvSpPr>
            <p:spPr>
              <a:xfrm>
                <a:off x="975489" y="896376"/>
                <a:ext cx="151247" cy="346025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2329" extrusionOk="0">
                    <a:moveTo>
                      <a:pt x="32" y="0"/>
                    </a:moveTo>
                    <a:lnTo>
                      <a:pt x="0" y="2328"/>
                    </a:lnTo>
                    <a:lnTo>
                      <a:pt x="923" y="2328"/>
                    </a:lnTo>
                    <a:lnTo>
                      <a:pt x="101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Google Shape;1889;p60"/>
              <p:cNvSpPr/>
              <p:nvPr/>
            </p:nvSpPr>
            <p:spPr>
              <a:xfrm>
                <a:off x="1385256" y="991463"/>
                <a:ext cx="109201" cy="250939"/>
              </a:xfrm>
              <a:custGeom>
                <a:avLst/>
                <a:gdLst/>
                <a:ahLst/>
                <a:cxnLst/>
                <a:rect l="l" t="t" r="r" b="b"/>
                <a:pathLst>
                  <a:path w="735" h="1689" extrusionOk="0">
                    <a:moveTo>
                      <a:pt x="42" y="0"/>
                    </a:moveTo>
                    <a:lnTo>
                      <a:pt x="0" y="1688"/>
                    </a:lnTo>
                    <a:lnTo>
                      <a:pt x="734" y="1688"/>
                    </a:lnTo>
                    <a:lnTo>
                      <a:pt x="69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Google Shape;1890;p60"/>
              <p:cNvSpPr/>
              <p:nvPr/>
            </p:nvSpPr>
            <p:spPr>
              <a:xfrm>
                <a:off x="1280809" y="896376"/>
                <a:ext cx="88995" cy="346025"/>
              </a:xfrm>
              <a:custGeom>
                <a:avLst/>
                <a:gdLst/>
                <a:ahLst/>
                <a:cxnLst/>
                <a:rect l="l" t="t" r="r" b="b"/>
                <a:pathLst>
                  <a:path w="599" h="2329" extrusionOk="0">
                    <a:moveTo>
                      <a:pt x="1" y="0"/>
                    </a:moveTo>
                    <a:lnTo>
                      <a:pt x="64" y="2328"/>
                    </a:lnTo>
                    <a:lnTo>
                      <a:pt x="598" y="2328"/>
                    </a:lnTo>
                    <a:lnTo>
                      <a:pt x="56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Google Shape;1891;p60"/>
              <p:cNvSpPr/>
              <p:nvPr/>
            </p:nvSpPr>
            <p:spPr>
              <a:xfrm>
                <a:off x="1126589" y="929062"/>
                <a:ext cx="146641" cy="313339"/>
              </a:xfrm>
              <a:custGeom>
                <a:avLst/>
                <a:gdLst/>
                <a:ahLst/>
                <a:cxnLst/>
                <a:rect l="l" t="t" r="r" b="b"/>
                <a:pathLst>
                  <a:path w="987" h="2109" extrusionOk="0">
                    <a:moveTo>
                      <a:pt x="84" y="1"/>
                    </a:moveTo>
                    <a:lnTo>
                      <a:pt x="1" y="2108"/>
                    </a:lnTo>
                    <a:lnTo>
                      <a:pt x="986" y="2108"/>
                    </a:lnTo>
                    <a:lnTo>
                      <a:pt x="902" y="64"/>
                    </a:lnTo>
                    <a:lnTo>
                      <a:pt x="8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Google Shape;1892;p60"/>
              <p:cNvSpPr/>
              <p:nvPr/>
            </p:nvSpPr>
            <p:spPr>
              <a:xfrm>
                <a:off x="1502036" y="924456"/>
                <a:ext cx="151247" cy="317945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2140" extrusionOk="0">
                    <a:moveTo>
                      <a:pt x="1" y="0"/>
                    </a:moveTo>
                    <a:lnTo>
                      <a:pt x="32" y="2139"/>
                    </a:lnTo>
                    <a:lnTo>
                      <a:pt x="1018" y="2139"/>
                    </a:lnTo>
                    <a:lnTo>
                      <a:pt x="913" y="3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Google Shape;1893;p60"/>
              <p:cNvSpPr/>
              <p:nvPr/>
            </p:nvSpPr>
            <p:spPr>
              <a:xfrm>
                <a:off x="1667250" y="1116116"/>
                <a:ext cx="112321" cy="126287"/>
              </a:xfrm>
              <a:custGeom>
                <a:avLst/>
                <a:gdLst/>
                <a:ahLst/>
                <a:cxnLst/>
                <a:rect l="l" t="t" r="r" b="b"/>
                <a:pathLst>
                  <a:path w="756" h="850" extrusionOk="0">
                    <a:moveTo>
                      <a:pt x="0" y="0"/>
                    </a:moveTo>
                    <a:lnTo>
                      <a:pt x="11" y="839"/>
                    </a:lnTo>
                    <a:lnTo>
                      <a:pt x="755" y="849"/>
                    </a:lnTo>
                    <a:lnTo>
                      <a:pt x="713" y="315"/>
                    </a:lnTo>
                    <a:cubicBezTo>
                      <a:pt x="483" y="189"/>
                      <a:pt x="242" y="94"/>
                      <a:pt x="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Google Shape;1894;p60"/>
              <p:cNvSpPr/>
              <p:nvPr/>
            </p:nvSpPr>
            <p:spPr>
              <a:xfrm>
                <a:off x="975489" y="1031875"/>
                <a:ext cx="146641" cy="210527"/>
              </a:xfrm>
              <a:custGeom>
                <a:avLst/>
                <a:gdLst/>
                <a:ahLst/>
                <a:cxnLst/>
                <a:rect l="l" t="t" r="r" b="b"/>
                <a:pathLst>
                  <a:path w="987" h="1417" extrusionOk="0">
                    <a:moveTo>
                      <a:pt x="986" y="1"/>
                    </a:moveTo>
                    <a:lnTo>
                      <a:pt x="986" y="1"/>
                    </a:lnTo>
                    <a:cubicBezTo>
                      <a:pt x="651" y="11"/>
                      <a:pt x="325" y="43"/>
                      <a:pt x="21" y="74"/>
                    </a:cubicBezTo>
                    <a:lnTo>
                      <a:pt x="0" y="1416"/>
                    </a:lnTo>
                    <a:lnTo>
                      <a:pt x="923" y="1416"/>
                    </a:lnTo>
                    <a:lnTo>
                      <a:pt x="98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Google Shape;1895;p60"/>
              <p:cNvSpPr/>
              <p:nvPr/>
            </p:nvSpPr>
            <p:spPr>
              <a:xfrm>
                <a:off x="1385256" y="1049109"/>
                <a:ext cx="109201" cy="194779"/>
              </a:xfrm>
              <a:custGeom>
                <a:avLst/>
                <a:gdLst/>
                <a:ahLst/>
                <a:cxnLst/>
                <a:rect l="l" t="t" r="r" b="b"/>
                <a:pathLst>
                  <a:path w="735" h="1311" extrusionOk="0">
                    <a:moveTo>
                      <a:pt x="32" y="0"/>
                    </a:moveTo>
                    <a:lnTo>
                      <a:pt x="0" y="1311"/>
                    </a:lnTo>
                    <a:lnTo>
                      <a:pt x="734" y="1300"/>
                    </a:lnTo>
                    <a:lnTo>
                      <a:pt x="703" y="115"/>
                    </a:lnTo>
                    <a:cubicBezTo>
                      <a:pt x="483" y="74"/>
                      <a:pt x="262" y="32"/>
                      <a:pt x="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Google Shape;1896;p60"/>
              <p:cNvSpPr/>
              <p:nvPr/>
            </p:nvSpPr>
            <p:spPr>
              <a:xfrm>
                <a:off x="1283929" y="1036629"/>
                <a:ext cx="85875" cy="205773"/>
              </a:xfrm>
              <a:custGeom>
                <a:avLst/>
                <a:gdLst/>
                <a:ahLst/>
                <a:cxnLst/>
                <a:rect l="l" t="t" r="r" b="b"/>
                <a:pathLst>
                  <a:path w="578" h="1385" extrusionOk="0">
                    <a:moveTo>
                      <a:pt x="1" y="0"/>
                    </a:moveTo>
                    <a:lnTo>
                      <a:pt x="43" y="1384"/>
                    </a:lnTo>
                    <a:lnTo>
                      <a:pt x="577" y="1384"/>
                    </a:lnTo>
                    <a:lnTo>
                      <a:pt x="556" y="53"/>
                    </a:lnTo>
                    <a:cubicBezTo>
                      <a:pt x="378" y="32"/>
                      <a:pt x="189" y="11"/>
                      <a:pt x="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Google Shape;1897;p60"/>
              <p:cNvSpPr/>
              <p:nvPr/>
            </p:nvSpPr>
            <p:spPr>
              <a:xfrm>
                <a:off x="1126589" y="1031875"/>
                <a:ext cx="146641" cy="210527"/>
              </a:xfrm>
              <a:custGeom>
                <a:avLst/>
                <a:gdLst/>
                <a:ahLst/>
                <a:cxnLst/>
                <a:rect l="l" t="t" r="r" b="b"/>
                <a:pathLst>
                  <a:path w="987" h="1417" extrusionOk="0">
                    <a:moveTo>
                      <a:pt x="63" y="1"/>
                    </a:moveTo>
                    <a:lnTo>
                      <a:pt x="1" y="1416"/>
                    </a:lnTo>
                    <a:lnTo>
                      <a:pt x="986" y="1416"/>
                    </a:lnTo>
                    <a:lnTo>
                      <a:pt x="934" y="22"/>
                    </a:lnTo>
                    <a:cubicBezTo>
                      <a:pt x="630" y="1"/>
                      <a:pt x="347" y="1"/>
                      <a:pt x="6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Google Shape;1898;p60"/>
              <p:cNvSpPr/>
              <p:nvPr/>
            </p:nvSpPr>
            <p:spPr>
              <a:xfrm>
                <a:off x="1505156" y="1069315"/>
                <a:ext cx="148127" cy="173087"/>
              </a:xfrm>
              <a:custGeom>
                <a:avLst/>
                <a:gdLst/>
                <a:ahLst/>
                <a:cxnLst/>
                <a:rect l="l" t="t" r="r" b="b"/>
                <a:pathLst>
                  <a:path w="997" h="1165" extrusionOk="0">
                    <a:moveTo>
                      <a:pt x="1" y="0"/>
                    </a:moveTo>
                    <a:lnTo>
                      <a:pt x="11" y="1164"/>
                    </a:lnTo>
                    <a:lnTo>
                      <a:pt x="997" y="1164"/>
                    </a:lnTo>
                    <a:lnTo>
                      <a:pt x="955" y="263"/>
                    </a:lnTo>
                    <a:cubicBezTo>
                      <a:pt x="640" y="158"/>
                      <a:pt x="326" y="63"/>
                      <a:pt x="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Google Shape;1899;p60"/>
              <p:cNvSpPr/>
              <p:nvPr/>
            </p:nvSpPr>
            <p:spPr>
              <a:xfrm>
                <a:off x="995696" y="1203329"/>
                <a:ext cx="90481" cy="23474"/>
              </a:xfrm>
              <a:custGeom>
                <a:avLst/>
                <a:gdLst/>
                <a:ahLst/>
                <a:cxnLst/>
                <a:rect l="l" t="t" r="r" b="b"/>
                <a:pathLst>
                  <a:path w="609" h="158" extrusionOk="0">
                    <a:moveTo>
                      <a:pt x="11" y="0"/>
                    </a:moveTo>
                    <a:lnTo>
                      <a:pt x="1" y="158"/>
                    </a:lnTo>
                    <a:lnTo>
                      <a:pt x="609" y="158"/>
                    </a:lnTo>
                    <a:lnTo>
                      <a:pt x="609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Google Shape;1900;p60"/>
              <p:cNvSpPr/>
              <p:nvPr/>
            </p:nvSpPr>
            <p:spPr>
              <a:xfrm>
                <a:off x="997330" y="1165888"/>
                <a:ext cx="90481" cy="21989"/>
              </a:xfrm>
              <a:custGeom>
                <a:avLst/>
                <a:gdLst/>
                <a:ahLst/>
                <a:cxnLst/>
                <a:rect l="l" t="t" r="r" b="b"/>
                <a:pathLst>
                  <a:path w="609" h="148" extrusionOk="0">
                    <a:moveTo>
                      <a:pt x="0" y="1"/>
                    </a:moveTo>
                    <a:lnTo>
                      <a:pt x="0" y="147"/>
                    </a:lnTo>
                    <a:lnTo>
                      <a:pt x="598" y="147"/>
                    </a:lnTo>
                    <a:lnTo>
                      <a:pt x="608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Google Shape;1901;p60"/>
              <p:cNvSpPr/>
              <p:nvPr/>
            </p:nvSpPr>
            <p:spPr>
              <a:xfrm>
                <a:off x="1156155" y="1193969"/>
                <a:ext cx="85875" cy="29715"/>
              </a:xfrm>
              <a:custGeom>
                <a:avLst/>
                <a:gdLst/>
                <a:ahLst/>
                <a:cxnLst/>
                <a:rect l="l" t="t" r="r" b="b"/>
                <a:pathLst>
                  <a:path w="578" h="200" extrusionOk="0">
                    <a:moveTo>
                      <a:pt x="1" y="0"/>
                    </a:moveTo>
                    <a:lnTo>
                      <a:pt x="1" y="200"/>
                    </a:lnTo>
                    <a:lnTo>
                      <a:pt x="578" y="200"/>
                    </a:lnTo>
                    <a:lnTo>
                      <a:pt x="578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Google Shape;1902;p60"/>
              <p:cNvSpPr/>
              <p:nvPr/>
            </p:nvSpPr>
            <p:spPr>
              <a:xfrm>
                <a:off x="989455" y="910341"/>
                <a:ext cx="99841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672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672" y="137"/>
                    </a:lnTo>
                    <a:lnTo>
                      <a:pt x="672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Google Shape;1903;p60"/>
              <p:cNvSpPr/>
              <p:nvPr/>
            </p:nvSpPr>
            <p:spPr>
              <a:xfrm>
                <a:off x="1318695" y="916582"/>
                <a:ext cx="18423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24" h="117" extrusionOk="0">
                    <a:moveTo>
                      <a:pt x="63" y="0"/>
                    </a:moveTo>
                    <a:cubicBezTo>
                      <a:pt x="0" y="0"/>
                      <a:pt x="0" y="117"/>
                      <a:pt x="63" y="117"/>
                    </a:cubicBezTo>
                    <a:cubicBezTo>
                      <a:pt x="65" y="117"/>
                      <a:pt x="68" y="117"/>
                      <a:pt x="71" y="116"/>
                    </a:cubicBezTo>
                    <a:cubicBezTo>
                      <a:pt x="92" y="116"/>
                      <a:pt x="123" y="95"/>
                      <a:pt x="123" y="64"/>
                    </a:cubicBezTo>
                    <a:cubicBezTo>
                      <a:pt x="123" y="32"/>
                      <a:pt x="92" y="1"/>
                      <a:pt x="71" y="1"/>
                    </a:cubicBezTo>
                    <a:cubicBezTo>
                      <a:pt x="68" y="0"/>
                      <a:pt x="65" y="0"/>
                      <a:pt x="63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Google Shape;1904;p60"/>
              <p:cNvSpPr/>
              <p:nvPr/>
            </p:nvSpPr>
            <p:spPr>
              <a:xfrm>
                <a:off x="1196122" y="1158163"/>
                <a:ext cx="16343" cy="11292"/>
              </a:xfrm>
              <a:custGeom>
                <a:avLst/>
                <a:gdLst/>
                <a:ahLst/>
                <a:cxnLst/>
                <a:rect l="l" t="t" r="r" b="b"/>
                <a:pathLst>
                  <a:path w="110" h="76" extrusionOk="0">
                    <a:moveTo>
                      <a:pt x="57" y="0"/>
                    </a:moveTo>
                    <a:cubicBezTo>
                      <a:pt x="0" y="0"/>
                      <a:pt x="56" y="76"/>
                      <a:pt x="90" y="76"/>
                    </a:cubicBezTo>
                    <a:cubicBezTo>
                      <a:pt x="99" y="76"/>
                      <a:pt x="107" y="69"/>
                      <a:pt x="109" y="53"/>
                    </a:cubicBezTo>
                    <a:cubicBezTo>
                      <a:pt x="109" y="21"/>
                      <a:pt x="88" y="0"/>
                      <a:pt x="57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Google Shape;1905;p60"/>
              <p:cNvSpPr/>
              <p:nvPr/>
            </p:nvSpPr>
            <p:spPr>
              <a:xfrm>
                <a:off x="1405462" y="1207935"/>
                <a:ext cx="67155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452" h="127" extrusionOk="0">
                    <a:moveTo>
                      <a:pt x="11" y="1"/>
                    </a:moveTo>
                    <a:lnTo>
                      <a:pt x="1" y="127"/>
                    </a:lnTo>
                    <a:lnTo>
                      <a:pt x="452" y="127"/>
                    </a:lnTo>
                    <a:lnTo>
                      <a:pt x="452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Google Shape;1906;p60"/>
              <p:cNvSpPr/>
              <p:nvPr/>
            </p:nvSpPr>
            <p:spPr>
              <a:xfrm>
                <a:off x="1304284" y="1187729"/>
                <a:ext cx="54675" cy="43829"/>
              </a:xfrm>
              <a:custGeom>
                <a:avLst/>
                <a:gdLst/>
                <a:ahLst/>
                <a:cxnLst/>
                <a:rect l="l" t="t" r="r" b="b"/>
                <a:pathLst>
                  <a:path w="368" h="295" extrusionOk="0">
                    <a:moveTo>
                      <a:pt x="367" y="0"/>
                    </a:moveTo>
                    <a:lnTo>
                      <a:pt x="0" y="11"/>
                    </a:lnTo>
                    <a:lnTo>
                      <a:pt x="0" y="294"/>
                    </a:lnTo>
                    <a:lnTo>
                      <a:pt x="357" y="273"/>
                    </a:ln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Google Shape;1907;p60"/>
              <p:cNvSpPr/>
              <p:nvPr/>
            </p:nvSpPr>
            <p:spPr>
              <a:xfrm>
                <a:off x="1534722" y="943176"/>
                <a:ext cx="78149" cy="34320"/>
              </a:xfrm>
              <a:custGeom>
                <a:avLst/>
                <a:gdLst/>
                <a:ahLst/>
                <a:cxnLst/>
                <a:rect l="l" t="t" r="r" b="b"/>
                <a:pathLst>
                  <a:path w="526" h="231" extrusionOk="0">
                    <a:moveTo>
                      <a:pt x="11" y="0"/>
                    </a:moveTo>
                    <a:lnTo>
                      <a:pt x="1" y="231"/>
                    </a:lnTo>
                    <a:lnTo>
                      <a:pt x="525" y="231"/>
                    </a:lnTo>
                    <a:lnTo>
                      <a:pt x="525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Google Shape;1908;p60"/>
              <p:cNvSpPr/>
              <p:nvPr/>
            </p:nvSpPr>
            <p:spPr>
              <a:xfrm>
                <a:off x="1673490" y="913462"/>
                <a:ext cx="62400" cy="39075"/>
              </a:xfrm>
              <a:custGeom>
                <a:avLst/>
                <a:gdLst/>
                <a:ahLst/>
                <a:cxnLst/>
                <a:rect l="l" t="t" r="r" b="b"/>
                <a:pathLst>
                  <a:path w="420" h="263" extrusionOk="0">
                    <a:moveTo>
                      <a:pt x="11" y="1"/>
                    </a:moveTo>
                    <a:lnTo>
                      <a:pt x="0" y="242"/>
                    </a:lnTo>
                    <a:lnTo>
                      <a:pt x="420" y="263"/>
                    </a:lnTo>
                    <a:lnTo>
                      <a:pt x="420" y="22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Google Shape;1909;p60"/>
              <p:cNvSpPr/>
              <p:nvPr/>
            </p:nvSpPr>
            <p:spPr>
              <a:xfrm>
                <a:off x="1523876" y="1200209"/>
                <a:ext cx="104595" cy="28229"/>
              </a:xfrm>
              <a:custGeom>
                <a:avLst/>
                <a:gdLst/>
                <a:ahLst/>
                <a:cxnLst/>
                <a:rect l="l" t="t" r="r" b="b"/>
                <a:pathLst>
                  <a:path w="704" h="190" extrusionOk="0">
                    <a:moveTo>
                      <a:pt x="1" y="0"/>
                    </a:moveTo>
                    <a:lnTo>
                      <a:pt x="11" y="189"/>
                    </a:lnTo>
                    <a:lnTo>
                      <a:pt x="703" y="189"/>
                    </a:lnTo>
                    <a:lnTo>
                      <a:pt x="693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Google Shape;1910;p60"/>
              <p:cNvSpPr/>
              <p:nvPr/>
            </p:nvSpPr>
            <p:spPr>
              <a:xfrm>
                <a:off x="1679730" y="1161283"/>
                <a:ext cx="78001" cy="71761"/>
              </a:xfrm>
              <a:custGeom>
                <a:avLst/>
                <a:gdLst/>
                <a:ahLst/>
                <a:cxnLst/>
                <a:rect l="l" t="t" r="r" b="b"/>
                <a:pathLst>
                  <a:path w="525" h="483" extrusionOk="0">
                    <a:moveTo>
                      <a:pt x="0" y="0"/>
                    </a:moveTo>
                    <a:lnTo>
                      <a:pt x="11" y="483"/>
                    </a:lnTo>
                    <a:lnTo>
                      <a:pt x="525" y="483"/>
                    </a:lnTo>
                    <a:lnTo>
                      <a:pt x="514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Google Shape;1911;p60"/>
              <p:cNvSpPr/>
              <p:nvPr/>
            </p:nvSpPr>
            <p:spPr>
              <a:xfrm>
                <a:off x="1327610" y="1144048"/>
                <a:ext cx="7874" cy="32983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2" extrusionOk="0">
                    <a:moveTo>
                      <a:pt x="53" y="1"/>
                    </a:moveTo>
                    <a:lnTo>
                      <a:pt x="0" y="11"/>
                    </a:lnTo>
                    <a:lnTo>
                      <a:pt x="0" y="221"/>
                    </a:lnTo>
                    <a:lnTo>
                      <a:pt x="53" y="221"/>
                    </a:lnTo>
                    <a:lnTo>
                      <a:pt x="5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Google Shape;1912;p60"/>
              <p:cNvSpPr/>
              <p:nvPr/>
            </p:nvSpPr>
            <p:spPr>
              <a:xfrm>
                <a:off x="1424183" y="1008252"/>
                <a:ext cx="26297" cy="21394"/>
              </a:xfrm>
              <a:custGeom>
                <a:avLst/>
                <a:gdLst/>
                <a:ahLst/>
                <a:cxnLst/>
                <a:rect l="l" t="t" r="r" b="b"/>
                <a:pathLst>
                  <a:path w="177" h="144" extrusionOk="0">
                    <a:moveTo>
                      <a:pt x="107" y="0"/>
                    </a:moveTo>
                    <a:cubicBezTo>
                      <a:pt x="103" y="0"/>
                      <a:pt x="99" y="1"/>
                      <a:pt x="95" y="2"/>
                    </a:cubicBezTo>
                    <a:cubicBezTo>
                      <a:pt x="32" y="2"/>
                      <a:pt x="0" y="86"/>
                      <a:pt x="53" y="128"/>
                    </a:cubicBezTo>
                    <a:cubicBezTo>
                      <a:pt x="66" y="139"/>
                      <a:pt x="80" y="143"/>
                      <a:pt x="95" y="143"/>
                    </a:cubicBezTo>
                    <a:cubicBezTo>
                      <a:pt x="137" y="143"/>
                      <a:pt x="176" y="102"/>
                      <a:pt x="168" y="55"/>
                    </a:cubicBezTo>
                    <a:cubicBezTo>
                      <a:pt x="159" y="28"/>
                      <a:pt x="134" y="0"/>
                      <a:pt x="107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Google Shape;1913;p60"/>
              <p:cNvSpPr/>
              <p:nvPr/>
            </p:nvSpPr>
            <p:spPr>
              <a:xfrm>
                <a:off x="2778137" y="863689"/>
                <a:ext cx="74881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504" h="2549" extrusionOk="0">
                    <a:moveTo>
                      <a:pt x="0" y="0"/>
                    </a:moveTo>
                    <a:lnTo>
                      <a:pt x="21" y="2548"/>
                    </a:lnTo>
                    <a:lnTo>
                      <a:pt x="503" y="2548"/>
                    </a:lnTo>
                    <a:lnTo>
                      <a:pt x="3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Google Shape;1914;p60"/>
              <p:cNvSpPr/>
              <p:nvPr/>
            </p:nvSpPr>
            <p:spPr>
              <a:xfrm>
                <a:off x="3683250" y="925942"/>
                <a:ext cx="113955" cy="316459"/>
              </a:xfrm>
              <a:custGeom>
                <a:avLst/>
                <a:gdLst/>
                <a:ahLst/>
                <a:cxnLst/>
                <a:rect l="l" t="t" r="r" b="b"/>
                <a:pathLst>
                  <a:path w="767" h="2130" extrusionOk="0">
                    <a:moveTo>
                      <a:pt x="1" y="1"/>
                    </a:moveTo>
                    <a:lnTo>
                      <a:pt x="32" y="2129"/>
                    </a:lnTo>
                    <a:lnTo>
                      <a:pt x="766" y="2129"/>
                    </a:lnTo>
                    <a:lnTo>
                      <a:pt x="6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Google Shape;1915;p60"/>
              <p:cNvSpPr/>
              <p:nvPr/>
            </p:nvSpPr>
            <p:spPr>
              <a:xfrm>
                <a:off x="3801663" y="925942"/>
                <a:ext cx="98355" cy="316459"/>
              </a:xfrm>
              <a:custGeom>
                <a:avLst/>
                <a:gdLst/>
                <a:ahLst/>
                <a:cxnLst/>
                <a:rect l="l" t="t" r="r" b="b"/>
                <a:pathLst>
                  <a:path w="662" h="2130" extrusionOk="0">
                    <a:moveTo>
                      <a:pt x="22" y="1"/>
                    </a:moveTo>
                    <a:lnTo>
                      <a:pt x="1" y="2129"/>
                    </a:lnTo>
                    <a:lnTo>
                      <a:pt x="598" y="2129"/>
                    </a:lnTo>
                    <a:lnTo>
                      <a:pt x="66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Google Shape;1916;p60"/>
              <p:cNvSpPr/>
              <p:nvPr/>
            </p:nvSpPr>
            <p:spPr>
              <a:xfrm>
                <a:off x="3683250" y="925942"/>
                <a:ext cx="106081" cy="223007"/>
              </a:xfrm>
              <a:custGeom>
                <a:avLst/>
                <a:gdLst/>
                <a:ahLst/>
                <a:cxnLst/>
                <a:rect l="l" t="t" r="r" b="b"/>
                <a:pathLst>
                  <a:path w="714" h="1501" extrusionOk="0">
                    <a:moveTo>
                      <a:pt x="1" y="1"/>
                    </a:moveTo>
                    <a:lnTo>
                      <a:pt x="22" y="1500"/>
                    </a:lnTo>
                    <a:lnTo>
                      <a:pt x="74" y="1500"/>
                    </a:lnTo>
                    <a:cubicBezTo>
                      <a:pt x="294" y="1500"/>
                      <a:pt x="504" y="1490"/>
                      <a:pt x="714" y="1479"/>
                    </a:cubicBezTo>
                    <a:lnTo>
                      <a:pt x="6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Google Shape;1917;p60"/>
              <p:cNvSpPr/>
              <p:nvPr/>
            </p:nvSpPr>
            <p:spPr>
              <a:xfrm>
                <a:off x="3801663" y="925942"/>
                <a:ext cx="98355" cy="218253"/>
              </a:xfrm>
              <a:custGeom>
                <a:avLst/>
                <a:gdLst/>
                <a:ahLst/>
                <a:cxnLst/>
                <a:rect l="l" t="t" r="r" b="b"/>
                <a:pathLst>
                  <a:path w="662" h="1469" extrusionOk="0">
                    <a:moveTo>
                      <a:pt x="22" y="1"/>
                    </a:moveTo>
                    <a:lnTo>
                      <a:pt x="1" y="1469"/>
                    </a:lnTo>
                    <a:cubicBezTo>
                      <a:pt x="221" y="1448"/>
                      <a:pt x="431" y="1416"/>
                      <a:pt x="619" y="1385"/>
                    </a:cubicBezTo>
                    <a:lnTo>
                      <a:pt x="66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Google Shape;1918;p60"/>
              <p:cNvSpPr/>
              <p:nvPr/>
            </p:nvSpPr>
            <p:spPr>
              <a:xfrm>
                <a:off x="3692610" y="940056"/>
                <a:ext cx="67155" cy="24960"/>
              </a:xfrm>
              <a:custGeom>
                <a:avLst/>
                <a:gdLst/>
                <a:ahLst/>
                <a:cxnLst/>
                <a:rect l="l" t="t" r="r" b="b"/>
                <a:pathLst>
                  <a:path w="452" h="168" extrusionOk="0">
                    <a:moveTo>
                      <a:pt x="1" y="0"/>
                    </a:moveTo>
                    <a:lnTo>
                      <a:pt x="11" y="168"/>
                    </a:lnTo>
                    <a:lnTo>
                      <a:pt x="451" y="168"/>
                    </a:lnTo>
                    <a:lnTo>
                      <a:pt x="441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Google Shape;1919;p60"/>
              <p:cNvSpPr/>
              <p:nvPr/>
            </p:nvSpPr>
            <p:spPr>
              <a:xfrm>
                <a:off x="3817263" y="1189214"/>
                <a:ext cx="57795" cy="36103"/>
              </a:xfrm>
              <a:custGeom>
                <a:avLst/>
                <a:gdLst/>
                <a:ahLst/>
                <a:cxnLst/>
                <a:rect l="l" t="t" r="r" b="b"/>
                <a:pathLst>
                  <a:path w="389" h="243" extrusionOk="0">
                    <a:moveTo>
                      <a:pt x="0" y="1"/>
                    </a:moveTo>
                    <a:lnTo>
                      <a:pt x="11" y="242"/>
                    </a:lnTo>
                    <a:lnTo>
                      <a:pt x="388" y="242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Google Shape;1920;p60"/>
              <p:cNvSpPr/>
              <p:nvPr/>
            </p:nvSpPr>
            <p:spPr>
              <a:xfrm>
                <a:off x="3821869" y="941542"/>
                <a:ext cx="70275" cy="21989"/>
              </a:xfrm>
              <a:custGeom>
                <a:avLst/>
                <a:gdLst/>
                <a:ahLst/>
                <a:cxnLst/>
                <a:rect l="l" t="t" r="r" b="b"/>
                <a:pathLst>
                  <a:path w="473" h="148" extrusionOk="0">
                    <a:moveTo>
                      <a:pt x="1" y="1"/>
                    </a:moveTo>
                    <a:lnTo>
                      <a:pt x="11" y="147"/>
                    </a:lnTo>
                    <a:lnTo>
                      <a:pt x="473" y="147"/>
                    </a:lnTo>
                    <a:lnTo>
                      <a:pt x="47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Google Shape;1921;p60"/>
              <p:cNvSpPr/>
              <p:nvPr/>
            </p:nvSpPr>
            <p:spPr>
              <a:xfrm>
                <a:off x="3734656" y="1203329"/>
                <a:ext cx="11143" cy="14114"/>
              </a:xfrm>
              <a:custGeom>
                <a:avLst/>
                <a:gdLst/>
                <a:ahLst/>
                <a:cxnLst/>
                <a:rect l="l" t="t" r="r" b="b"/>
                <a:pathLst>
                  <a:path w="75" h="95" extrusionOk="0">
                    <a:moveTo>
                      <a:pt x="32" y="0"/>
                    </a:moveTo>
                    <a:cubicBezTo>
                      <a:pt x="11" y="0"/>
                      <a:pt x="1" y="21"/>
                      <a:pt x="1" y="42"/>
                    </a:cubicBezTo>
                    <a:cubicBezTo>
                      <a:pt x="1" y="74"/>
                      <a:pt x="11" y="95"/>
                      <a:pt x="32" y="95"/>
                    </a:cubicBezTo>
                    <a:cubicBezTo>
                      <a:pt x="64" y="95"/>
                      <a:pt x="74" y="74"/>
                      <a:pt x="74" y="42"/>
                    </a:cubicBezTo>
                    <a:cubicBezTo>
                      <a:pt x="74" y="21"/>
                      <a:pt x="64" y="0"/>
                      <a:pt x="32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Google Shape;1922;p60"/>
              <p:cNvSpPr/>
              <p:nvPr/>
            </p:nvSpPr>
            <p:spPr>
              <a:xfrm>
                <a:off x="3723810" y="985223"/>
                <a:ext cx="10994" cy="14114"/>
              </a:xfrm>
              <a:custGeom>
                <a:avLst/>
                <a:gdLst/>
                <a:ahLst/>
                <a:cxnLst/>
                <a:rect l="l" t="t" r="r" b="b"/>
                <a:pathLst>
                  <a:path w="74" h="95" extrusionOk="0">
                    <a:moveTo>
                      <a:pt x="42" y="0"/>
                    </a:moveTo>
                    <a:cubicBezTo>
                      <a:pt x="21" y="0"/>
                      <a:pt x="0" y="21"/>
                      <a:pt x="0" y="42"/>
                    </a:cubicBezTo>
                    <a:cubicBezTo>
                      <a:pt x="0" y="74"/>
                      <a:pt x="21" y="95"/>
                      <a:pt x="42" y="95"/>
                    </a:cubicBezTo>
                    <a:cubicBezTo>
                      <a:pt x="63" y="95"/>
                      <a:pt x="74" y="74"/>
                      <a:pt x="74" y="42"/>
                    </a:cubicBezTo>
                    <a:cubicBezTo>
                      <a:pt x="74" y="21"/>
                      <a:pt x="63" y="0"/>
                      <a:pt x="42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Google Shape;1923;p60"/>
              <p:cNvSpPr/>
              <p:nvPr/>
            </p:nvSpPr>
            <p:spPr>
              <a:xfrm>
                <a:off x="3839104" y="1156528"/>
                <a:ext cx="12629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85" h="117" extrusionOk="0">
                    <a:moveTo>
                      <a:pt x="42" y="1"/>
                    </a:moveTo>
                    <a:cubicBezTo>
                      <a:pt x="21" y="1"/>
                      <a:pt x="0" y="32"/>
                      <a:pt x="0" y="64"/>
                    </a:cubicBezTo>
                    <a:cubicBezTo>
                      <a:pt x="0" y="85"/>
                      <a:pt x="21" y="116"/>
                      <a:pt x="42" y="116"/>
                    </a:cubicBezTo>
                    <a:cubicBezTo>
                      <a:pt x="63" y="116"/>
                      <a:pt x="84" y="85"/>
                      <a:pt x="84" y="64"/>
                    </a:cubicBezTo>
                    <a:cubicBezTo>
                      <a:pt x="84" y="32"/>
                      <a:pt x="6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Google Shape;1924;p60"/>
              <p:cNvSpPr/>
              <p:nvPr/>
            </p:nvSpPr>
            <p:spPr>
              <a:xfrm>
                <a:off x="3918591" y="1013155"/>
                <a:ext cx="112321" cy="229247"/>
              </a:xfrm>
              <a:custGeom>
                <a:avLst/>
                <a:gdLst/>
                <a:ahLst/>
                <a:cxnLst/>
                <a:rect l="l" t="t" r="r" b="b"/>
                <a:pathLst>
                  <a:path w="756" h="1543" extrusionOk="0">
                    <a:moveTo>
                      <a:pt x="0" y="1"/>
                    </a:moveTo>
                    <a:lnTo>
                      <a:pt x="0" y="1542"/>
                    </a:lnTo>
                    <a:lnTo>
                      <a:pt x="713" y="1542"/>
                    </a:lnTo>
                    <a:lnTo>
                      <a:pt x="75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Google Shape;1925;p60"/>
              <p:cNvSpPr/>
              <p:nvPr/>
            </p:nvSpPr>
            <p:spPr>
              <a:xfrm>
                <a:off x="3918591" y="1013155"/>
                <a:ext cx="112321" cy="117075"/>
              </a:xfrm>
              <a:custGeom>
                <a:avLst/>
                <a:gdLst/>
                <a:ahLst/>
                <a:cxnLst/>
                <a:rect l="l" t="t" r="r" b="b"/>
                <a:pathLst>
                  <a:path w="756" h="788" extrusionOk="0">
                    <a:moveTo>
                      <a:pt x="0" y="1"/>
                    </a:moveTo>
                    <a:lnTo>
                      <a:pt x="0" y="662"/>
                    </a:lnTo>
                    <a:cubicBezTo>
                      <a:pt x="220" y="704"/>
                      <a:pt x="472" y="745"/>
                      <a:pt x="734" y="787"/>
                    </a:cubicBezTo>
                    <a:lnTo>
                      <a:pt x="75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Google Shape;1926;p60"/>
              <p:cNvSpPr/>
              <p:nvPr/>
            </p:nvSpPr>
            <p:spPr>
              <a:xfrm>
                <a:off x="3929437" y="1025635"/>
                <a:ext cx="76515" cy="32983"/>
              </a:xfrm>
              <a:custGeom>
                <a:avLst/>
                <a:gdLst/>
                <a:ahLst/>
                <a:cxnLst/>
                <a:rect l="l" t="t" r="r" b="b"/>
                <a:pathLst>
                  <a:path w="515" h="222" extrusionOk="0">
                    <a:moveTo>
                      <a:pt x="514" y="1"/>
                    </a:moveTo>
                    <a:lnTo>
                      <a:pt x="11" y="22"/>
                    </a:lnTo>
                    <a:lnTo>
                      <a:pt x="0" y="221"/>
                    </a:lnTo>
                    <a:lnTo>
                      <a:pt x="504" y="200"/>
                    </a:lnTo>
                    <a:lnTo>
                      <a:pt x="514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Google Shape;1927;p60"/>
              <p:cNvSpPr/>
              <p:nvPr/>
            </p:nvSpPr>
            <p:spPr>
              <a:xfrm>
                <a:off x="3930922" y="1203329"/>
                <a:ext cx="71909" cy="32835"/>
              </a:xfrm>
              <a:custGeom>
                <a:avLst/>
                <a:gdLst/>
                <a:ahLst/>
                <a:cxnLst/>
                <a:rect l="l" t="t" r="r" b="b"/>
                <a:pathLst>
                  <a:path w="484" h="221" extrusionOk="0">
                    <a:moveTo>
                      <a:pt x="483" y="0"/>
                    </a:moveTo>
                    <a:lnTo>
                      <a:pt x="11" y="21"/>
                    </a:lnTo>
                    <a:lnTo>
                      <a:pt x="1" y="220"/>
                    </a:lnTo>
                    <a:lnTo>
                      <a:pt x="473" y="200"/>
                    </a:lnTo>
                    <a:lnTo>
                      <a:pt x="483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Google Shape;1928;p60"/>
              <p:cNvSpPr/>
              <p:nvPr/>
            </p:nvSpPr>
            <p:spPr>
              <a:xfrm>
                <a:off x="4049336" y="863689"/>
                <a:ext cx="101475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683" h="2549" extrusionOk="0">
                    <a:moveTo>
                      <a:pt x="1" y="0"/>
                    </a:moveTo>
                    <a:lnTo>
                      <a:pt x="32" y="2548"/>
                    </a:lnTo>
                    <a:lnTo>
                      <a:pt x="683" y="2548"/>
                    </a:lnTo>
                    <a:lnTo>
                      <a:pt x="54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Google Shape;1929;p60"/>
              <p:cNvSpPr/>
              <p:nvPr/>
            </p:nvSpPr>
            <p:spPr>
              <a:xfrm>
                <a:off x="4155269" y="863689"/>
                <a:ext cx="88995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599" h="2549" extrusionOk="0">
                    <a:moveTo>
                      <a:pt x="22" y="0"/>
                    </a:moveTo>
                    <a:lnTo>
                      <a:pt x="1" y="2548"/>
                    </a:lnTo>
                    <a:lnTo>
                      <a:pt x="536" y="2548"/>
                    </a:lnTo>
                    <a:lnTo>
                      <a:pt x="59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Google Shape;1930;p60"/>
              <p:cNvSpPr/>
              <p:nvPr/>
            </p:nvSpPr>
            <p:spPr>
              <a:xfrm>
                <a:off x="4049336" y="863689"/>
                <a:ext cx="95235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641" h="1804" extrusionOk="0">
                    <a:moveTo>
                      <a:pt x="1" y="0"/>
                    </a:moveTo>
                    <a:lnTo>
                      <a:pt x="22" y="1804"/>
                    </a:lnTo>
                    <a:lnTo>
                      <a:pt x="64" y="1804"/>
                    </a:lnTo>
                    <a:cubicBezTo>
                      <a:pt x="263" y="1793"/>
                      <a:pt x="452" y="1783"/>
                      <a:pt x="641" y="1772"/>
                    </a:cubicBezTo>
                    <a:lnTo>
                      <a:pt x="54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Google Shape;1931;p60"/>
              <p:cNvSpPr/>
              <p:nvPr/>
            </p:nvSpPr>
            <p:spPr>
              <a:xfrm>
                <a:off x="4156903" y="863689"/>
                <a:ext cx="87361" cy="261785"/>
              </a:xfrm>
              <a:custGeom>
                <a:avLst/>
                <a:gdLst/>
                <a:ahLst/>
                <a:cxnLst/>
                <a:rect l="l" t="t" r="r" b="b"/>
                <a:pathLst>
                  <a:path w="588" h="1762" extrusionOk="0">
                    <a:moveTo>
                      <a:pt x="21" y="0"/>
                    </a:moveTo>
                    <a:lnTo>
                      <a:pt x="0" y="1762"/>
                    </a:lnTo>
                    <a:cubicBezTo>
                      <a:pt x="189" y="1730"/>
                      <a:pt x="368" y="1699"/>
                      <a:pt x="556" y="1657"/>
                    </a:cubicBezTo>
                    <a:lnTo>
                      <a:pt x="58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Google Shape;1932;p60"/>
              <p:cNvSpPr/>
              <p:nvPr/>
            </p:nvSpPr>
            <p:spPr>
              <a:xfrm>
                <a:off x="4169384" y="1179854"/>
                <a:ext cx="53040" cy="42343"/>
              </a:xfrm>
              <a:custGeom>
                <a:avLst/>
                <a:gdLst/>
                <a:ahLst/>
                <a:cxnLst/>
                <a:rect l="l" t="t" r="r" b="b"/>
                <a:pathLst>
                  <a:path w="357" h="285" extrusionOk="0">
                    <a:moveTo>
                      <a:pt x="0" y="1"/>
                    </a:moveTo>
                    <a:lnTo>
                      <a:pt x="11" y="284"/>
                    </a:lnTo>
                    <a:lnTo>
                      <a:pt x="357" y="284"/>
                    </a:lnTo>
                    <a:lnTo>
                      <a:pt x="346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Google Shape;1933;p60"/>
              <p:cNvSpPr/>
              <p:nvPr/>
            </p:nvSpPr>
            <p:spPr>
              <a:xfrm>
                <a:off x="4096137" y="1195455"/>
                <a:ext cx="9509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64" h="117" extrusionOk="0">
                    <a:moveTo>
                      <a:pt x="32" y="1"/>
                    </a:moveTo>
                    <a:cubicBezTo>
                      <a:pt x="11" y="1"/>
                      <a:pt x="1" y="22"/>
                      <a:pt x="1" y="53"/>
                    </a:cubicBezTo>
                    <a:cubicBezTo>
                      <a:pt x="1" y="85"/>
                      <a:pt x="11" y="116"/>
                      <a:pt x="32" y="116"/>
                    </a:cubicBezTo>
                    <a:cubicBezTo>
                      <a:pt x="42" y="116"/>
                      <a:pt x="63" y="85"/>
                      <a:pt x="63" y="53"/>
                    </a:cubicBezTo>
                    <a:cubicBezTo>
                      <a:pt x="63" y="22"/>
                      <a:pt x="53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Google Shape;1934;p60"/>
              <p:cNvSpPr/>
              <p:nvPr/>
            </p:nvSpPr>
            <p:spPr>
              <a:xfrm>
                <a:off x="4086777" y="935302"/>
                <a:ext cx="9509" cy="15749"/>
              </a:xfrm>
              <a:custGeom>
                <a:avLst/>
                <a:gdLst/>
                <a:ahLst/>
                <a:cxnLst/>
                <a:rect l="l" t="t" r="r" b="b"/>
                <a:pathLst>
                  <a:path w="64" h="106" extrusionOk="0">
                    <a:moveTo>
                      <a:pt x="32" y="1"/>
                    </a:moveTo>
                    <a:cubicBezTo>
                      <a:pt x="11" y="1"/>
                      <a:pt x="1" y="22"/>
                      <a:pt x="1" y="53"/>
                    </a:cubicBezTo>
                    <a:cubicBezTo>
                      <a:pt x="1" y="85"/>
                      <a:pt x="11" y="105"/>
                      <a:pt x="32" y="105"/>
                    </a:cubicBezTo>
                    <a:cubicBezTo>
                      <a:pt x="53" y="105"/>
                      <a:pt x="64" y="85"/>
                      <a:pt x="64" y="53"/>
                    </a:cubicBezTo>
                    <a:cubicBezTo>
                      <a:pt x="64" y="22"/>
                      <a:pt x="53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Google Shape;1935;p60"/>
              <p:cNvSpPr/>
              <p:nvPr/>
            </p:nvSpPr>
            <p:spPr>
              <a:xfrm>
                <a:off x="4189590" y="1140928"/>
                <a:ext cx="11143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75" h="127" extrusionOk="0">
                    <a:moveTo>
                      <a:pt x="32" y="1"/>
                    </a:moveTo>
                    <a:cubicBezTo>
                      <a:pt x="11" y="1"/>
                      <a:pt x="1" y="22"/>
                      <a:pt x="1" y="64"/>
                    </a:cubicBezTo>
                    <a:cubicBezTo>
                      <a:pt x="1" y="95"/>
                      <a:pt x="11" y="127"/>
                      <a:pt x="32" y="127"/>
                    </a:cubicBezTo>
                    <a:cubicBezTo>
                      <a:pt x="53" y="127"/>
                      <a:pt x="74" y="95"/>
                      <a:pt x="74" y="64"/>
                    </a:cubicBezTo>
                    <a:cubicBezTo>
                      <a:pt x="74" y="22"/>
                      <a:pt x="64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Google Shape;1936;p60"/>
              <p:cNvSpPr/>
              <p:nvPr/>
            </p:nvSpPr>
            <p:spPr>
              <a:xfrm>
                <a:off x="2860596" y="863689"/>
                <a:ext cx="112321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756" h="2549" extrusionOk="0">
                    <a:moveTo>
                      <a:pt x="1" y="0"/>
                    </a:moveTo>
                    <a:lnTo>
                      <a:pt x="22" y="2548"/>
                    </a:lnTo>
                    <a:lnTo>
                      <a:pt x="756" y="2548"/>
                    </a:lnTo>
                    <a:lnTo>
                      <a:pt x="5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Google Shape;1937;p60"/>
              <p:cNvSpPr/>
              <p:nvPr/>
            </p:nvSpPr>
            <p:spPr>
              <a:xfrm>
                <a:off x="2977523" y="863689"/>
                <a:ext cx="98206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661" h="2549" extrusionOk="0">
                    <a:moveTo>
                      <a:pt x="21" y="0"/>
                    </a:moveTo>
                    <a:lnTo>
                      <a:pt x="0" y="2548"/>
                    </a:lnTo>
                    <a:lnTo>
                      <a:pt x="598" y="2548"/>
                    </a:lnTo>
                    <a:lnTo>
                      <a:pt x="66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Google Shape;1938;p60"/>
              <p:cNvSpPr/>
              <p:nvPr/>
            </p:nvSpPr>
            <p:spPr>
              <a:xfrm>
                <a:off x="2673690" y="894741"/>
                <a:ext cx="96721" cy="347660"/>
              </a:xfrm>
              <a:custGeom>
                <a:avLst/>
                <a:gdLst/>
                <a:ahLst/>
                <a:cxnLst/>
                <a:rect l="l" t="t" r="r" b="b"/>
                <a:pathLst>
                  <a:path w="651" h="2340" extrusionOk="0">
                    <a:moveTo>
                      <a:pt x="1" y="1"/>
                    </a:moveTo>
                    <a:lnTo>
                      <a:pt x="11" y="2339"/>
                    </a:lnTo>
                    <a:lnTo>
                      <a:pt x="651" y="2339"/>
                    </a:lnTo>
                    <a:lnTo>
                      <a:pt x="588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Google Shape;1939;p60"/>
              <p:cNvSpPr/>
              <p:nvPr/>
            </p:nvSpPr>
            <p:spPr>
              <a:xfrm>
                <a:off x="2778137" y="863689"/>
                <a:ext cx="70126" cy="266539"/>
              </a:xfrm>
              <a:custGeom>
                <a:avLst/>
                <a:gdLst/>
                <a:ahLst/>
                <a:cxnLst/>
                <a:rect l="l" t="t" r="r" b="b"/>
                <a:pathLst>
                  <a:path w="472" h="1794" extrusionOk="0">
                    <a:moveTo>
                      <a:pt x="0" y="0"/>
                    </a:moveTo>
                    <a:lnTo>
                      <a:pt x="11" y="1772"/>
                    </a:lnTo>
                    <a:cubicBezTo>
                      <a:pt x="157" y="1783"/>
                      <a:pt x="315" y="1793"/>
                      <a:pt x="472" y="1793"/>
                    </a:cubicBezTo>
                    <a:lnTo>
                      <a:pt x="3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Google Shape;1940;p60"/>
              <p:cNvSpPr/>
              <p:nvPr/>
            </p:nvSpPr>
            <p:spPr>
              <a:xfrm>
                <a:off x="2860596" y="863689"/>
                <a:ext cx="104595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704" h="1804" extrusionOk="0">
                    <a:moveTo>
                      <a:pt x="1" y="0"/>
                    </a:moveTo>
                    <a:lnTo>
                      <a:pt x="22" y="1804"/>
                    </a:lnTo>
                    <a:lnTo>
                      <a:pt x="64" y="1804"/>
                    </a:lnTo>
                    <a:cubicBezTo>
                      <a:pt x="284" y="1804"/>
                      <a:pt x="504" y="1783"/>
                      <a:pt x="703" y="1772"/>
                    </a:cubicBezTo>
                    <a:lnTo>
                      <a:pt x="5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Google Shape;1941;p60"/>
              <p:cNvSpPr/>
              <p:nvPr/>
            </p:nvSpPr>
            <p:spPr>
              <a:xfrm>
                <a:off x="2979009" y="863689"/>
                <a:ext cx="96721" cy="261785"/>
              </a:xfrm>
              <a:custGeom>
                <a:avLst/>
                <a:gdLst/>
                <a:ahLst/>
                <a:cxnLst/>
                <a:rect l="l" t="t" r="r" b="b"/>
                <a:pathLst>
                  <a:path w="651" h="1762" extrusionOk="0">
                    <a:moveTo>
                      <a:pt x="11" y="0"/>
                    </a:moveTo>
                    <a:lnTo>
                      <a:pt x="1" y="1762"/>
                    </a:lnTo>
                    <a:cubicBezTo>
                      <a:pt x="211" y="1730"/>
                      <a:pt x="410" y="1699"/>
                      <a:pt x="609" y="1657"/>
                    </a:cubicBezTo>
                    <a:lnTo>
                      <a:pt x="65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Google Shape;1942;p60"/>
              <p:cNvSpPr/>
              <p:nvPr/>
            </p:nvSpPr>
            <p:spPr>
              <a:xfrm>
                <a:off x="2673690" y="894741"/>
                <a:ext cx="93601" cy="23073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53" extrusionOk="0">
                    <a:moveTo>
                      <a:pt x="1" y="1"/>
                    </a:moveTo>
                    <a:lnTo>
                      <a:pt x="11" y="1448"/>
                    </a:lnTo>
                    <a:cubicBezTo>
                      <a:pt x="210" y="1501"/>
                      <a:pt x="420" y="1532"/>
                      <a:pt x="630" y="1553"/>
                    </a:cubicBezTo>
                    <a:lnTo>
                      <a:pt x="588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Google Shape;1943;p60"/>
              <p:cNvSpPr/>
              <p:nvPr/>
            </p:nvSpPr>
            <p:spPr>
              <a:xfrm>
                <a:off x="2686170" y="913462"/>
                <a:ext cx="64035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431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430" y="158"/>
                    </a:lnTo>
                    <a:lnTo>
                      <a:pt x="42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Google Shape;1944;p60"/>
              <p:cNvSpPr/>
              <p:nvPr/>
            </p:nvSpPr>
            <p:spPr>
              <a:xfrm>
                <a:off x="2687656" y="952388"/>
                <a:ext cx="62549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421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420" y="158"/>
                    </a:lnTo>
                    <a:lnTo>
                      <a:pt x="42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Google Shape;1945;p60"/>
              <p:cNvSpPr/>
              <p:nvPr/>
            </p:nvSpPr>
            <p:spPr>
              <a:xfrm>
                <a:off x="2684536" y="1201695"/>
                <a:ext cx="70275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473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473" y="137"/>
                    </a:lnTo>
                    <a:lnTo>
                      <a:pt x="47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Google Shape;1946;p60"/>
              <p:cNvSpPr/>
              <p:nvPr/>
            </p:nvSpPr>
            <p:spPr>
              <a:xfrm>
                <a:off x="2807703" y="1198575"/>
                <a:ext cx="1099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74" h="117" extrusionOk="0">
                    <a:moveTo>
                      <a:pt x="32" y="1"/>
                    </a:moveTo>
                    <a:cubicBezTo>
                      <a:pt x="11" y="1"/>
                      <a:pt x="0" y="22"/>
                      <a:pt x="0" y="53"/>
                    </a:cubicBezTo>
                    <a:cubicBezTo>
                      <a:pt x="0" y="85"/>
                      <a:pt x="11" y="116"/>
                      <a:pt x="32" y="116"/>
                    </a:cubicBezTo>
                    <a:cubicBezTo>
                      <a:pt x="53" y="116"/>
                      <a:pt x="74" y="85"/>
                      <a:pt x="74" y="53"/>
                    </a:cubicBezTo>
                    <a:cubicBezTo>
                      <a:pt x="74" y="22"/>
                      <a:pt x="53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Google Shape;1947;p60"/>
              <p:cNvSpPr/>
              <p:nvPr/>
            </p:nvSpPr>
            <p:spPr>
              <a:xfrm>
                <a:off x="2993124" y="1179854"/>
                <a:ext cx="59280" cy="42343"/>
              </a:xfrm>
              <a:custGeom>
                <a:avLst/>
                <a:gdLst/>
                <a:ahLst/>
                <a:cxnLst/>
                <a:rect l="l" t="t" r="r" b="b"/>
                <a:pathLst>
                  <a:path w="399" h="285" extrusionOk="0">
                    <a:moveTo>
                      <a:pt x="0" y="1"/>
                    </a:moveTo>
                    <a:lnTo>
                      <a:pt x="11" y="284"/>
                    </a:lnTo>
                    <a:lnTo>
                      <a:pt x="399" y="284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Google Shape;1948;p60"/>
              <p:cNvSpPr/>
              <p:nvPr/>
            </p:nvSpPr>
            <p:spPr>
              <a:xfrm>
                <a:off x="2910517" y="1195455"/>
                <a:ext cx="1099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74" h="117" extrusionOk="0">
                    <a:moveTo>
                      <a:pt x="42" y="1"/>
                    </a:moveTo>
                    <a:cubicBezTo>
                      <a:pt x="21" y="1"/>
                      <a:pt x="0" y="22"/>
                      <a:pt x="0" y="53"/>
                    </a:cubicBezTo>
                    <a:cubicBezTo>
                      <a:pt x="0" y="85"/>
                      <a:pt x="21" y="116"/>
                      <a:pt x="42" y="116"/>
                    </a:cubicBezTo>
                    <a:cubicBezTo>
                      <a:pt x="63" y="116"/>
                      <a:pt x="74" y="85"/>
                      <a:pt x="74" y="53"/>
                    </a:cubicBezTo>
                    <a:cubicBezTo>
                      <a:pt x="74" y="22"/>
                      <a:pt x="6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Google Shape;1949;p60"/>
              <p:cNvSpPr/>
              <p:nvPr/>
            </p:nvSpPr>
            <p:spPr>
              <a:xfrm>
                <a:off x="2901156" y="935302"/>
                <a:ext cx="12629" cy="15749"/>
              </a:xfrm>
              <a:custGeom>
                <a:avLst/>
                <a:gdLst/>
                <a:ahLst/>
                <a:cxnLst/>
                <a:rect l="l" t="t" r="r" b="b"/>
                <a:pathLst>
                  <a:path w="85" h="106" extrusionOk="0">
                    <a:moveTo>
                      <a:pt x="42" y="1"/>
                    </a:moveTo>
                    <a:cubicBezTo>
                      <a:pt x="21" y="1"/>
                      <a:pt x="1" y="22"/>
                      <a:pt x="1" y="53"/>
                    </a:cubicBezTo>
                    <a:cubicBezTo>
                      <a:pt x="1" y="85"/>
                      <a:pt x="21" y="105"/>
                      <a:pt x="42" y="105"/>
                    </a:cubicBezTo>
                    <a:cubicBezTo>
                      <a:pt x="63" y="105"/>
                      <a:pt x="84" y="85"/>
                      <a:pt x="84" y="53"/>
                    </a:cubicBezTo>
                    <a:cubicBezTo>
                      <a:pt x="84" y="22"/>
                      <a:pt x="6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Google Shape;1950;p60"/>
              <p:cNvSpPr/>
              <p:nvPr/>
            </p:nvSpPr>
            <p:spPr>
              <a:xfrm>
                <a:off x="3014964" y="1140928"/>
                <a:ext cx="14114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95" h="127" extrusionOk="0">
                    <a:moveTo>
                      <a:pt x="42" y="1"/>
                    </a:moveTo>
                    <a:cubicBezTo>
                      <a:pt x="21" y="1"/>
                      <a:pt x="0" y="22"/>
                      <a:pt x="0" y="64"/>
                    </a:cubicBezTo>
                    <a:cubicBezTo>
                      <a:pt x="0" y="95"/>
                      <a:pt x="21" y="127"/>
                      <a:pt x="42" y="127"/>
                    </a:cubicBezTo>
                    <a:cubicBezTo>
                      <a:pt x="73" y="127"/>
                      <a:pt x="94" y="95"/>
                      <a:pt x="94" y="64"/>
                    </a:cubicBezTo>
                    <a:cubicBezTo>
                      <a:pt x="94" y="22"/>
                      <a:pt x="7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Google Shape;1951;p60"/>
              <p:cNvSpPr/>
              <p:nvPr/>
            </p:nvSpPr>
            <p:spPr>
              <a:xfrm>
                <a:off x="3376296" y="863689"/>
                <a:ext cx="106081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714" h="2549" extrusionOk="0">
                    <a:moveTo>
                      <a:pt x="85" y="0"/>
                    </a:moveTo>
                    <a:lnTo>
                      <a:pt x="1" y="2548"/>
                    </a:lnTo>
                    <a:lnTo>
                      <a:pt x="714" y="2548"/>
                    </a:lnTo>
                    <a:lnTo>
                      <a:pt x="67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Google Shape;1952;p60"/>
              <p:cNvSpPr/>
              <p:nvPr/>
            </p:nvSpPr>
            <p:spPr>
              <a:xfrm>
                <a:off x="3094303" y="967988"/>
                <a:ext cx="112321" cy="274413"/>
              </a:xfrm>
              <a:custGeom>
                <a:avLst/>
                <a:gdLst/>
                <a:ahLst/>
                <a:cxnLst/>
                <a:rect l="l" t="t" r="r" b="b"/>
                <a:pathLst>
                  <a:path w="756" h="1847" extrusionOk="0">
                    <a:moveTo>
                      <a:pt x="1" y="1"/>
                    </a:moveTo>
                    <a:lnTo>
                      <a:pt x="1" y="1846"/>
                    </a:lnTo>
                    <a:lnTo>
                      <a:pt x="714" y="1846"/>
                    </a:lnTo>
                    <a:lnTo>
                      <a:pt x="75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Google Shape;1953;p60"/>
              <p:cNvSpPr/>
              <p:nvPr/>
            </p:nvSpPr>
            <p:spPr>
              <a:xfrm>
                <a:off x="3500949" y="863689"/>
                <a:ext cx="16060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1081" h="2549" extrusionOk="0">
                    <a:moveTo>
                      <a:pt x="64" y="0"/>
                    </a:moveTo>
                    <a:lnTo>
                      <a:pt x="1" y="2548"/>
                    </a:lnTo>
                    <a:lnTo>
                      <a:pt x="1081" y="2548"/>
                    </a:lnTo>
                    <a:lnTo>
                      <a:pt x="95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Google Shape;1954;p60"/>
              <p:cNvSpPr/>
              <p:nvPr/>
            </p:nvSpPr>
            <p:spPr>
              <a:xfrm>
                <a:off x="3220590" y="894741"/>
                <a:ext cx="141887" cy="347660"/>
              </a:xfrm>
              <a:custGeom>
                <a:avLst/>
                <a:gdLst/>
                <a:ahLst/>
                <a:cxnLst/>
                <a:rect l="l" t="t" r="r" b="b"/>
                <a:pathLst>
                  <a:path w="955" h="2340" extrusionOk="0">
                    <a:moveTo>
                      <a:pt x="74" y="1"/>
                    </a:moveTo>
                    <a:lnTo>
                      <a:pt x="0" y="2339"/>
                    </a:lnTo>
                    <a:lnTo>
                      <a:pt x="954" y="2339"/>
                    </a:lnTo>
                    <a:lnTo>
                      <a:pt x="944" y="32"/>
                    </a:lnTo>
                    <a:lnTo>
                      <a:pt x="7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Google Shape;1955;p60"/>
              <p:cNvSpPr/>
              <p:nvPr/>
            </p:nvSpPr>
            <p:spPr>
              <a:xfrm>
                <a:off x="3381050" y="863689"/>
                <a:ext cx="99841" cy="266539"/>
              </a:xfrm>
              <a:custGeom>
                <a:avLst/>
                <a:gdLst/>
                <a:ahLst/>
                <a:cxnLst/>
                <a:rect l="l" t="t" r="r" b="b"/>
                <a:pathLst>
                  <a:path w="672" h="1794" extrusionOk="0">
                    <a:moveTo>
                      <a:pt x="53" y="0"/>
                    </a:moveTo>
                    <a:lnTo>
                      <a:pt x="0" y="1772"/>
                    </a:lnTo>
                    <a:cubicBezTo>
                      <a:pt x="210" y="1783"/>
                      <a:pt x="441" y="1793"/>
                      <a:pt x="671" y="1793"/>
                    </a:cubicBezTo>
                    <a:lnTo>
                      <a:pt x="64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Google Shape;1956;p60"/>
              <p:cNvSpPr/>
              <p:nvPr/>
            </p:nvSpPr>
            <p:spPr>
              <a:xfrm>
                <a:off x="3094303" y="967988"/>
                <a:ext cx="112321" cy="140401"/>
              </a:xfrm>
              <a:custGeom>
                <a:avLst/>
                <a:gdLst/>
                <a:ahLst/>
                <a:cxnLst/>
                <a:rect l="l" t="t" r="r" b="b"/>
                <a:pathLst>
                  <a:path w="756" h="945" extrusionOk="0">
                    <a:moveTo>
                      <a:pt x="1" y="1"/>
                    </a:moveTo>
                    <a:lnTo>
                      <a:pt x="1" y="787"/>
                    </a:lnTo>
                    <a:cubicBezTo>
                      <a:pt x="232" y="850"/>
                      <a:pt x="473" y="903"/>
                      <a:pt x="735" y="945"/>
                    </a:cubicBezTo>
                    <a:lnTo>
                      <a:pt x="75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Google Shape;1957;p60"/>
              <p:cNvSpPr/>
              <p:nvPr/>
            </p:nvSpPr>
            <p:spPr>
              <a:xfrm>
                <a:off x="3504070" y="863689"/>
                <a:ext cx="151247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1804" extrusionOk="0">
                    <a:moveTo>
                      <a:pt x="43" y="0"/>
                    </a:moveTo>
                    <a:lnTo>
                      <a:pt x="1" y="1804"/>
                    </a:lnTo>
                    <a:lnTo>
                      <a:pt x="74" y="1804"/>
                    </a:lnTo>
                    <a:cubicBezTo>
                      <a:pt x="399" y="1804"/>
                      <a:pt x="714" y="1783"/>
                      <a:pt x="1018" y="1772"/>
                    </a:cubicBezTo>
                    <a:lnTo>
                      <a:pt x="9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Google Shape;1958;p60"/>
              <p:cNvSpPr/>
              <p:nvPr/>
            </p:nvSpPr>
            <p:spPr>
              <a:xfrm>
                <a:off x="3225196" y="894741"/>
                <a:ext cx="135647" cy="230733"/>
              </a:xfrm>
              <a:custGeom>
                <a:avLst/>
                <a:gdLst/>
                <a:ahLst/>
                <a:cxnLst/>
                <a:rect l="l" t="t" r="r" b="b"/>
                <a:pathLst>
                  <a:path w="913" h="1553" extrusionOk="0">
                    <a:moveTo>
                      <a:pt x="43" y="1"/>
                    </a:moveTo>
                    <a:lnTo>
                      <a:pt x="1" y="1448"/>
                    </a:lnTo>
                    <a:cubicBezTo>
                      <a:pt x="284" y="1501"/>
                      <a:pt x="588" y="1532"/>
                      <a:pt x="913" y="1553"/>
                    </a:cubicBezTo>
                    <a:lnTo>
                      <a:pt x="913" y="32"/>
                    </a:lnTo>
                    <a:lnTo>
                      <a:pt x="4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Google Shape;1959;p60"/>
              <p:cNvSpPr/>
              <p:nvPr/>
            </p:nvSpPr>
            <p:spPr>
              <a:xfrm>
                <a:off x="3250157" y="913462"/>
                <a:ext cx="93601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630" y="158"/>
                    </a:lnTo>
                    <a:lnTo>
                      <a:pt x="63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Google Shape;1960;p60"/>
              <p:cNvSpPr/>
              <p:nvPr/>
            </p:nvSpPr>
            <p:spPr>
              <a:xfrm>
                <a:off x="3250157" y="952388"/>
                <a:ext cx="93601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619" y="158"/>
                    </a:lnTo>
                    <a:lnTo>
                      <a:pt x="63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Google Shape;1961;p60"/>
              <p:cNvSpPr/>
              <p:nvPr/>
            </p:nvSpPr>
            <p:spPr>
              <a:xfrm>
                <a:off x="3234556" y="1201695"/>
                <a:ext cx="106081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714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703" y="137"/>
                    </a:lnTo>
                    <a:lnTo>
                      <a:pt x="714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Google Shape;1962;p60"/>
              <p:cNvSpPr/>
              <p:nvPr/>
            </p:nvSpPr>
            <p:spPr>
              <a:xfrm>
                <a:off x="3416857" y="1198575"/>
                <a:ext cx="1723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17" extrusionOk="0">
                    <a:moveTo>
                      <a:pt x="63" y="1"/>
                    </a:moveTo>
                    <a:cubicBezTo>
                      <a:pt x="32" y="1"/>
                      <a:pt x="0" y="22"/>
                      <a:pt x="0" y="53"/>
                    </a:cubicBezTo>
                    <a:cubicBezTo>
                      <a:pt x="0" y="85"/>
                      <a:pt x="21" y="116"/>
                      <a:pt x="53" y="116"/>
                    </a:cubicBezTo>
                    <a:cubicBezTo>
                      <a:pt x="84" y="116"/>
                      <a:pt x="116" y="85"/>
                      <a:pt x="116" y="53"/>
                    </a:cubicBezTo>
                    <a:cubicBezTo>
                      <a:pt x="116" y="22"/>
                      <a:pt x="95" y="1"/>
                      <a:pt x="63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Google Shape;1963;p60"/>
              <p:cNvSpPr/>
              <p:nvPr/>
            </p:nvSpPr>
            <p:spPr>
              <a:xfrm>
                <a:off x="3105297" y="982103"/>
                <a:ext cx="76515" cy="39075"/>
              </a:xfrm>
              <a:custGeom>
                <a:avLst/>
                <a:gdLst/>
                <a:ahLst/>
                <a:cxnLst/>
                <a:rect l="l" t="t" r="r" b="b"/>
                <a:pathLst>
                  <a:path w="515" h="263" extrusionOk="0">
                    <a:moveTo>
                      <a:pt x="514" y="0"/>
                    </a:moveTo>
                    <a:lnTo>
                      <a:pt x="11" y="21"/>
                    </a:lnTo>
                    <a:lnTo>
                      <a:pt x="0" y="262"/>
                    </a:lnTo>
                    <a:lnTo>
                      <a:pt x="514" y="241"/>
                    </a:lnTo>
                    <a:lnTo>
                      <a:pt x="514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Google Shape;1964;p60"/>
              <p:cNvSpPr/>
              <p:nvPr/>
            </p:nvSpPr>
            <p:spPr>
              <a:xfrm>
                <a:off x="3106783" y="1195455"/>
                <a:ext cx="71909" cy="39223"/>
              </a:xfrm>
              <a:custGeom>
                <a:avLst/>
                <a:gdLst/>
                <a:ahLst/>
                <a:cxnLst/>
                <a:rect l="l" t="t" r="r" b="b"/>
                <a:pathLst>
                  <a:path w="484" h="264" extrusionOk="0">
                    <a:moveTo>
                      <a:pt x="483" y="1"/>
                    </a:moveTo>
                    <a:lnTo>
                      <a:pt x="11" y="22"/>
                    </a:lnTo>
                    <a:lnTo>
                      <a:pt x="1" y="263"/>
                    </a:lnTo>
                    <a:lnTo>
                      <a:pt x="483" y="242"/>
                    </a:lnTo>
                    <a:lnTo>
                      <a:pt x="48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Google Shape;1965;p60"/>
              <p:cNvSpPr/>
              <p:nvPr/>
            </p:nvSpPr>
            <p:spPr>
              <a:xfrm>
                <a:off x="3571076" y="1195455"/>
                <a:ext cx="1723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17" extrusionOk="0">
                    <a:moveTo>
                      <a:pt x="64" y="1"/>
                    </a:moveTo>
                    <a:cubicBezTo>
                      <a:pt x="32" y="1"/>
                      <a:pt x="1" y="22"/>
                      <a:pt x="1" y="53"/>
                    </a:cubicBezTo>
                    <a:cubicBezTo>
                      <a:pt x="1" y="85"/>
                      <a:pt x="22" y="116"/>
                      <a:pt x="53" y="116"/>
                    </a:cubicBezTo>
                    <a:cubicBezTo>
                      <a:pt x="85" y="116"/>
                      <a:pt x="116" y="85"/>
                      <a:pt x="116" y="53"/>
                    </a:cubicBezTo>
                    <a:cubicBezTo>
                      <a:pt x="116" y="22"/>
                      <a:pt x="95" y="1"/>
                      <a:pt x="64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Google Shape;1966;p60"/>
              <p:cNvSpPr/>
              <p:nvPr/>
            </p:nvSpPr>
            <p:spPr>
              <a:xfrm>
                <a:off x="3566471" y="935302"/>
                <a:ext cx="17234" cy="15749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06" extrusionOk="0">
                    <a:moveTo>
                      <a:pt x="63" y="1"/>
                    </a:moveTo>
                    <a:cubicBezTo>
                      <a:pt x="32" y="1"/>
                      <a:pt x="11" y="22"/>
                      <a:pt x="11" y="53"/>
                    </a:cubicBezTo>
                    <a:cubicBezTo>
                      <a:pt x="0" y="85"/>
                      <a:pt x="32" y="105"/>
                      <a:pt x="63" y="105"/>
                    </a:cubicBezTo>
                    <a:cubicBezTo>
                      <a:pt x="95" y="105"/>
                      <a:pt x="116" y="85"/>
                      <a:pt x="116" y="53"/>
                    </a:cubicBezTo>
                    <a:cubicBezTo>
                      <a:pt x="116" y="22"/>
                      <a:pt x="95" y="1"/>
                      <a:pt x="63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Google Shape;1967;p60"/>
              <p:cNvSpPr/>
              <p:nvPr/>
            </p:nvSpPr>
            <p:spPr>
              <a:xfrm>
                <a:off x="2080137" y="863689"/>
                <a:ext cx="11068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745" h="2549" extrusionOk="0">
                    <a:moveTo>
                      <a:pt x="0" y="0"/>
                    </a:moveTo>
                    <a:lnTo>
                      <a:pt x="32" y="2548"/>
                    </a:lnTo>
                    <a:lnTo>
                      <a:pt x="745" y="2548"/>
                    </a:lnTo>
                    <a:lnTo>
                      <a:pt x="58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Google Shape;1968;p60"/>
              <p:cNvSpPr/>
              <p:nvPr/>
            </p:nvSpPr>
            <p:spPr>
              <a:xfrm>
                <a:off x="1790269" y="967988"/>
                <a:ext cx="118561" cy="274413"/>
              </a:xfrm>
              <a:custGeom>
                <a:avLst/>
                <a:gdLst/>
                <a:ahLst/>
                <a:cxnLst/>
                <a:rect l="l" t="t" r="r" b="b"/>
                <a:pathLst>
                  <a:path w="798" h="1847" extrusionOk="0">
                    <a:moveTo>
                      <a:pt x="1" y="1"/>
                    </a:moveTo>
                    <a:lnTo>
                      <a:pt x="85" y="1846"/>
                    </a:lnTo>
                    <a:lnTo>
                      <a:pt x="798" y="1846"/>
                    </a:lnTo>
                    <a:lnTo>
                      <a:pt x="76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Google Shape;1969;p60"/>
              <p:cNvSpPr/>
              <p:nvPr/>
            </p:nvSpPr>
            <p:spPr>
              <a:xfrm>
                <a:off x="2203156" y="863689"/>
                <a:ext cx="16684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1123" h="2549" extrusionOk="0">
                    <a:moveTo>
                      <a:pt x="1" y="0"/>
                    </a:moveTo>
                    <a:lnTo>
                      <a:pt x="43" y="2548"/>
                    </a:lnTo>
                    <a:lnTo>
                      <a:pt x="1123" y="2548"/>
                    </a:lnTo>
                    <a:lnTo>
                      <a:pt x="89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Google Shape;1970;p60"/>
              <p:cNvSpPr/>
              <p:nvPr/>
            </p:nvSpPr>
            <p:spPr>
              <a:xfrm>
                <a:off x="2377730" y="863689"/>
                <a:ext cx="14500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976" h="2549" extrusionOk="0">
                    <a:moveTo>
                      <a:pt x="32" y="0"/>
                    </a:moveTo>
                    <a:lnTo>
                      <a:pt x="0" y="2548"/>
                    </a:lnTo>
                    <a:lnTo>
                      <a:pt x="891" y="2548"/>
                    </a:lnTo>
                    <a:lnTo>
                      <a:pt x="97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Google Shape;1971;p60"/>
              <p:cNvSpPr/>
              <p:nvPr/>
            </p:nvSpPr>
            <p:spPr>
              <a:xfrm>
                <a:off x="1924283" y="894741"/>
                <a:ext cx="146641" cy="347660"/>
              </a:xfrm>
              <a:custGeom>
                <a:avLst/>
                <a:gdLst/>
                <a:ahLst/>
                <a:cxnLst/>
                <a:rect l="l" t="t" r="r" b="b"/>
                <a:pathLst>
                  <a:path w="987" h="2340" extrusionOk="0">
                    <a:moveTo>
                      <a:pt x="1" y="1"/>
                    </a:moveTo>
                    <a:lnTo>
                      <a:pt x="32" y="2339"/>
                    </a:lnTo>
                    <a:lnTo>
                      <a:pt x="986" y="2339"/>
                    </a:lnTo>
                    <a:lnTo>
                      <a:pt x="881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Google Shape;1972;p60"/>
              <p:cNvSpPr/>
              <p:nvPr/>
            </p:nvSpPr>
            <p:spPr>
              <a:xfrm>
                <a:off x="2080137" y="863689"/>
                <a:ext cx="104446" cy="266539"/>
              </a:xfrm>
              <a:custGeom>
                <a:avLst/>
                <a:gdLst/>
                <a:ahLst/>
                <a:cxnLst/>
                <a:rect l="l" t="t" r="r" b="b"/>
                <a:pathLst>
                  <a:path w="703" h="1794" extrusionOk="0">
                    <a:moveTo>
                      <a:pt x="0" y="0"/>
                    </a:moveTo>
                    <a:lnTo>
                      <a:pt x="21" y="1772"/>
                    </a:lnTo>
                    <a:cubicBezTo>
                      <a:pt x="241" y="1783"/>
                      <a:pt x="472" y="1793"/>
                      <a:pt x="703" y="1793"/>
                    </a:cubicBezTo>
                    <a:lnTo>
                      <a:pt x="58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Google Shape;1973;p60"/>
              <p:cNvSpPr/>
              <p:nvPr/>
            </p:nvSpPr>
            <p:spPr>
              <a:xfrm>
                <a:off x="1790269" y="967988"/>
                <a:ext cx="115441" cy="140401"/>
              </a:xfrm>
              <a:custGeom>
                <a:avLst/>
                <a:gdLst/>
                <a:ahLst/>
                <a:cxnLst/>
                <a:rect l="l" t="t" r="r" b="b"/>
                <a:pathLst>
                  <a:path w="777" h="945" extrusionOk="0">
                    <a:moveTo>
                      <a:pt x="1" y="1"/>
                    </a:moveTo>
                    <a:lnTo>
                      <a:pt x="43" y="787"/>
                    </a:lnTo>
                    <a:cubicBezTo>
                      <a:pt x="263" y="850"/>
                      <a:pt x="515" y="903"/>
                      <a:pt x="777" y="945"/>
                    </a:cubicBezTo>
                    <a:lnTo>
                      <a:pt x="76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Google Shape;1974;p60"/>
              <p:cNvSpPr/>
              <p:nvPr/>
            </p:nvSpPr>
            <p:spPr>
              <a:xfrm>
                <a:off x="2203156" y="863689"/>
                <a:ext cx="156001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1050" h="1804" extrusionOk="0">
                    <a:moveTo>
                      <a:pt x="1" y="0"/>
                    </a:moveTo>
                    <a:lnTo>
                      <a:pt x="32" y="1804"/>
                    </a:lnTo>
                    <a:lnTo>
                      <a:pt x="105" y="1804"/>
                    </a:lnTo>
                    <a:cubicBezTo>
                      <a:pt x="431" y="1804"/>
                      <a:pt x="745" y="1783"/>
                      <a:pt x="1049" y="1772"/>
                    </a:cubicBezTo>
                    <a:lnTo>
                      <a:pt x="89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Google Shape;1975;p60"/>
              <p:cNvSpPr/>
              <p:nvPr/>
            </p:nvSpPr>
            <p:spPr>
              <a:xfrm>
                <a:off x="2379216" y="863689"/>
                <a:ext cx="145007" cy="261785"/>
              </a:xfrm>
              <a:custGeom>
                <a:avLst/>
                <a:gdLst/>
                <a:ahLst/>
                <a:cxnLst/>
                <a:rect l="l" t="t" r="r" b="b"/>
                <a:pathLst>
                  <a:path w="976" h="1762" extrusionOk="0">
                    <a:moveTo>
                      <a:pt x="22" y="0"/>
                    </a:moveTo>
                    <a:lnTo>
                      <a:pt x="1" y="1762"/>
                    </a:lnTo>
                    <a:cubicBezTo>
                      <a:pt x="315" y="1730"/>
                      <a:pt x="619" y="1699"/>
                      <a:pt x="913" y="1657"/>
                    </a:cubicBezTo>
                    <a:lnTo>
                      <a:pt x="97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Google Shape;1976;p60"/>
              <p:cNvSpPr/>
              <p:nvPr/>
            </p:nvSpPr>
            <p:spPr>
              <a:xfrm>
                <a:off x="1924283" y="894741"/>
                <a:ext cx="140401" cy="230733"/>
              </a:xfrm>
              <a:custGeom>
                <a:avLst/>
                <a:gdLst/>
                <a:ahLst/>
                <a:cxnLst/>
                <a:rect l="l" t="t" r="r" b="b"/>
                <a:pathLst>
                  <a:path w="945" h="1553" extrusionOk="0">
                    <a:moveTo>
                      <a:pt x="1" y="1"/>
                    </a:moveTo>
                    <a:lnTo>
                      <a:pt x="22" y="1448"/>
                    </a:lnTo>
                    <a:cubicBezTo>
                      <a:pt x="315" y="1501"/>
                      <a:pt x="619" y="1532"/>
                      <a:pt x="944" y="1553"/>
                    </a:cubicBezTo>
                    <a:lnTo>
                      <a:pt x="881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Google Shape;1977;p60"/>
              <p:cNvSpPr/>
              <p:nvPr/>
            </p:nvSpPr>
            <p:spPr>
              <a:xfrm>
                <a:off x="1944489" y="913462"/>
                <a:ext cx="93749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1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630" y="158"/>
                    </a:lnTo>
                    <a:lnTo>
                      <a:pt x="62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Google Shape;1978;p60"/>
              <p:cNvSpPr/>
              <p:nvPr/>
            </p:nvSpPr>
            <p:spPr>
              <a:xfrm>
                <a:off x="1946123" y="952388"/>
                <a:ext cx="93601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630" y="158"/>
                    </a:lnTo>
                    <a:lnTo>
                      <a:pt x="619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Google Shape;1979;p60"/>
              <p:cNvSpPr/>
              <p:nvPr/>
            </p:nvSpPr>
            <p:spPr>
              <a:xfrm>
                <a:off x="1941369" y="1201695"/>
                <a:ext cx="104595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704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704" y="137"/>
                    </a:lnTo>
                    <a:lnTo>
                      <a:pt x="704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Google Shape;1980;p60"/>
              <p:cNvSpPr/>
              <p:nvPr/>
            </p:nvSpPr>
            <p:spPr>
              <a:xfrm>
                <a:off x="2122480" y="1201695"/>
                <a:ext cx="18572" cy="14263"/>
              </a:xfrm>
              <a:custGeom>
                <a:avLst/>
                <a:gdLst/>
                <a:ahLst/>
                <a:cxnLst/>
                <a:rect l="l" t="t" r="r" b="b"/>
                <a:pathLst>
                  <a:path w="125" h="96" extrusionOk="0">
                    <a:moveTo>
                      <a:pt x="104" y="1"/>
                    </a:moveTo>
                    <a:cubicBezTo>
                      <a:pt x="67" y="1"/>
                      <a:pt x="0" y="87"/>
                      <a:pt x="72" y="95"/>
                    </a:cubicBezTo>
                    <a:cubicBezTo>
                      <a:pt x="103" y="95"/>
                      <a:pt x="124" y="64"/>
                      <a:pt x="124" y="32"/>
                    </a:cubicBezTo>
                    <a:cubicBezTo>
                      <a:pt x="124" y="9"/>
                      <a:pt x="116" y="1"/>
                      <a:pt x="104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Google Shape;1981;p60"/>
              <p:cNvSpPr/>
              <p:nvPr/>
            </p:nvSpPr>
            <p:spPr>
              <a:xfrm>
                <a:off x="2401057" y="1179854"/>
                <a:ext cx="85875" cy="42343"/>
              </a:xfrm>
              <a:custGeom>
                <a:avLst/>
                <a:gdLst/>
                <a:ahLst/>
                <a:cxnLst/>
                <a:rect l="l" t="t" r="r" b="b"/>
                <a:pathLst>
                  <a:path w="578" h="285" extrusionOk="0">
                    <a:moveTo>
                      <a:pt x="0" y="1"/>
                    </a:moveTo>
                    <a:lnTo>
                      <a:pt x="11" y="284"/>
                    </a:lnTo>
                    <a:lnTo>
                      <a:pt x="577" y="284"/>
                    </a:lnTo>
                    <a:lnTo>
                      <a:pt x="577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Google Shape;1982;p60"/>
              <p:cNvSpPr/>
              <p:nvPr/>
            </p:nvSpPr>
            <p:spPr>
              <a:xfrm>
                <a:off x="1804384" y="982103"/>
                <a:ext cx="74881" cy="39075"/>
              </a:xfrm>
              <a:custGeom>
                <a:avLst/>
                <a:gdLst/>
                <a:ahLst/>
                <a:cxnLst/>
                <a:rect l="l" t="t" r="r" b="b"/>
                <a:pathLst>
                  <a:path w="504" h="263" extrusionOk="0">
                    <a:moveTo>
                      <a:pt x="503" y="0"/>
                    </a:moveTo>
                    <a:lnTo>
                      <a:pt x="0" y="21"/>
                    </a:lnTo>
                    <a:lnTo>
                      <a:pt x="0" y="262"/>
                    </a:lnTo>
                    <a:lnTo>
                      <a:pt x="503" y="241"/>
                    </a:lnTo>
                    <a:lnTo>
                      <a:pt x="503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Google Shape;1983;p60"/>
              <p:cNvSpPr/>
              <p:nvPr/>
            </p:nvSpPr>
            <p:spPr>
              <a:xfrm>
                <a:off x="1815229" y="1195455"/>
                <a:ext cx="70275" cy="39223"/>
              </a:xfrm>
              <a:custGeom>
                <a:avLst/>
                <a:gdLst/>
                <a:ahLst/>
                <a:cxnLst/>
                <a:rect l="l" t="t" r="r" b="b"/>
                <a:pathLst>
                  <a:path w="473" h="264" extrusionOk="0">
                    <a:moveTo>
                      <a:pt x="472" y="1"/>
                    </a:moveTo>
                    <a:lnTo>
                      <a:pt x="1" y="22"/>
                    </a:lnTo>
                    <a:lnTo>
                      <a:pt x="1" y="263"/>
                    </a:lnTo>
                    <a:lnTo>
                      <a:pt x="472" y="242"/>
                    </a:lnTo>
                    <a:lnTo>
                      <a:pt x="472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Google Shape;1984;p60"/>
              <p:cNvSpPr/>
              <p:nvPr/>
            </p:nvSpPr>
            <p:spPr>
              <a:xfrm>
                <a:off x="2276403" y="1195455"/>
                <a:ext cx="18869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17" extrusionOk="0">
                    <a:moveTo>
                      <a:pt x="56" y="0"/>
                    </a:moveTo>
                    <a:cubicBezTo>
                      <a:pt x="1" y="0"/>
                      <a:pt x="3" y="116"/>
                      <a:pt x="63" y="116"/>
                    </a:cubicBezTo>
                    <a:cubicBezTo>
                      <a:pt x="95" y="116"/>
                      <a:pt x="126" y="85"/>
                      <a:pt x="126" y="53"/>
                    </a:cubicBezTo>
                    <a:cubicBezTo>
                      <a:pt x="126" y="22"/>
                      <a:pt x="95" y="1"/>
                      <a:pt x="63" y="1"/>
                    </a:cubicBezTo>
                    <a:cubicBezTo>
                      <a:pt x="61" y="0"/>
                      <a:pt x="58" y="0"/>
                      <a:pt x="56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Google Shape;1985;p60"/>
              <p:cNvSpPr/>
              <p:nvPr/>
            </p:nvSpPr>
            <p:spPr>
              <a:xfrm>
                <a:off x="2261100" y="938422"/>
                <a:ext cx="18572" cy="12629"/>
              </a:xfrm>
              <a:custGeom>
                <a:avLst/>
                <a:gdLst/>
                <a:ahLst/>
                <a:cxnLst/>
                <a:rect l="l" t="t" r="r" b="b"/>
                <a:pathLst>
                  <a:path w="125" h="85" extrusionOk="0">
                    <a:moveTo>
                      <a:pt x="104" y="0"/>
                    </a:moveTo>
                    <a:cubicBezTo>
                      <a:pt x="67" y="0"/>
                      <a:pt x="1" y="84"/>
                      <a:pt x="72" y="84"/>
                    </a:cubicBezTo>
                    <a:cubicBezTo>
                      <a:pt x="103" y="84"/>
                      <a:pt x="124" y="64"/>
                      <a:pt x="124" y="32"/>
                    </a:cubicBezTo>
                    <a:cubicBezTo>
                      <a:pt x="124" y="9"/>
                      <a:pt x="116" y="0"/>
                      <a:pt x="104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Google Shape;1986;p60"/>
              <p:cNvSpPr/>
              <p:nvPr/>
            </p:nvSpPr>
            <p:spPr>
              <a:xfrm>
                <a:off x="2433743" y="1140928"/>
                <a:ext cx="18869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27" extrusionOk="0">
                    <a:moveTo>
                      <a:pt x="64" y="1"/>
                    </a:moveTo>
                    <a:cubicBezTo>
                      <a:pt x="22" y="1"/>
                      <a:pt x="1" y="22"/>
                      <a:pt x="1" y="64"/>
                    </a:cubicBezTo>
                    <a:cubicBezTo>
                      <a:pt x="1" y="95"/>
                      <a:pt x="22" y="127"/>
                      <a:pt x="64" y="127"/>
                    </a:cubicBezTo>
                    <a:cubicBezTo>
                      <a:pt x="95" y="127"/>
                      <a:pt x="126" y="95"/>
                      <a:pt x="126" y="64"/>
                    </a:cubicBezTo>
                    <a:cubicBezTo>
                      <a:pt x="126" y="22"/>
                      <a:pt x="95" y="1"/>
                      <a:pt x="64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Google Shape;1987;p60"/>
              <p:cNvSpPr/>
              <p:nvPr/>
            </p:nvSpPr>
            <p:spPr>
              <a:xfrm>
                <a:off x="2446966" y="939759"/>
                <a:ext cx="23177" cy="15897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5" y="0"/>
                    </a:moveTo>
                    <a:cubicBezTo>
                      <a:pt x="93" y="0"/>
                      <a:pt x="1" y="107"/>
                      <a:pt x="90" y="107"/>
                    </a:cubicBezTo>
                    <a:cubicBezTo>
                      <a:pt x="121" y="107"/>
                      <a:pt x="153" y="75"/>
                      <a:pt x="153" y="34"/>
                    </a:cubicBezTo>
                    <a:cubicBezTo>
                      <a:pt x="155" y="10"/>
                      <a:pt x="147" y="0"/>
                      <a:pt x="135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988" name="Google Shape;1988;p60"/>
            <p:cNvSpPr/>
            <p:nvPr/>
          </p:nvSpPr>
          <p:spPr>
            <a:xfrm>
              <a:off x="4058696" y="880775"/>
              <a:ext cx="59429" cy="28229"/>
            </a:xfrm>
            <a:custGeom>
              <a:avLst/>
              <a:gdLst/>
              <a:ahLst/>
              <a:cxnLst/>
              <a:rect l="l" t="t" r="r" b="b"/>
              <a:pathLst>
                <a:path w="400" h="190" extrusionOk="0">
                  <a:moveTo>
                    <a:pt x="1" y="1"/>
                  </a:moveTo>
                  <a:lnTo>
                    <a:pt x="1" y="189"/>
                  </a:lnTo>
                  <a:lnTo>
                    <a:pt x="399" y="189"/>
                  </a:lnTo>
                  <a:lnTo>
                    <a:pt x="389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60"/>
            <p:cNvSpPr/>
            <p:nvPr/>
          </p:nvSpPr>
          <p:spPr>
            <a:xfrm>
              <a:off x="4173989" y="880775"/>
              <a:ext cx="62549" cy="28229"/>
            </a:xfrm>
            <a:custGeom>
              <a:avLst/>
              <a:gdLst/>
              <a:ahLst/>
              <a:cxnLst/>
              <a:rect l="l" t="t" r="r" b="b"/>
              <a:pathLst>
                <a:path w="421" h="190" extrusionOk="0">
                  <a:moveTo>
                    <a:pt x="1" y="1"/>
                  </a:moveTo>
                  <a:lnTo>
                    <a:pt x="11" y="189"/>
                  </a:lnTo>
                  <a:lnTo>
                    <a:pt x="420" y="189"/>
                  </a:lnTo>
                  <a:lnTo>
                    <a:pt x="420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60"/>
            <p:cNvSpPr/>
            <p:nvPr/>
          </p:nvSpPr>
          <p:spPr>
            <a:xfrm>
              <a:off x="2787497" y="882410"/>
              <a:ext cx="37440" cy="18720"/>
            </a:xfrm>
            <a:custGeom>
              <a:avLst/>
              <a:gdLst/>
              <a:ahLst/>
              <a:cxnLst/>
              <a:rect l="l" t="t" r="r" b="b"/>
              <a:pathLst>
                <a:path w="252" h="126" extrusionOk="0">
                  <a:moveTo>
                    <a:pt x="0" y="0"/>
                  </a:moveTo>
                  <a:lnTo>
                    <a:pt x="10" y="126"/>
                  </a:lnTo>
                  <a:lnTo>
                    <a:pt x="252" y="126"/>
                  </a:lnTo>
                  <a:lnTo>
                    <a:pt x="252" y="0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60"/>
            <p:cNvSpPr/>
            <p:nvPr/>
          </p:nvSpPr>
          <p:spPr>
            <a:xfrm>
              <a:off x="2869956" y="880775"/>
              <a:ext cx="65669" cy="28229"/>
            </a:xfrm>
            <a:custGeom>
              <a:avLst/>
              <a:gdLst/>
              <a:ahLst/>
              <a:cxnLst/>
              <a:rect l="l" t="t" r="r" b="b"/>
              <a:pathLst>
                <a:path w="442" h="190" extrusionOk="0">
                  <a:moveTo>
                    <a:pt x="1" y="1"/>
                  </a:moveTo>
                  <a:lnTo>
                    <a:pt x="1" y="189"/>
                  </a:lnTo>
                  <a:lnTo>
                    <a:pt x="441" y="189"/>
                  </a:lnTo>
                  <a:lnTo>
                    <a:pt x="431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60"/>
            <p:cNvSpPr/>
            <p:nvPr/>
          </p:nvSpPr>
          <p:spPr>
            <a:xfrm>
              <a:off x="2999364" y="880775"/>
              <a:ext cx="68640" cy="28229"/>
            </a:xfrm>
            <a:custGeom>
              <a:avLst/>
              <a:gdLst/>
              <a:ahLst/>
              <a:cxnLst/>
              <a:rect l="l" t="t" r="r" b="b"/>
              <a:pathLst>
                <a:path w="462" h="190" extrusionOk="0">
                  <a:moveTo>
                    <a:pt x="0" y="1"/>
                  </a:moveTo>
                  <a:lnTo>
                    <a:pt x="0" y="189"/>
                  </a:lnTo>
                  <a:lnTo>
                    <a:pt x="462" y="189"/>
                  </a:lnTo>
                  <a:lnTo>
                    <a:pt x="462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60"/>
            <p:cNvSpPr/>
            <p:nvPr/>
          </p:nvSpPr>
          <p:spPr>
            <a:xfrm>
              <a:off x="3402891" y="882410"/>
              <a:ext cx="54675" cy="18720"/>
            </a:xfrm>
            <a:custGeom>
              <a:avLst/>
              <a:gdLst/>
              <a:ahLst/>
              <a:cxnLst/>
              <a:rect l="l" t="t" r="r" b="b"/>
              <a:pathLst>
                <a:path w="368" h="126" extrusionOk="0">
                  <a:moveTo>
                    <a:pt x="0" y="0"/>
                  </a:moveTo>
                  <a:lnTo>
                    <a:pt x="0" y="126"/>
                  </a:lnTo>
                  <a:lnTo>
                    <a:pt x="367" y="126"/>
                  </a:lnTo>
                  <a:lnTo>
                    <a:pt x="367" y="0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60"/>
            <p:cNvSpPr/>
            <p:nvPr/>
          </p:nvSpPr>
          <p:spPr>
            <a:xfrm>
              <a:off x="3524424" y="880775"/>
              <a:ext cx="96721" cy="28229"/>
            </a:xfrm>
            <a:custGeom>
              <a:avLst/>
              <a:gdLst/>
              <a:ahLst/>
              <a:cxnLst/>
              <a:rect l="l" t="t" r="r" b="b"/>
              <a:pathLst>
                <a:path w="651" h="190" extrusionOk="0">
                  <a:moveTo>
                    <a:pt x="0" y="1"/>
                  </a:moveTo>
                  <a:lnTo>
                    <a:pt x="0" y="189"/>
                  </a:lnTo>
                  <a:lnTo>
                    <a:pt x="640" y="189"/>
                  </a:lnTo>
                  <a:lnTo>
                    <a:pt x="650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60"/>
            <p:cNvSpPr/>
            <p:nvPr/>
          </p:nvSpPr>
          <p:spPr>
            <a:xfrm>
              <a:off x="2095737" y="882410"/>
              <a:ext cx="54675" cy="18720"/>
            </a:xfrm>
            <a:custGeom>
              <a:avLst/>
              <a:gdLst/>
              <a:ahLst/>
              <a:cxnLst/>
              <a:rect l="l" t="t" r="r" b="b"/>
              <a:pathLst>
                <a:path w="368" h="126" extrusionOk="0">
                  <a:moveTo>
                    <a:pt x="0" y="0"/>
                  </a:moveTo>
                  <a:lnTo>
                    <a:pt x="0" y="126"/>
                  </a:lnTo>
                  <a:lnTo>
                    <a:pt x="367" y="126"/>
                  </a:lnTo>
                  <a:lnTo>
                    <a:pt x="367" y="0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60"/>
            <p:cNvSpPr/>
            <p:nvPr/>
          </p:nvSpPr>
          <p:spPr>
            <a:xfrm>
              <a:off x="2217271" y="880775"/>
              <a:ext cx="96721" cy="28229"/>
            </a:xfrm>
            <a:custGeom>
              <a:avLst/>
              <a:gdLst/>
              <a:ahLst/>
              <a:cxnLst/>
              <a:rect l="l" t="t" r="r" b="b"/>
              <a:pathLst>
                <a:path w="651" h="190" extrusionOk="0">
                  <a:moveTo>
                    <a:pt x="0" y="1"/>
                  </a:moveTo>
                  <a:lnTo>
                    <a:pt x="0" y="189"/>
                  </a:lnTo>
                  <a:lnTo>
                    <a:pt x="650" y="189"/>
                  </a:lnTo>
                  <a:lnTo>
                    <a:pt x="650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60"/>
            <p:cNvSpPr/>
            <p:nvPr/>
          </p:nvSpPr>
          <p:spPr>
            <a:xfrm>
              <a:off x="2408782" y="880775"/>
              <a:ext cx="102961" cy="28229"/>
            </a:xfrm>
            <a:custGeom>
              <a:avLst/>
              <a:gdLst/>
              <a:ahLst/>
              <a:cxnLst/>
              <a:rect l="l" t="t" r="r" b="b"/>
              <a:pathLst>
                <a:path w="693" h="190" extrusionOk="0">
                  <a:moveTo>
                    <a:pt x="1" y="1"/>
                  </a:moveTo>
                  <a:lnTo>
                    <a:pt x="11" y="189"/>
                  </a:lnTo>
                  <a:lnTo>
                    <a:pt x="693" y="18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98" name="Google Shape;1998;p60"/>
          <p:cNvGrpSpPr/>
          <p:nvPr/>
        </p:nvGrpSpPr>
        <p:grpSpPr>
          <a:xfrm>
            <a:off x="638276" y="3531757"/>
            <a:ext cx="714936" cy="971200"/>
            <a:chOff x="638276" y="3526008"/>
            <a:chExt cx="714936" cy="971200"/>
          </a:xfrm>
        </p:grpSpPr>
        <p:sp>
          <p:nvSpPr>
            <p:cNvPr id="1999" name="Google Shape;1999;p60"/>
            <p:cNvSpPr/>
            <p:nvPr/>
          </p:nvSpPr>
          <p:spPr>
            <a:xfrm>
              <a:off x="801537" y="3817400"/>
              <a:ext cx="388460" cy="388464"/>
            </a:xfrm>
            <a:custGeom>
              <a:avLst/>
              <a:gdLst/>
              <a:ahLst/>
              <a:cxnLst/>
              <a:rect l="l" t="t" r="r" b="b"/>
              <a:pathLst>
                <a:path w="91295" h="91296" extrusionOk="0">
                  <a:moveTo>
                    <a:pt x="75084" y="16212"/>
                  </a:moveTo>
                  <a:cubicBezTo>
                    <a:pt x="91295" y="32466"/>
                    <a:pt x="91295" y="58788"/>
                    <a:pt x="75084" y="75041"/>
                  </a:cubicBezTo>
                  <a:cubicBezTo>
                    <a:pt x="58830" y="91295"/>
                    <a:pt x="32466" y="91295"/>
                    <a:pt x="16255" y="75041"/>
                  </a:cubicBezTo>
                  <a:cubicBezTo>
                    <a:pt x="1" y="58788"/>
                    <a:pt x="1" y="32466"/>
                    <a:pt x="16255" y="16212"/>
                  </a:cubicBezTo>
                  <a:cubicBezTo>
                    <a:pt x="32466" y="1"/>
                    <a:pt x="58830" y="1"/>
                    <a:pt x="75084" y="16212"/>
                  </a:cubicBezTo>
                  <a:close/>
                </a:path>
              </a:pathLst>
            </a:custGeom>
            <a:gradFill>
              <a:gsLst>
                <a:gs pos="0">
                  <a:srgbClr val="F9EBAB">
                    <a:alpha val="21960"/>
                    <a:alpha val="21910"/>
                  </a:srgbClr>
                </a:gs>
                <a:gs pos="41000">
                  <a:srgbClr val="F9EBAB">
                    <a:alpha val="53333"/>
                    <a:alpha val="21910"/>
                  </a:srgbClr>
                </a:gs>
                <a:gs pos="100000">
                  <a:srgbClr val="F9EBAB">
                    <a:alpha val="77254"/>
                    <a:alpha val="2191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00" name="Google Shape;2000;p60"/>
            <p:cNvGrpSpPr/>
            <p:nvPr/>
          </p:nvGrpSpPr>
          <p:grpSpPr>
            <a:xfrm>
              <a:off x="638276" y="3526008"/>
              <a:ext cx="714936" cy="971200"/>
              <a:chOff x="9141124" y="2771118"/>
              <a:chExt cx="319239" cy="433649"/>
            </a:xfrm>
          </p:grpSpPr>
          <p:sp>
            <p:nvSpPr>
              <p:cNvPr id="2001" name="Google Shape;2001;p60"/>
              <p:cNvSpPr/>
              <p:nvPr/>
            </p:nvSpPr>
            <p:spPr>
              <a:xfrm>
                <a:off x="9271960" y="3034862"/>
                <a:ext cx="17824" cy="25355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1579" extrusionOk="0">
                    <a:moveTo>
                      <a:pt x="641" y="0"/>
                    </a:moveTo>
                    <a:cubicBezTo>
                      <a:pt x="385" y="0"/>
                      <a:pt x="129" y="384"/>
                      <a:pt x="43" y="811"/>
                    </a:cubicBezTo>
                    <a:cubicBezTo>
                      <a:pt x="1" y="1237"/>
                      <a:pt x="214" y="1579"/>
                      <a:pt x="470" y="1579"/>
                    </a:cubicBezTo>
                    <a:cubicBezTo>
                      <a:pt x="769" y="1579"/>
                      <a:pt x="1025" y="1237"/>
                      <a:pt x="1067" y="811"/>
                    </a:cubicBezTo>
                    <a:cubicBezTo>
                      <a:pt x="1110" y="384"/>
                      <a:pt x="939" y="0"/>
                      <a:pt x="641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Google Shape;2002;p60"/>
              <p:cNvSpPr/>
              <p:nvPr/>
            </p:nvSpPr>
            <p:spPr>
              <a:xfrm>
                <a:off x="9267175" y="2928674"/>
                <a:ext cx="54965" cy="93728"/>
              </a:xfrm>
              <a:custGeom>
                <a:avLst/>
                <a:gdLst/>
                <a:ahLst/>
                <a:cxnLst/>
                <a:rect l="l" t="t" r="r" b="b"/>
                <a:pathLst>
                  <a:path w="3423" h="5837" extrusionOk="0">
                    <a:moveTo>
                      <a:pt x="1195" y="1"/>
                    </a:moveTo>
                    <a:cubicBezTo>
                      <a:pt x="1195" y="1"/>
                      <a:pt x="1962" y="1707"/>
                      <a:pt x="1109" y="2518"/>
                    </a:cubicBezTo>
                    <a:cubicBezTo>
                      <a:pt x="85" y="3499"/>
                      <a:pt x="0" y="5419"/>
                      <a:pt x="1579" y="5803"/>
                    </a:cubicBezTo>
                    <a:cubicBezTo>
                      <a:pt x="1673" y="5826"/>
                      <a:pt x="1762" y="5837"/>
                      <a:pt x="1847" y="5837"/>
                    </a:cubicBezTo>
                    <a:cubicBezTo>
                      <a:pt x="3190" y="5837"/>
                      <a:pt x="3423" y="3127"/>
                      <a:pt x="2901" y="1963"/>
                    </a:cubicBezTo>
                    <a:cubicBezTo>
                      <a:pt x="2517" y="1195"/>
                      <a:pt x="1920" y="513"/>
                      <a:pt x="1195" y="1"/>
                    </a:cubicBezTo>
                    <a:close/>
                  </a:path>
                </a:pathLst>
              </a:custGeom>
              <a:solidFill>
                <a:srgbClr val="F2D3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Google Shape;2003;p60"/>
              <p:cNvSpPr/>
              <p:nvPr/>
            </p:nvSpPr>
            <p:spPr>
              <a:xfrm>
                <a:off x="9274706" y="3031330"/>
                <a:ext cx="53439" cy="115213"/>
              </a:xfrm>
              <a:custGeom>
                <a:avLst/>
                <a:gdLst/>
                <a:ahLst/>
                <a:cxnLst/>
                <a:rect l="l" t="t" r="r" b="b"/>
                <a:pathLst>
                  <a:path w="3328" h="7175" extrusionOk="0">
                    <a:moveTo>
                      <a:pt x="2456" y="0"/>
                    </a:moveTo>
                    <a:cubicBezTo>
                      <a:pt x="2434" y="0"/>
                      <a:pt x="2411" y="3"/>
                      <a:pt x="2389" y="7"/>
                    </a:cubicBezTo>
                    <a:lnTo>
                      <a:pt x="726" y="135"/>
                    </a:lnTo>
                    <a:cubicBezTo>
                      <a:pt x="512" y="135"/>
                      <a:pt x="342" y="306"/>
                      <a:pt x="342" y="519"/>
                    </a:cubicBezTo>
                    <a:cubicBezTo>
                      <a:pt x="171" y="3207"/>
                      <a:pt x="0" y="5937"/>
                      <a:pt x="214" y="7174"/>
                    </a:cubicBezTo>
                    <a:lnTo>
                      <a:pt x="3115" y="7174"/>
                    </a:lnTo>
                    <a:cubicBezTo>
                      <a:pt x="3328" y="5852"/>
                      <a:pt x="2944" y="3036"/>
                      <a:pt x="2859" y="391"/>
                    </a:cubicBezTo>
                    <a:cubicBezTo>
                      <a:pt x="2859" y="161"/>
                      <a:pt x="2653" y="0"/>
                      <a:pt x="2456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Google Shape;2004;p60"/>
              <p:cNvSpPr/>
              <p:nvPr/>
            </p:nvSpPr>
            <p:spPr>
              <a:xfrm>
                <a:off x="9209625" y="3132139"/>
                <a:ext cx="185657" cy="54804"/>
              </a:xfrm>
              <a:custGeom>
                <a:avLst/>
                <a:gdLst/>
                <a:ahLst/>
                <a:cxnLst/>
                <a:rect l="l" t="t" r="r" b="b"/>
                <a:pathLst>
                  <a:path w="11562" h="3413" extrusionOk="0">
                    <a:moveTo>
                      <a:pt x="5760" y="0"/>
                    </a:moveTo>
                    <a:cubicBezTo>
                      <a:pt x="3669" y="0"/>
                      <a:pt x="1" y="1067"/>
                      <a:pt x="1" y="1920"/>
                    </a:cubicBezTo>
                    <a:cubicBezTo>
                      <a:pt x="1" y="2730"/>
                      <a:pt x="2560" y="3413"/>
                      <a:pt x="5760" y="3413"/>
                    </a:cubicBezTo>
                    <a:cubicBezTo>
                      <a:pt x="8959" y="3413"/>
                      <a:pt x="11562" y="2730"/>
                      <a:pt x="11562" y="1920"/>
                    </a:cubicBezTo>
                    <a:cubicBezTo>
                      <a:pt x="11562" y="1067"/>
                      <a:pt x="7893" y="0"/>
                      <a:pt x="5760" y="0"/>
                    </a:cubicBezTo>
                    <a:close/>
                  </a:path>
                </a:pathLst>
              </a:custGeom>
              <a:solidFill>
                <a:srgbClr val="D8934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Google Shape;2005;p60"/>
              <p:cNvSpPr/>
              <p:nvPr/>
            </p:nvSpPr>
            <p:spPr>
              <a:xfrm>
                <a:off x="9193872" y="2882091"/>
                <a:ext cx="15078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39" h="18047" extrusionOk="0">
                    <a:moveTo>
                      <a:pt x="0" y="1"/>
                    </a:moveTo>
                    <a:lnTo>
                      <a:pt x="0" y="18046"/>
                    </a:lnTo>
                    <a:lnTo>
                      <a:pt x="939" y="18046"/>
                    </a:lnTo>
                    <a:lnTo>
                      <a:pt x="939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Google Shape;2006;p60"/>
              <p:cNvSpPr/>
              <p:nvPr/>
            </p:nvSpPr>
            <p:spPr>
              <a:xfrm>
                <a:off x="9392520" y="2882091"/>
                <a:ext cx="15094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18047" extrusionOk="0">
                    <a:moveTo>
                      <a:pt x="1" y="1"/>
                    </a:moveTo>
                    <a:lnTo>
                      <a:pt x="1" y="18046"/>
                    </a:lnTo>
                    <a:lnTo>
                      <a:pt x="940" y="18046"/>
                    </a:lnTo>
                    <a:lnTo>
                      <a:pt x="940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Google Shape;2007;p60"/>
              <p:cNvSpPr/>
              <p:nvPr/>
            </p:nvSpPr>
            <p:spPr>
              <a:xfrm>
                <a:off x="9338406" y="2882091"/>
                <a:ext cx="15094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18047" extrusionOk="0">
                    <a:moveTo>
                      <a:pt x="1" y="1"/>
                    </a:moveTo>
                    <a:lnTo>
                      <a:pt x="1" y="18046"/>
                    </a:lnTo>
                    <a:lnTo>
                      <a:pt x="939" y="18046"/>
                    </a:lnTo>
                    <a:lnTo>
                      <a:pt x="939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Google Shape;2008;p60"/>
              <p:cNvSpPr/>
              <p:nvPr/>
            </p:nvSpPr>
            <p:spPr>
              <a:xfrm>
                <a:off x="9182231" y="2880726"/>
                <a:ext cx="237025" cy="17824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110" extrusionOk="0">
                    <a:moveTo>
                      <a:pt x="0" y="1"/>
                    </a:moveTo>
                    <a:lnTo>
                      <a:pt x="0" y="299"/>
                    </a:lnTo>
                    <a:cubicBezTo>
                      <a:pt x="0" y="768"/>
                      <a:pt x="384" y="1110"/>
                      <a:pt x="811" y="1110"/>
                    </a:cubicBezTo>
                    <a:lnTo>
                      <a:pt x="13993" y="1110"/>
                    </a:lnTo>
                    <a:cubicBezTo>
                      <a:pt x="14419" y="1110"/>
                      <a:pt x="14761" y="768"/>
                      <a:pt x="14761" y="299"/>
                    </a:cubicBezTo>
                    <a:lnTo>
                      <a:pt x="14761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Google Shape;2009;p60"/>
              <p:cNvSpPr/>
              <p:nvPr/>
            </p:nvSpPr>
            <p:spPr>
              <a:xfrm>
                <a:off x="9182231" y="3152676"/>
                <a:ext cx="237025" cy="30172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879" extrusionOk="0">
                    <a:moveTo>
                      <a:pt x="1024" y="1"/>
                    </a:moveTo>
                    <a:cubicBezTo>
                      <a:pt x="469" y="1"/>
                      <a:pt x="0" y="470"/>
                      <a:pt x="0" y="1025"/>
                    </a:cubicBezTo>
                    <a:lnTo>
                      <a:pt x="0" y="1878"/>
                    </a:lnTo>
                    <a:lnTo>
                      <a:pt x="14761" y="1878"/>
                    </a:lnTo>
                    <a:lnTo>
                      <a:pt x="14761" y="1025"/>
                    </a:lnTo>
                    <a:cubicBezTo>
                      <a:pt x="14761" y="470"/>
                      <a:pt x="14334" y="1"/>
                      <a:pt x="13737" y="1"/>
                    </a:cubicBez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Google Shape;2010;p60"/>
              <p:cNvSpPr/>
              <p:nvPr/>
            </p:nvSpPr>
            <p:spPr>
              <a:xfrm>
                <a:off x="9180175" y="2803313"/>
                <a:ext cx="254158" cy="68533"/>
              </a:xfrm>
              <a:custGeom>
                <a:avLst/>
                <a:gdLst/>
                <a:ahLst/>
                <a:cxnLst/>
                <a:rect l="l" t="t" r="r" b="b"/>
                <a:pathLst>
                  <a:path w="15828" h="4268" extrusionOk="0">
                    <a:moveTo>
                      <a:pt x="7892" y="1"/>
                    </a:moveTo>
                    <a:cubicBezTo>
                      <a:pt x="3882" y="1"/>
                      <a:pt x="555" y="1835"/>
                      <a:pt x="0" y="4267"/>
                    </a:cubicBezTo>
                    <a:lnTo>
                      <a:pt x="15827" y="4267"/>
                    </a:lnTo>
                    <a:cubicBezTo>
                      <a:pt x="15230" y="1835"/>
                      <a:pt x="11902" y="1"/>
                      <a:pt x="7892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Google Shape;2011;p60"/>
              <p:cNvSpPr/>
              <p:nvPr/>
            </p:nvSpPr>
            <p:spPr>
              <a:xfrm>
                <a:off x="9296624" y="2771118"/>
                <a:ext cx="20570" cy="35648"/>
              </a:xfrm>
              <a:custGeom>
                <a:avLst/>
                <a:gdLst/>
                <a:ahLst/>
                <a:cxnLst/>
                <a:rect l="l" t="t" r="r" b="b"/>
                <a:pathLst>
                  <a:path w="1281" h="2220" extrusionOk="0">
                    <a:moveTo>
                      <a:pt x="640" y="1"/>
                    </a:moveTo>
                    <a:cubicBezTo>
                      <a:pt x="320" y="1"/>
                      <a:pt x="0" y="257"/>
                      <a:pt x="0" y="769"/>
                    </a:cubicBezTo>
                    <a:lnTo>
                      <a:pt x="0" y="2219"/>
                    </a:lnTo>
                    <a:lnTo>
                      <a:pt x="1280" y="2219"/>
                    </a:lnTo>
                    <a:lnTo>
                      <a:pt x="1280" y="769"/>
                    </a:lnTo>
                    <a:cubicBezTo>
                      <a:pt x="1280" y="257"/>
                      <a:pt x="960" y="1"/>
                      <a:pt x="640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Google Shape;2012;p60"/>
              <p:cNvSpPr/>
              <p:nvPr/>
            </p:nvSpPr>
            <p:spPr>
              <a:xfrm>
                <a:off x="9141124" y="2856062"/>
                <a:ext cx="319239" cy="28791"/>
              </a:xfrm>
              <a:custGeom>
                <a:avLst/>
                <a:gdLst/>
                <a:ahLst/>
                <a:cxnLst/>
                <a:rect l="l" t="t" r="r" b="b"/>
                <a:pathLst>
                  <a:path w="19881" h="1793" extrusionOk="0">
                    <a:moveTo>
                      <a:pt x="1707" y="1"/>
                    </a:moveTo>
                    <a:cubicBezTo>
                      <a:pt x="1" y="1"/>
                      <a:pt x="1" y="1793"/>
                      <a:pt x="1707" y="1793"/>
                    </a:cubicBezTo>
                    <a:lnTo>
                      <a:pt x="18217" y="1793"/>
                    </a:lnTo>
                    <a:cubicBezTo>
                      <a:pt x="19880" y="1793"/>
                      <a:pt x="19880" y="1"/>
                      <a:pt x="18217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Google Shape;2013;p60"/>
              <p:cNvSpPr/>
              <p:nvPr/>
            </p:nvSpPr>
            <p:spPr>
              <a:xfrm>
                <a:off x="9152091" y="3174611"/>
                <a:ext cx="301415" cy="30156"/>
              </a:xfrm>
              <a:custGeom>
                <a:avLst/>
                <a:gdLst/>
                <a:ahLst/>
                <a:cxnLst/>
                <a:rect l="l" t="t" r="r" b="b"/>
                <a:pathLst>
                  <a:path w="18771" h="1878" extrusionOk="0">
                    <a:moveTo>
                      <a:pt x="1024" y="0"/>
                    </a:moveTo>
                    <a:cubicBezTo>
                      <a:pt x="0" y="0"/>
                      <a:pt x="0" y="1877"/>
                      <a:pt x="1024" y="1877"/>
                    </a:cubicBezTo>
                    <a:lnTo>
                      <a:pt x="17534" y="1877"/>
                    </a:lnTo>
                    <a:cubicBezTo>
                      <a:pt x="18771" y="1877"/>
                      <a:pt x="18771" y="0"/>
                      <a:pt x="17534" y="0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Google Shape;2014;p60"/>
              <p:cNvSpPr/>
              <p:nvPr/>
            </p:nvSpPr>
            <p:spPr>
              <a:xfrm>
                <a:off x="9215101" y="2803281"/>
                <a:ext cx="197989" cy="42584"/>
              </a:xfrm>
              <a:custGeom>
                <a:avLst/>
                <a:gdLst/>
                <a:ahLst/>
                <a:cxnLst/>
                <a:rect l="l" t="t" r="r" b="b"/>
                <a:pathLst>
                  <a:path w="12330" h="2652" extrusionOk="0">
                    <a:moveTo>
                      <a:pt x="5486" y="0"/>
                    </a:moveTo>
                    <a:cubicBezTo>
                      <a:pt x="3561" y="0"/>
                      <a:pt x="1683" y="512"/>
                      <a:pt x="1" y="1496"/>
                    </a:cubicBezTo>
                    <a:cubicBezTo>
                      <a:pt x="2270" y="2266"/>
                      <a:pt x="4655" y="2651"/>
                      <a:pt x="7010" y="2651"/>
                    </a:cubicBezTo>
                    <a:cubicBezTo>
                      <a:pt x="7134" y="2651"/>
                      <a:pt x="7257" y="2650"/>
                      <a:pt x="7381" y="2648"/>
                    </a:cubicBezTo>
                    <a:cubicBezTo>
                      <a:pt x="9045" y="2648"/>
                      <a:pt x="10709" y="2477"/>
                      <a:pt x="12330" y="2179"/>
                    </a:cubicBezTo>
                    <a:cubicBezTo>
                      <a:pt x="10879" y="856"/>
                      <a:pt x="8490" y="3"/>
                      <a:pt x="5717" y="3"/>
                    </a:cubicBezTo>
                    <a:cubicBezTo>
                      <a:pt x="5640" y="1"/>
                      <a:pt x="5563" y="0"/>
                      <a:pt x="5486" y="0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Google Shape;2015;p60"/>
              <p:cNvSpPr/>
              <p:nvPr/>
            </p:nvSpPr>
            <p:spPr>
              <a:xfrm>
                <a:off x="9150710" y="2856062"/>
                <a:ext cx="300741" cy="14516"/>
              </a:xfrm>
              <a:custGeom>
                <a:avLst/>
                <a:gdLst/>
                <a:ahLst/>
                <a:cxnLst/>
                <a:rect l="l" t="t" r="r" b="b"/>
                <a:pathLst>
                  <a:path w="18729" h="904" extrusionOk="0">
                    <a:moveTo>
                      <a:pt x="1110" y="1"/>
                    </a:moveTo>
                    <a:cubicBezTo>
                      <a:pt x="683" y="1"/>
                      <a:pt x="257" y="129"/>
                      <a:pt x="1" y="470"/>
                    </a:cubicBezTo>
                    <a:cubicBezTo>
                      <a:pt x="231" y="738"/>
                      <a:pt x="598" y="903"/>
                      <a:pt x="979" y="903"/>
                    </a:cubicBezTo>
                    <a:cubicBezTo>
                      <a:pt x="1023" y="903"/>
                      <a:pt x="1066" y="901"/>
                      <a:pt x="1110" y="897"/>
                    </a:cubicBezTo>
                    <a:lnTo>
                      <a:pt x="17620" y="897"/>
                    </a:lnTo>
                    <a:cubicBezTo>
                      <a:pt x="17659" y="901"/>
                      <a:pt x="17698" y="903"/>
                      <a:pt x="17738" y="903"/>
                    </a:cubicBezTo>
                    <a:cubicBezTo>
                      <a:pt x="18089" y="903"/>
                      <a:pt x="18461" y="738"/>
                      <a:pt x="18729" y="470"/>
                    </a:cubicBezTo>
                    <a:cubicBezTo>
                      <a:pt x="18430" y="129"/>
                      <a:pt x="18004" y="1"/>
                      <a:pt x="17620" y="1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Google Shape;2016;p60"/>
              <p:cNvSpPr/>
              <p:nvPr/>
            </p:nvSpPr>
            <p:spPr>
              <a:xfrm>
                <a:off x="9158257" y="3174498"/>
                <a:ext cx="289083" cy="13826"/>
              </a:xfrm>
              <a:custGeom>
                <a:avLst/>
                <a:gdLst/>
                <a:ahLst/>
                <a:cxnLst/>
                <a:rect l="l" t="t" r="r" b="b"/>
                <a:pathLst>
                  <a:path w="18003" h="861" extrusionOk="0">
                    <a:moveTo>
                      <a:pt x="17253" y="1"/>
                    </a:moveTo>
                    <a:cubicBezTo>
                      <a:pt x="17219" y="1"/>
                      <a:pt x="17184" y="3"/>
                      <a:pt x="17150" y="7"/>
                    </a:cubicBezTo>
                    <a:lnTo>
                      <a:pt x="640" y="7"/>
                    </a:lnTo>
                    <a:cubicBezTo>
                      <a:pt x="341" y="7"/>
                      <a:pt x="85" y="178"/>
                      <a:pt x="0" y="434"/>
                    </a:cubicBezTo>
                    <a:cubicBezTo>
                      <a:pt x="85" y="690"/>
                      <a:pt x="341" y="860"/>
                      <a:pt x="640" y="860"/>
                    </a:cubicBezTo>
                    <a:lnTo>
                      <a:pt x="17150" y="860"/>
                    </a:lnTo>
                    <a:cubicBezTo>
                      <a:pt x="17491" y="860"/>
                      <a:pt x="17790" y="690"/>
                      <a:pt x="18003" y="434"/>
                    </a:cubicBezTo>
                    <a:cubicBezTo>
                      <a:pt x="17811" y="166"/>
                      <a:pt x="17551" y="1"/>
                      <a:pt x="17253" y="1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Google Shape;2017;p60"/>
              <p:cNvSpPr/>
              <p:nvPr/>
            </p:nvSpPr>
            <p:spPr>
              <a:xfrm>
                <a:off x="9187016" y="3174611"/>
                <a:ext cx="79485" cy="13713"/>
              </a:xfrm>
              <a:custGeom>
                <a:avLst/>
                <a:gdLst/>
                <a:ahLst/>
                <a:cxnLst/>
                <a:rect l="l" t="t" r="r" b="b"/>
                <a:pathLst>
                  <a:path w="4950" h="854" extrusionOk="0">
                    <a:moveTo>
                      <a:pt x="214" y="0"/>
                    </a:moveTo>
                    <a:cubicBezTo>
                      <a:pt x="129" y="0"/>
                      <a:pt x="86" y="171"/>
                      <a:pt x="43" y="427"/>
                    </a:cubicBezTo>
                    <a:cubicBezTo>
                      <a:pt x="1" y="640"/>
                      <a:pt x="129" y="853"/>
                      <a:pt x="214" y="853"/>
                    </a:cubicBezTo>
                    <a:lnTo>
                      <a:pt x="4693" y="853"/>
                    </a:lnTo>
                    <a:cubicBezTo>
                      <a:pt x="4821" y="853"/>
                      <a:pt x="4907" y="640"/>
                      <a:pt x="4949" y="427"/>
                    </a:cubicBezTo>
                    <a:cubicBezTo>
                      <a:pt x="4907" y="171"/>
                      <a:pt x="4821" y="0"/>
                      <a:pt x="4693" y="0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Google Shape;2018;p60"/>
              <p:cNvSpPr/>
              <p:nvPr/>
            </p:nvSpPr>
            <p:spPr>
              <a:xfrm>
                <a:off x="9277436" y="3031426"/>
                <a:ext cx="40433" cy="80175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4993" extrusionOk="0">
                    <a:moveTo>
                      <a:pt x="2219" y="1"/>
                    </a:moveTo>
                    <a:lnTo>
                      <a:pt x="598" y="172"/>
                    </a:lnTo>
                    <a:cubicBezTo>
                      <a:pt x="385" y="172"/>
                      <a:pt x="214" y="342"/>
                      <a:pt x="172" y="556"/>
                    </a:cubicBezTo>
                    <a:cubicBezTo>
                      <a:pt x="129" y="1665"/>
                      <a:pt x="44" y="2817"/>
                      <a:pt x="1" y="3840"/>
                    </a:cubicBezTo>
                    <a:cubicBezTo>
                      <a:pt x="257" y="4523"/>
                      <a:pt x="641" y="4992"/>
                      <a:pt x="1068" y="4992"/>
                    </a:cubicBezTo>
                    <a:cubicBezTo>
                      <a:pt x="1835" y="4992"/>
                      <a:pt x="2518" y="3371"/>
                      <a:pt x="2518" y="1323"/>
                    </a:cubicBezTo>
                    <a:cubicBezTo>
                      <a:pt x="2518" y="897"/>
                      <a:pt x="2475" y="428"/>
                      <a:pt x="2390" y="1"/>
                    </a:cubicBezTo>
                    <a:close/>
                  </a:path>
                </a:pathLst>
              </a:custGeom>
              <a:solidFill>
                <a:srgbClr val="F7D8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Google Shape;2019;p60"/>
              <p:cNvSpPr/>
              <p:nvPr/>
            </p:nvSpPr>
            <p:spPr>
              <a:xfrm>
                <a:off x="9277436" y="2974582"/>
                <a:ext cx="40433" cy="47900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2983" extrusionOk="0">
                    <a:moveTo>
                      <a:pt x="1409" y="0"/>
                    </a:moveTo>
                    <a:cubicBezTo>
                      <a:pt x="684" y="0"/>
                      <a:pt x="86" y="1024"/>
                      <a:pt x="1" y="2346"/>
                    </a:cubicBezTo>
                    <a:cubicBezTo>
                      <a:pt x="214" y="2645"/>
                      <a:pt x="556" y="2858"/>
                      <a:pt x="940" y="2944"/>
                    </a:cubicBezTo>
                    <a:cubicBezTo>
                      <a:pt x="1039" y="2970"/>
                      <a:pt x="1134" y="2982"/>
                      <a:pt x="1223" y="2982"/>
                    </a:cubicBezTo>
                    <a:cubicBezTo>
                      <a:pt x="2013" y="2982"/>
                      <a:pt x="2403" y="2020"/>
                      <a:pt x="2518" y="1024"/>
                    </a:cubicBezTo>
                    <a:cubicBezTo>
                      <a:pt x="2219" y="384"/>
                      <a:pt x="1835" y="0"/>
                      <a:pt x="1409" y="0"/>
                    </a:cubicBezTo>
                    <a:close/>
                  </a:path>
                </a:pathLst>
              </a:custGeom>
              <a:solidFill>
                <a:srgbClr val="FFAD6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Google Shape;2020;p60"/>
              <p:cNvSpPr/>
              <p:nvPr/>
            </p:nvSpPr>
            <p:spPr>
              <a:xfrm>
                <a:off x="9284983" y="2993065"/>
                <a:ext cx="24680" cy="28582"/>
              </a:xfrm>
              <a:custGeom>
                <a:avLst/>
                <a:gdLst/>
                <a:ahLst/>
                <a:cxnLst/>
                <a:rect l="l" t="t" r="r" b="b"/>
                <a:pathLst>
                  <a:path w="1537" h="1780" extrusionOk="0">
                    <a:moveTo>
                      <a:pt x="853" y="1"/>
                    </a:moveTo>
                    <a:cubicBezTo>
                      <a:pt x="427" y="1"/>
                      <a:pt x="86" y="598"/>
                      <a:pt x="0" y="1409"/>
                    </a:cubicBezTo>
                    <a:cubicBezTo>
                      <a:pt x="171" y="1579"/>
                      <a:pt x="384" y="1707"/>
                      <a:pt x="598" y="1750"/>
                    </a:cubicBezTo>
                    <a:cubicBezTo>
                      <a:pt x="667" y="1770"/>
                      <a:pt x="732" y="1779"/>
                      <a:pt x="793" y="1779"/>
                    </a:cubicBezTo>
                    <a:cubicBezTo>
                      <a:pt x="1252" y="1779"/>
                      <a:pt x="1461" y="1239"/>
                      <a:pt x="1536" y="598"/>
                    </a:cubicBezTo>
                    <a:cubicBezTo>
                      <a:pt x="1365" y="214"/>
                      <a:pt x="1152" y="1"/>
                      <a:pt x="853" y="1"/>
                    </a:cubicBezTo>
                    <a:close/>
                  </a:path>
                </a:pathLst>
              </a:custGeom>
              <a:solidFill>
                <a:srgbClr val="F2D3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Google Shape;2021;p60"/>
              <p:cNvSpPr/>
              <p:nvPr/>
            </p:nvSpPr>
            <p:spPr>
              <a:xfrm>
                <a:off x="9278817" y="3075279"/>
                <a:ext cx="26736" cy="19189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1195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86" y="683"/>
                      <a:pt x="427" y="1195"/>
                      <a:pt x="854" y="1195"/>
                    </a:cubicBezTo>
                    <a:cubicBezTo>
                      <a:pt x="1237" y="1195"/>
                      <a:pt x="1579" y="726"/>
                      <a:pt x="1664" y="128"/>
                    </a:cubicBezTo>
                    <a:lnTo>
                      <a:pt x="1664" y="128"/>
                    </a:lnTo>
                    <a:cubicBezTo>
                      <a:pt x="1493" y="384"/>
                      <a:pt x="1195" y="555"/>
                      <a:pt x="854" y="555"/>
                    </a:cubicBezTo>
                    <a:cubicBezTo>
                      <a:pt x="512" y="512"/>
                      <a:pt x="171" y="342"/>
                      <a:pt x="0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Google Shape;2022;p60"/>
              <p:cNvSpPr/>
              <p:nvPr/>
            </p:nvSpPr>
            <p:spPr>
              <a:xfrm>
                <a:off x="9293879" y="3036918"/>
                <a:ext cx="26045" cy="20586"/>
              </a:xfrm>
              <a:custGeom>
                <a:avLst/>
                <a:gdLst/>
                <a:ahLst/>
                <a:cxnLst/>
                <a:rect l="l" t="t" r="r" b="b"/>
                <a:pathLst>
                  <a:path w="1622" h="1282" extrusionOk="0">
                    <a:moveTo>
                      <a:pt x="1579" y="0"/>
                    </a:moveTo>
                    <a:lnTo>
                      <a:pt x="1579" y="0"/>
                    </a:lnTo>
                    <a:cubicBezTo>
                      <a:pt x="1451" y="299"/>
                      <a:pt x="1195" y="555"/>
                      <a:pt x="897" y="726"/>
                    </a:cubicBezTo>
                    <a:cubicBezTo>
                      <a:pt x="802" y="753"/>
                      <a:pt x="699" y="767"/>
                      <a:pt x="596" y="767"/>
                    </a:cubicBezTo>
                    <a:cubicBezTo>
                      <a:pt x="372" y="767"/>
                      <a:pt x="147" y="701"/>
                      <a:pt x="1" y="555"/>
                    </a:cubicBezTo>
                    <a:lnTo>
                      <a:pt x="1" y="555"/>
                    </a:lnTo>
                    <a:cubicBezTo>
                      <a:pt x="141" y="976"/>
                      <a:pt x="455" y="1282"/>
                      <a:pt x="776" y="1282"/>
                    </a:cubicBezTo>
                    <a:cubicBezTo>
                      <a:pt x="845" y="1282"/>
                      <a:pt x="914" y="1268"/>
                      <a:pt x="982" y="1237"/>
                    </a:cubicBezTo>
                    <a:cubicBezTo>
                      <a:pt x="1409" y="981"/>
                      <a:pt x="1622" y="512"/>
                      <a:pt x="1579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Google Shape;2023;p60"/>
              <p:cNvSpPr/>
              <p:nvPr/>
            </p:nvSpPr>
            <p:spPr>
              <a:xfrm>
                <a:off x="9208934" y="2856062"/>
                <a:ext cx="85651" cy="14404"/>
              </a:xfrm>
              <a:custGeom>
                <a:avLst/>
                <a:gdLst/>
                <a:ahLst/>
                <a:cxnLst/>
                <a:rect l="l" t="t" r="r" b="b"/>
                <a:pathLst>
                  <a:path w="5334" h="897" extrusionOk="0">
                    <a:moveTo>
                      <a:pt x="300" y="1"/>
                    </a:moveTo>
                    <a:cubicBezTo>
                      <a:pt x="129" y="1"/>
                      <a:pt x="44" y="214"/>
                      <a:pt x="1" y="470"/>
                    </a:cubicBezTo>
                    <a:cubicBezTo>
                      <a:pt x="44" y="726"/>
                      <a:pt x="129" y="897"/>
                      <a:pt x="300" y="897"/>
                    </a:cubicBezTo>
                    <a:lnTo>
                      <a:pt x="5035" y="897"/>
                    </a:lnTo>
                    <a:cubicBezTo>
                      <a:pt x="5163" y="897"/>
                      <a:pt x="5291" y="726"/>
                      <a:pt x="5334" y="470"/>
                    </a:cubicBezTo>
                    <a:cubicBezTo>
                      <a:pt x="5291" y="214"/>
                      <a:pt x="5163" y="1"/>
                      <a:pt x="5035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Google Shape;2024;p60"/>
              <p:cNvSpPr/>
              <p:nvPr/>
            </p:nvSpPr>
            <p:spPr>
              <a:xfrm>
                <a:off x="9312377" y="2856062"/>
                <a:ext cx="52765" cy="14404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897" extrusionOk="0">
                    <a:moveTo>
                      <a:pt x="214" y="1"/>
                    </a:moveTo>
                    <a:cubicBezTo>
                      <a:pt x="129" y="1"/>
                      <a:pt x="86" y="214"/>
                      <a:pt x="43" y="470"/>
                    </a:cubicBezTo>
                    <a:cubicBezTo>
                      <a:pt x="1" y="726"/>
                      <a:pt x="129" y="897"/>
                      <a:pt x="214" y="897"/>
                    </a:cubicBezTo>
                    <a:lnTo>
                      <a:pt x="3072" y="897"/>
                    </a:lnTo>
                    <a:cubicBezTo>
                      <a:pt x="3158" y="897"/>
                      <a:pt x="3243" y="726"/>
                      <a:pt x="3243" y="470"/>
                    </a:cubicBezTo>
                    <a:cubicBezTo>
                      <a:pt x="3286" y="214"/>
                      <a:pt x="3158" y="1"/>
                      <a:pt x="3072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Google Shape;2025;p60"/>
              <p:cNvSpPr/>
              <p:nvPr/>
            </p:nvSpPr>
            <p:spPr>
              <a:xfrm>
                <a:off x="9339097" y="2819499"/>
                <a:ext cx="47289" cy="17422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1085" extrusionOk="0">
                    <a:moveTo>
                      <a:pt x="845" y="1"/>
                    </a:moveTo>
                    <a:cubicBezTo>
                      <a:pt x="387" y="1"/>
                      <a:pt x="73" y="96"/>
                      <a:pt x="43" y="273"/>
                    </a:cubicBezTo>
                    <a:cubicBezTo>
                      <a:pt x="0" y="529"/>
                      <a:pt x="555" y="870"/>
                      <a:pt x="1366" y="998"/>
                    </a:cubicBezTo>
                    <a:cubicBezTo>
                      <a:pt x="1644" y="1057"/>
                      <a:pt x="1907" y="1085"/>
                      <a:pt x="2134" y="1085"/>
                    </a:cubicBezTo>
                    <a:cubicBezTo>
                      <a:pt x="2569" y="1085"/>
                      <a:pt x="2873" y="981"/>
                      <a:pt x="2901" y="785"/>
                    </a:cubicBezTo>
                    <a:cubicBezTo>
                      <a:pt x="2944" y="529"/>
                      <a:pt x="2347" y="230"/>
                      <a:pt x="1536" y="59"/>
                    </a:cubicBezTo>
                    <a:cubicBezTo>
                      <a:pt x="1285" y="20"/>
                      <a:pt x="1051" y="1"/>
                      <a:pt x="845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Google Shape;2026;p60"/>
              <p:cNvSpPr/>
              <p:nvPr/>
            </p:nvSpPr>
            <p:spPr>
              <a:xfrm>
                <a:off x="9306901" y="2808805"/>
                <a:ext cx="30846" cy="10293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641" extrusionOk="0">
                    <a:moveTo>
                      <a:pt x="939" y="0"/>
                    </a:moveTo>
                    <a:cubicBezTo>
                      <a:pt x="384" y="0"/>
                      <a:pt x="0" y="171"/>
                      <a:pt x="0" y="342"/>
                    </a:cubicBezTo>
                    <a:cubicBezTo>
                      <a:pt x="0" y="512"/>
                      <a:pt x="427" y="640"/>
                      <a:pt x="939" y="640"/>
                    </a:cubicBezTo>
                    <a:cubicBezTo>
                      <a:pt x="1494" y="640"/>
                      <a:pt x="1920" y="469"/>
                      <a:pt x="1920" y="299"/>
                    </a:cubicBezTo>
                    <a:cubicBezTo>
                      <a:pt x="1920" y="128"/>
                      <a:pt x="1451" y="0"/>
                      <a:pt x="939" y="0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027" name="Google Shape;2027;p60"/>
          <p:cNvSpPr/>
          <p:nvPr/>
        </p:nvSpPr>
        <p:spPr>
          <a:xfrm>
            <a:off x="8057887" y="3784087"/>
            <a:ext cx="388460" cy="388464"/>
          </a:xfrm>
          <a:custGeom>
            <a:avLst/>
            <a:gdLst/>
            <a:ahLst/>
            <a:cxnLst/>
            <a:rect l="l" t="t" r="r" b="b"/>
            <a:pathLst>
              <a:path w="91295" h="91296" extrusionOk="0">
                <a:moveTo>
                  <a:pt x="75084" y="16212"/>
                </a:moveTo>
                <a:cubicBezTo>
                  <a:pt x="91295" y="32466"/>
                  <a:pt x="91295" y="58788"/>
                  <a:pt x="75084" y="75041"/>
                </a:cubicBezTo>
                <a:cubicBezTo>
                  <a:pt x="58830" y="91295"/>
                  <a:pt x="32466" y="91295"/>
                  <a:pt x="16255" y="75041"/>
                </a:cubicBezTo>
                <a:cubicBezTo>
                  <a:pt x="1" y="58788"/>
                  <a:pt x="1" y="32466"/>
                  <a:pt x="16255" y="16212"/>
                </a:cubicBezTo>
                <a:cubicBezTo>
                  <a:pt x="32466" y="1"/>
                  <a:pt x="58830" y="1"/>
                  <a:pt x="75084" y="16212"/>
                </a:cubicBezTo>
                <a:close/>
              </a:path>
            </a:pathLst>
          </a:custGeom>
          <a:gradFill>
            <a:gsLst>
              <a:gs pos="0">
                <a:srgbClr val="F9EBAB">
                  <a:alpha val="21960"/>
                  <a:alpha val="21910"/>
                </a:srgbClr>
              </a:gs>
              <a:gs pos="41000">
                <a:srgbClr val="F9EBAB">
                  <a:alpha val="53333"/>
                  <a:alpha val="21910"/>
                </a:srgbClr>
              </a:gs>
              <a:gs pos="100000">
                <a:srgbClr val="F9EBAB">
                  <a:alpha val="77254"/>
                  <a:alpha val="2191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28" name="Google Shape;2028;p60"/>
          <p:cNvGrpSpPr/>
          <p:nvPr/>
        </p:nvGrpSpPr>
        <p:grpSpPr>
          <a:xfrm>
            <a:off x="7894651" y="3533367"/>
            <a:ext cx="714936" cy="971200"/>
            <a:chOff x="9141124" y="2771118"/>
            <a:chExt cx="319239" cy="433649"/>
          </a:xfrm>
        </p:grpSpPr>
        <p:sp>
          <p:nvSpPr>
            <p:cNvPr id="2029" name="Google Shape;2029;p60"/>
            <p:cNvSpPr/>
            <p:nvPr/>
          </p:nvSpPr>
          <p:spPr>
            <a:xfrm>
              <a:off x="9271960" y="3034862"/>
              <a:ext cx="17824" cy="25355"/>
            </a:xfrm>
            <a:custGeom>
              <a:avLst/>
              <a:gdLst/>
              <a:ahLst/>
              <a:cxnLst/>
              <a:rect l="l" t="t" r="r" b="b"/>
              <a:pathLst>
                <a:path w="1110" h="1579" extrusionOk="0">
                  <a:moveTo>
                    <a:pt x="641" y="0"/>
                  </a:moveTo>
                  <a:cubicBezTo>
                    <a:pt x="385" y="0"/>
                    <a:pt x="129" y="384"/>
                    <a:pt x="43" y="811"/>
                  </a:cubicBezTo>
                  <a:cubicBezTo>
                    <a:pt x="1" y="1237"/>
                    <a:pt x="214" y="1579"/>
                    <a:pt x="470" y="1579"/>
                  </a:cubicBezTo>
                  <a:cubicBezTo>
                    <a:pt x="769" y="1579"/>
                    <a:pt x="1025" y="1237"/>
                    <a:pt x="1067" y="811"/>
                  </a:cubicBezTo>
                  <a:cubicBezTo>
                    <a:pt x="1110" y="384"/>
                    <a:pt x="939" y="0"/>
                    <a:pt x="641" y="0"/>
                  </a:cubicBezTo>
                  <a:close/>
                </a:path>
              </a:pathLst>
            </a:custGeom>
            <a:solidFill>
              <a:srgbClr val="EAC5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60"/>
            <p:cNvSpPr/>
            <p:nvPr/>
          </p:nvSpPr>
          <p:spPr>
            <a:xfrm>
              <a:off x="9267175" y="2928674"/>
              <a:ext cx="54965" cy="93728"/>
            </a:xfrm>
            <a:custGeom>
              <a:avLst/>
              <a:gdLst/>
              <a:ahLst/>
              <a:cxnLst/>
              <a:rect l="l" t="t" r="r" b="b"/>
              <a:pathLst>
                <a:path w="3423" h="5837" extrusionOk="0">
                  <a:moveTo>
                    <a:pt x="1195" y="1"/>
                  </a:moveTo>
                  <a:cubicBezTo>
                    <a:pt x="1195" y="1"/>
                    <a:pt x="1962" y="1707"/>
                    <a:pt x="1109" y="2518"/>
                  </a:cubicBezTo>
                  <a:cubicBezTo>
                    <a:pt x="85" y="3499"/>
                    <a:pt x="0" y="5419"/>
                    <a:pt x="1579" y="5803"/>
                  </a:cubicBezTo>
                  <a:cubicBezTo>
                    <a:pt x="1673" y="5826"/>
                    <a:pt x="1762" y="5837"/>
                    <a:pt x="1847" y="5837"/>
                  </a:cubicBezTo>
                  <a:cubicBezTo>
                    <a:pt x="3190" y="5837"/>
                    <a:pt x="3423" y="3127"/>
                    <a:pt x="2901" y="1963"/>
                  </a:cubicBezTo>
                  <a:cubicBezTo>
                    <a:pt x="2517" y="1195"/>
                    <a:pt x="1920" y="513"/>
                    <a:pt x="1195" y="1"/>
                  </a:cubicBezTo>
                  <a:close/>
                </a:path>
              </a:pathLst>
            </a:custGeom>
            <a:solidFill>
              <a:srgbClr val="F2D3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60"/>
            <p:cNvSpPr/>
            <p:nvPr/>
          </p:nvSpPr>
          <p:spPr>
            <a:xfrm>
              <a:off x="9274706" y="3031330"/>
              <a:ext cx="53439" cy="115213"/>
            </a:xfrm>
            <a:custGeom>
              <a:avLst/>
              <a:gdLst/>
              <a:ahLst/>
              <a:cxnLst/>
              <a:rect l="l" t="t" r="r" b="b"/>
              <a:pathLst>
                <a:path w="3328" h="7175" extrusionOk="0">
                  <a:moveTo>
                    <a:pt x="2456" y="0"/>
                  </a:moveTo>
                  <a:cubicBezTo>
                    <a:pt x="2434" y="0"/>
                    <a:pt x="2411" y="3"/>
                    <a:pt x="2389" y="7"/>
                  </a:cubicBezTo>
                  <a:lnTo>
                    <a:pt x="726" y="135"/>
                  </a:lnTo>
                  <a:cubicBezTo>
                    <a:pt x="512" y="135"/>
                    <a:pt x="342" y="306"/>
                    <a:pt x="342" y="519"/>
                  </a:cubicBezTo>
                  <a:cubicBezTo>
                    <a:pt x="171" y="3207"/>
                    <a:pt x="0" y="5937"/>
                    <a:pt x="214" y="7174"/>
                  </a:cubicBezTo>
                  <a:lnTo>
                    <a:pt x="3115" y="7174"/>
                  </a:lnTo>
                  <a:cubicBezTo>
                    <a:pt x="3328" y="5852"/>
                    <a:pt x="2944" y="3036"/>
                    <a:pt x="2859" y="391"/>
                  </a:cubicBezTo>
                  <a:cubicBezTo>
                    <a:pt x="2859" y="161"/>
                    <a:pt x="2653" y="0"/>
                    <a:pt x="2456" y="0"/>
                  </a:cubicBezTo>
                  <a:close/>
                </a:path>
              </a:pathLst>
            </a:custGeom>
            <a:solidFill>
              <a:srgbClr val="EAC5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60"/>
            <p:cNvSpPr/>
            <p:nvPr/>
          </p:nvSpPr>
          <p:spPr>
            <a:xfrm>
              <a:off x="9209625" y="3132139"/>
              <a:ext cx="185657" cy="54804"/>
            </a:xfrm>
            <a:custGeom>
              <a:avLst/>
              <a:gdLst/>
              <a:ahLst/>
              <a:cxnLst/>
              <a:rect l="l" t="t" r="r" b="b"/>
              <a:pathLst>
                <a:path w="11562" h="3413" extrusionOk="0">
                  <a:moveTo>
                    <a:pt x="5760" y="0"/>
                  </a:moveTo>
                  <a:cubicBezTo>
                    <a:pt x="3669" y="0"/>
                    <a:pt x="1" y="1067"/>
                    <a:pt x="1" y="1920"/>
                  </a:cubicBezTo>
                  <a:cubicBezTo>
                    <a:pt x="1" y="2730"/>
                    <a:pt x="2560" y="3413"/>
                    <a:pt x="5760" y="3413"/>
                  </a:cubicBezTo>
                  <a:cubicBezTo>
                    <a:pt x="8959" y="3413"/>
                    <a:pt x="11562" y="2730"/>
                    <a:pt x="11562" y="1920"/>
                  </a:cubicBezTo>
                  <a:cubicBezTo>
                    <a:pt x="11562" y="1067"/>
                    <a:pt x="7893" y="0"/>
                    <a:pt x="5760" y="0"/>
                  </a:cubicBezTo>
                  <a:close/>
                </a:path>
              </a:pathLst>
            </a:custGeom>
            <a:solidFill>
              <a:srgbClr val="D893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60"/>
            <p:cNvSpPr/>
            <p:nvPr/>
          </p:nvSpPr>
          <p:spPr>
            <a:xfrm>
              <a:off x="9193872" y="2882091"/>
              <a:ext cx="15078" cy="289790"/>
            </a:xfrm>
            <a:custGeom>
              <a:avLst/>
              <a:gdLst/>
              <a:ahLst/>
              <a:cxnLst/>
              <a:rect l="l" t="t" r="r" b="b"/>
              <a:pathLst>
                <a:path w="939" h="18047" extrusionOk="0">
                  <a:moveTo>
                    <a:pt x="0" y="1"/>
                  </a:moveTo>
                  <a:lnTo>
                    <a:pt x="0" y="18046"/>
                  </a:lnTo>
                  <a:lnTo>
                    <a:pt x="939" y="18046"/>
                  </a:lnTo>
                  <a:lnTo>
                    <a:pt x="939" y="1"/>
                  </a:lnTo>
                  <a:close/>
                </a:path>
              </a:pathLst>
            </a:custGeom>
            <a:solidFill>
              <a:srgbClr val="4436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60"/>
            <p:cNvSpPr/>
            <p:nvPr/>
          </p:nvSpPr>
          <p:spPr>
            <a:xfrm>
              <a:off x="9392520" y="2882091"/>
              <a:ext cx="15094" cy="289790"/>
            </a:xfrm>
            <a:custGeom>
              <a:avLst/>
              <a:gdLst/>
              <a:ahLst/>
              <a:cxnLst/>
              <a:rect l="l" t="t" r="r" b="b"/>
              <a:pathLst>
                <a:path w="940" h="18047" extrusionOk="0">
                  <a:moveTo>
                    <a:pt x="1" y="1"/>
                  </a:moveTo>
                  <a:lnTo>
                    <a:pt x="1" y="18046"/>
                  </a:lnTo>
                  <a:lnTo>
                    <a:pt x="940" y="18046"/>
                  </a:lnTo>
                  <a:lnTo>
                    <a:pt x="940" y="1"/>
                  </a:lnTo>
                  <a:close/>
                </a:path>
              </a:pathLst>
            </a:custGeom>
            <a:solidFill>
              <a:srgbClr val="4436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60"/>
            <p:cNvSpPr/>
            <p:nvPr/>
          </p:nvSpPr>
          <p:spPr>
            <a:xfrm>
              <a:off x="9338406" y="2882091"/>
              <a:ext cx="15094" cy="289790"/>
            </a:xfrm>
            <a:custGeom>
              <a:avLst/>
              <a:gdLst/>
              <a:ahLst/>
              <a:cxnLst/>
              <a:rect l="l" t="t" r="r" b="b"/>
              <a:pathLst>
                <a:path w="940" h="18047" extrusionOk="0">
                  <a:moveTo>
                    <a:pt x="1" y="1"/>
                  </a:moveTo>
                  <a:lnTo>
                    <a:pt x="1" y="18046"/>
                  </a:lnTo>
                  <a:lnTo>
                    <a:pt x="939" y="18046"/>
                  </a:lnTo>
                  <a:lnTo>
                    <a:pt x="939" y="1"/>
                  </a:lnTo>
                  <a:close/>
                </a:path>
              </a:pathLst>
            </a:custGeom>
            <a:solidFill>
              <a:srgbClr val="4436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60"/>
            <p:cNvSpPr/>
            <p:nvPr/>
          </p:nvSpPr>
          <p:spPr>
            <a:xfrm>
              <a:off x="9182231" y="2880726"/>
              <a:ext cx="237025" cy="17824"/>
            </a:xfrm>
            <a:custGeom>
              <a:avLst/>
              <a:gdLst/>
              <a:ahLst/>
              <a:cxnLst/>
              <a:rect l="l" t="t" r="r" b="b"/>
              <a:pathLst>
                <a:path w="14761" h="1110" extrusionOk="0">
                  <a:moveTo>
                    <a:pt x="0" y="1"/>
                  </a:moveTo>
                  <a:lnTo>
                    <a:pt x="0" y="299"/>
                  </a:lnTo>
                  <a:cubicBezTo>
                    <a:pt x="0" y="768"/>
                    <a:pt x="384" y="1110"/>
                    <a:pt x="811" y="1110"/>
                  </a:cubicBezTo>
                  <a:lnTo>
                    <a:pt x="13993" y="1110"/>
                  </a:lnTo>
                  <a:cubicBezTo>
                    <a:pt x="14419" y="1110"/>
                    <a:pt x="14761" y="768"/>
                    <a:pt x="14761" y="299"/>
                  </a:cubicBezTo>
                  <a:lnTo>
                    <a:pt x="14761" y="1"/>
                  </a:lnTo>
                  <a:close/>
                </a:path>
              </a:pathLst>
            </a:custGeom>
            <a:solidFill>
              <a:srgbClr val="4436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60"/>
            <p:cNvSpPr/>
            <p:nvPr/>
          </p:nvSpPr>
          <p:spPr>
            <a:xfrm>
              <a:off x="9182231" y="3152676"/>
              <a:ext cx="237025" cy="30172"/>
            </a:xfrm>
            <a:custGeom>
              <a:avLst/>
              <a:gdLst/>
              <a:ahLst/>
              <a:cxnLst/>
              <a:rect l="l" t="t" r="r" b="b"/>
              <a:pathLst>
                <a:path w="14761" h="1879" extrusionOk="0">
                  <a:moveTo>
                    <a:pt x="1024" y="1"/>
                  </a:moveTo>
                  <a:cubicBezTo>
                    <a:pt x="469" y="1"/>
                    <a:pt x="0" y="470"/>
                    <a:pt x="0" y="1025"/>
                  </a:cubicBezTo>
                  <a:lnTo>
                    <a:pt x="0" y="1878"/>
                  </a:lnTo>
                  <a:lnTo>
                    <a:pt x="14761" y="1878"/>
                  </a:lnTo>
                  <a:lnTo>
                    <a:pt x="14761" y="1025"/>
                  </a:lnTo>
                  <a:cubicBezTo>
                    <a:pt x="14761" y="470"/>
                    <a:pt x="14334" y="1"/>
                    <a:pt x="13737" y="1"/>
                  </a:cubicBezTo>
                  <a:close/>
                </a:path>
              </a:pathLst>
            </a:custGeom>
            <a:solidFill>
              <a:srgbClr val="4436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60"/>
            <p:cNvSpPr/>
            <p:nvPr/>
          </p:nvSpPr>
          <p:spPr>
            <a:xfrm>
              <a:off x="9180175" y="2803313"/>
              <a:ext cx="254158" cy="68533"/>
            </a:xfrm>
            <a:custGeom>
              <a:avLst/>
              <a:gdLst/>
              <a:ahLst/>
              <a:cxnLst/>
              <a:rect l="l" t="t" r="r" b="b"/>
              <a:pathLst>
                <a:path w="15828" h="4268" extrusionOk="0">
                  <a:moveTo>
                    <a:pt x="7892" y="1"/>
                  </a:moveTo>
                  <a:cubicBezTo>
                    <a:pt x="3882" y="1"/>
                    <a:pt x="555" y="1835"/>
                    <a:pt x="0" y="4267"/>
                  </a:cubicBezTo>
                  <a:lnTo>
                    <a:pt x="15827" y="4267"/>
                  </a:lnTo>
                  <a:cubicBezTo>
                    <a:pt x="15230" y="1835"/>
                    <a:pt x="11902" y="1"/>
                    <a:pt x="7892" y="1"/>
                  </a:cubicBezTo>
                  <a:close/>
                </a:path>
              </a:pathLst>
            </a:custGeom>
            <a:solidFill>
              <a:srgbClr val="6650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60"/>
            <p:cNvSpPr/>
            <p:nvPr/>
          </p:nvSpPr>
          <p:spPr>
            <a:xfrm>
              <a:off x="9296624" y="2771118"/>
              <a:ext cx="20570" cy="35648"/>
            </a:xfrm>
            <a:custGeom>
              <a:avLst/>
              <a:gdLst/>
              <a:ahLst/>
              <a:cxnLst/>
              <a:rect l="l" t="t" r="r" b="b"/>
              <a:pathLst>
                <a:path w="1281" h="2220" extrusionOk="0">
                  <a:moveTo>
                    <a:pt x="640" y="1"/>
                  </a:moveTo>
                  <a:cubicBezTo>
                    <a:pt x="320" y="1"/>
                    <a:pt x="0" y="257"/>
                    <a:pt x="0" y="769"/>
                  </a:cubicBezTo>
                  <a:lnTo>
                    <a:pt x="0" y="2219"/>
                  </a:lnTo>
                  <a:lnTo>
                    <a:pt x="1280" y="2219"/>
                  </a:lnTo>
                  <a:lnTo>
                    <a:pt x="1280" y="769"/>
                  </a:lnTo>
                  <a:cubicBezTo>
                    <a:pt x="1280" y="257"/>
                    <a:pt x="960" y="1"/>
                    <a:pt x="640" y="1"/>
                  </a:cubicBezTo>
                  <a:close/>
                </a:path>
              </a:pathLst>
            </a:custGeom>
            <a:solidFill>
              <a:srgbClr val="6650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60"/>
            <p:cNvSpPr/>
            <p:nvPr/>
          </p:nvSpPr>
          <p:spPr>
            <a:xfrm>
              <a:off x="9141124" y="2856062"/>
              <a:ext cx="319239" cy="28791"/>
            </a:xfrm>
            <a:custGeom>
              <a:avLst/>
              <a:gdLst/>
              <a:ahLst/>
              <a:cxnLst/>
              <a:rect l="l" t="t" r="r" b="b"/>
              <a:pathLst>
                <a:path w="19881" h="1793" extrusionOk="0">
                  <a:moveTo>
                    <a:pt x="1707" y="1"/>
                  </a:moveTo>
                  <a:cubicBezTo>
                    <a:pt x="1" y="1"/>
                    <a:pt x="1" y="1793"/>
                    <a:pt x="1707" y="1793"/>
                  </a:cubicBezTo>
                  <a:lnTo>
                    <a:pt x="18217" y="1793"/>
                  </a:lnTo>
                  <a:cubicBezTo>
                    <a:pt x="19880" y="1793"/>
                    <a:pt x="19880" y="1"/>
                    <a:pt x="18217" y="1"/>
                  </a:cubicBezTo>
                  <a:close/>
                </a:path>
              </a:pathLst>
            </a:custGeom>
            <a:solidFill>
              <a:srgbClr val="6650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60"/>
            <p:cNvSpPr/>
            <p:nvPr/>
          </p:nvSpPr>
          <p:spPr>
            <a:xfrm>
              <a:off x="9152091" y="3174611"/>
              <a:ext cx="301415" cy="30156"/>
            </a:xfrm>
            <a:custGeom>
              <a:avLst/>
              <a:gdLst/>
              <a:ahLst/>
              <a:cxnLst/>
              <a:rect l="l" t="t" r="r" b="b"/>
              <a:pathLst>
                <a:path w="18771" h="1878" extrusionOk="0">
                  <a:moveTo>
                    <a:pt x="1024" y="0"/>
                  </a:moveTo>
                  <a:cubicBezTo>
                    <a:pt x="0" y="0"/>
                    <a:pt x="0" y="1877"/>
                    <a:pt x="1024" y="1877"/>
                  </a:cubicBezTo>
                  <a:lnTo>
                    <a:pt x="17534" y="1877"/>
                  </a:lnTo>
                  <a:cubicBezTo>
                    <a:pt x="18771" y="1877"/>
                    <a:pt x="18771" y="0"/>
                    <a:pt x="17534" y="0"/>
                  </a:cubicBezTo>
                  <a:close/>
                </a:path>
              </a:pathLst>
            </a:custGeom>
            <a:solidFill>
              <a:srgbClr val="6650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60"/>
            <p:cNvSpPr/>
            <p:nvPr/>
          </p:nvSpPr>
          <p:spPr>
            <a:xfrm>
              <a:off x="9215101" y="2803281"/>
              <a:ext cx="197989" cy="42584"/>
            </a:xfrm>
            <a:custGeom>
              <a:avLst/>
              <a:gdLst/>
              <a:ahLst/>
              <a:cxnLst/>
              <a:rect l="l" t="t" r="r" b="b"/>
              <a:pathLst>
                <a:path w="12330" h="2652" extrusionOk="0">
                  <a:moveTo>
                    <a:pt x="5486" y="0"/>
                  </a:moveTo>
                  <a:cubicBezTo>
                    <a:pt x="3561" y="0"/>
                    <a:pt x="1683" y="512"/>
                    <a:pt x="1" y="1496"/>
                  </a:cubicBezTo>
                  <a:cubicBezTo>
                    <a:pt x="2270" y="2266"/>
                    <a:pt x="4655" y="2651"/>
                    <a:pt x="7010" y="2651"/>
                  </a:cubicBezTo>
                  <a:cubicBezTo>
                    <a:pt x="7134" y="2651"/>
                    <a:pt x="7257" y="2650"/>
                    <a:pt x="7381" y="2648"/>
                  </a:cubicBezTo>
                  <a:cubicBezTo>
                    <a:pt x="9045" y="2648"/>
                    <a:pt x="10709" y="2477"/>
                    <a:pt x="12330" y="2179"/>
                  </a:cubicBezTo>
                  <a:cubicBezTo>
                    <a:pt x="10879" y="856"/>
                    <a:pt x="8490" y="3"/>
                    <a:pt x="5717" y="3"/>
                  </a:cubicBezTo>
                  <a:cubicBezTo>
                    <a:pt x="5640" y="1"/>
                    <a:pt x="5563" y="0"/>
                    <a:pt x="5486" y="0"/>
                  </a:cubicBezTo>
                  <a:close/>
                </a:path>
              </a:pathLst>
            </a:custGeom>
            <a:solidFill>
              <a:srgbClr val="8C6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60"/>
            <p:cNvSpPr/>
            <p:nvPr/>
          </p:nvSpPr>
          <p:spPr>
            <a:xfrm>
              <a:off x="9150710" y="2856062"/>
              <a:ext cx="300741" cy="14516"/>
            </a:xfrm>
            <a:custGeom>
              <a:avLst/>
              <a:gdLst/>
              <a:ahLst/>
              <a:cxnLst/>
              <a:rect l="l" t="t" r="r" b="b"/>
              <a:pathLst>
                <a:path w="18729" h="904" extrusionOk="0">
                  <a:moveTo>
                    <a:pt x="1110" y="1"/>
                  </a:moveTo>
                  <a:cubicBezTo>
                    <a:pt x="683" y="1"/>
                    <a:pt x="257" y="129"/>
                    <a:pt x="1" y="470"/>
                  </a:cubicBezTo>
                  <a:cubicBezTo>
                    <a:pt x="231" y="738"/>
                    <a:pt x="598" y="903"/>
                    <a:pt x="979" y="903"/>
                  </a:cubicBezTo>
                  <a:cubicBezTo>
                    <a:pt x="1023" y="903"/>
                    <a:pt x="1066" y="901"/>
                    <a:pt x="1110" y="897"/>
                  </a:cubicBezTo>
                  <a:lnTo>
                    <a:pt x="17620" y="897"/>
                  </a:lnTo>
                  <a:cubicBezTo>
                    <a:pt x="17659" y="901"/>
                    <a:pt x="17698" y="903"/>
                    <a:pt x="17738" y="903"/>
                  </a:cubicBezTo>
                  <a:cubicBezTo>
                    <a:pt x="18089" y="903"/>
                    <a:pt x="18461" y="738"/>
                    <a:pt x="18729" y="470"/>
                  </a:cubicBezTo>
                  <a:cubicBezTo>
                    <a:pt x="18430" y="129"/>
                    <a:pt x="18004" y="1"/>
                    <a:pt x="17620" y="1"/>
                  </a:cubicBezTo>
                  <a:close/>
                </a:path>
              </a:pathLst>
            </a:custGeom>
            <a:solidFill>
              <a:srgbClr val="8C6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60"/>
            <p:cNvSpPr/>
            <p:nvPr/>
          </p:nvSpPr>
          <p:spPr>
            <a:xfrm>
              <a:off x="9158257" y="3174498"/>
              <a:ext cx="289083" cy="13826"/>
            </a:xfrm>
            <a:custGeom>
              <a:avLst/>
              <a:gdLst/>
              <a:ahLst/>
              <a:cxnLst/>
              <a:rect l="l" t="t" r="r" b="b"/>
              <a:pathLst>
                <a:path w="18003" h="861" extrusionOk="0">
                  <a:moveTo>
                    <a:pt x="17253" y="1"/>
                  </a:moveTo>
                  <a:cubicBezTo>
                    <a:pt x="17219" y="1"/>
                    <a:pt x="17184" y="3"/>
                    <a:pt x="17150" y="7"/>
                  </a:cubicBezTo>
                  <a:lnTo>
                    <a:pt x="640" y="7"/>
                  </a:lnTo>
                  <a:cubicBezTo>
                    <a:pt x="341" y="7"/>
                    <a:pt x="85" y="178"/>
                    <a:pt x="0" y="434"/>
                  </a:cubicBezTo>
                  <a:cubicBezTo>
                    <a:pt x="85" y="690"/>
                    <a:pt x="341" y="860"/>
                    <a:pt x="640" y="860"/>
                  </a:cubicBezTo>
                  <a:lnTo>
                    <a:pt x="17150" y="860"/>
                  </a:lnTo>
                  <a:cubicBezTo>
                    <a:pt x="17491" y="860"/>
                    <a:pt x="17790" y="690"/>
                    <a:pt x="18003" y="434"/>
                  </a:cubicBezTo>
                  <a:cubicBezTo>
                    <a:pt x="17811" y="166"/>
                    <a:pt x="17551" y="1"/>
                    <a:pt x="17253" y="1"/>
                  </a:cubicBezTo>
                  <a:close/>
                </a:path>
              </a:pathLst>
            </a:custGeom>
            <a:solidFill>
              <a:srgbClr val="8C6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60"/>
            <p:cNvSpPr/>
            <p:nvPr/>
          </p:nvSpPr>
          <p:spPr>
            <a:xfrm>
              <a:off x="9187016" y="3174611"/>
              <a:ext cx="79485" cy="13713"/>
            </a:xfrm>
            <a:custGeom>
              <a:avLst/>
              <a:gdLst/>
              <a:ahLst/>
              <a:cxnLst/>
              <a:rect l="l" t="t" r="r" b="b"/>
              <a:pathLst>
                <a:path w="4950" h="854" extrusionOk="0">
                  <a:moveTo>
                    <a:pt x="214" y="0"/>
                  </a:moveTo>
                  <a:cubicBezTo>
                    <a:pt x="129" y="0"/>
                    <a:pt x="86" y="171"/>
                    <a:pt x="43" y="427"/>
                  </a:cubicBezTo>
                  <a:cubicBezTo>
                    <a:pt x="1" y="640"/>
                    <a:pt x="129" y="853"/>
                    <a:pt x="214" y="853"/>
                  </a:cubicBezTo>
                  <a:lnTo>
                    <a:pt x="4693" y="853"/>
                  </a:lnTo>
                  <a:cubicBezTo>
                    <a:pt x="4821" y="853"/>
                    <a:pt x="4907" y="640"/>
                    <a:pt x="4949" y="427"/>
                  </a:cubicBezTo>
                  <a:cubicBezTo>
                    <a:pt x="4907" y="171"/>
                    <a:pt x="4821" y="0"/>
                    <a:pt x="4693" y="0"/>
                  </a:cubicBezTo>
                  <a:close/>
                </a:path>
              </a:pathLst>
            </a:custGeom>
            <a:solidFill>
              <a:srgbClr val="B593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60"/>
            <p:cNvSpPr/>
            <p:nvPr/>
          </p:nvSpPr>
          <p:spPr>
            <a:xfrm>
              <a:off x="9277436" y="3031426"/>
              <a:ext cx="40433" cy="80175"/>
            </a:xfrm>
            <a:custGeom>
              <a:avLst/>
              <a:gdLst/>
              <a:ahLst/>
              <a:cxnLst/>
              <a:rect l="l" t="t" r="r" b="b"/>
              <a:pathLst>
                <a:path w="2518" h="4993" extrusionOk="0">
                  <a:moveTo>
                    <a:pt x="2219" y="1"/>
                  </a:moveTo>
                  <a:lnTo>
                    <a:pt x="598" y="172"/>
                  </a:lnTo>
                  <a:cubicBezTo>
                    <a:pt x="385" y="172"/>
                    <a:pt x="214" y="342"/>
                    <a:pt x="172" y="556"/>
                  </a:cubicBezTo>
                  <a:cubicBezTo>
                    <a:pt x="129" y="1665"/>
                    <a:pt x="44" y="2817"/>
                    <a:pt x="1" y="3840"/>
                  </a:cubicBezTo>
                  <a:cubicBezTo>
                    <a:pt x="257" y="4523"/>
                    <a:pt x="641" y="4992"/>
                    <a:pt x="1068" y="4992"/>
                  </a:cubicBezTo>
                  <a:cubicBezTo>
                    <a:pt x="1835" y="4992"/>
                    <a:pt x="2518" y="3371"/>
                    <a:pt x="2518" y="1323"/>
                  </a:cubicBezTo>
                  <a:cubicBezTo>
                    <a:pt x="2518" y="897"/>
                    <a:pt x="2475" y="428"/>
                    <a:pt x="2390" y="1"/>
                  </a:cubicBezTo>
                  <a:close/>
                </a:path>
              </a:pathLst>
            </a:custGeom>
            <a:solidFill>
              <a:srgbClr val="F7D8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60"/>
            <p:cNvSpPr/>
            <p:nvPr/>
          </p:nvSpPr>
          <p:spPr>
            <a:xfrm>
              <a:off x="9277436" y="2974582"/>
              <a:ext cx="40433" cy="47900"/>
            </a:xfrm>
            <a:custGeom>
              <a:avLst/>
              <a:gdLst/>
              <a:ahLst/>
              <a:cxnLst/>
              <a:rect l="l" t="t" r="r" b="b"/>
              <a:pathLst>
                <a:path w="2518" h="2983" extrusionOk="0">
                  <a:moveTo>
                    <a:pt x="1409" y="0"/>
                  </a:moveTo>
                  <a:cubicBezTo>
                    <a:pt x="684" y="0"/>
                    <a:pt x="86" y="1024"/>
                    <a:pt x="1" y="2346"/>
                  </a:cubicBezTo>
                  <a:cubicBezTo>
                    <a:pt x="214" y="2645"/>
                    <a:pt x="556" y="2858"/>
                    <a:pt x="940" y="2944"/>
                  </a:cubicBezTo>
                  <a:cubicBezTo>
                    <a:pt x="1039" y="2970"/>
                    <a:pt x="1134" y="2982"/>
                    <a:pt x="1223" y="2982"/>
                  </a:cubicBezTo>
                  <a:cubicBezTo>
                    <a:pt x="2013" y="2982"/>
                    <a:pt x="2403" y="2020"/>
                    <a:pt x="2518" y="1024"/>
                  </a:cubicBezTo>
                  <a:cubicBezTo>
                    <a:pt x="2219" y="384"/>
                    <a:pt x="1835" y="0"/>
                    <a:pt x="1409" y="0"/>
                  </a:cubicBezTo>
                  <a:close/>
                </a:path>
              </a:pathLst>
            </a:custGeom>
            <a:solidFill>
              <a:srgbClr val="FFAD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60"/>
            <p:cNvSpPr/>
            <p:nvPr/>
          </p:nvSpPr>
          <p:spPr>
            <a:xfrm>
              <a:off x="9284983" y="2993065"/>
              <a:ext cx="24680" cy="28582"/>
            </a:xfrm>
            <a:custGeom>
              <a:avLst/>
              <a:gdLst/>
              <a:ahLst/>
              <a:cxnLst/>
              <a:rect l="l" t="t" r="r" b="b"/>
              <a:pathLst>
                <a:path w="1537" h="1780" extrusionOk="0">
                  <a:moveTo>
                    <a:pt x="853" y="1"/>
                  </a:moveTo>
                  <a:cubicBezTo>
                    <a:pt x="427" y="1"/>
                    <a:pt x="86" y="598"/>
                    <a:pt x="0" y="1409"/>
                  </a:cubicBezTo>
                  <a:cubicBezTo>
                    <a:pt x="171" y="1579"/>
                    <a:pt x="384" y="1707"/>
                    <a:pt x="598" y="1750"/>
                  </a:cubicBezTo>
                  <a:cubicBezTo>
                    <a:pt x="667" y="1770"/>
                    <a:pt x="732" y="1779"/>
                    <a:pt x="793" y="1779"/>
                  </a:cubicBezTo>
                  <a:cubicBezTo>
                    <a:pt x="1252" y="1779"/>
                    <a:pt x="1461" y="1239"/>
                    <a:pt x="1536" y="598"/>
                  </a:cubicBezTo>
                  <a:cubicBezTo>
                    <a:pt x="1365" y="214"/>
                    <a:pt x="1152" y="1"/>
                    <a:pt x="853" y="1"/>
                  </a:cubicBezTo>
                  <a:close/>
                </a:path>
              </a:pathLst>
            </a:custGeom>
            <a:solidFill>
              <a:srgbClr val="F2D3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60"/>
            <p:cNvSpPr/>
            <p:nvPr/>
          </p:nvSpPr>
          <p:spPr>
            <a:xfrm>
              <a:off x="9278817" y="3075279"/>
              <a:ext cx="26736" cy="19189"/>
            </a:xfrm>
            <a:custGeom>
              <a:avLst/>
              <a:gdLst/>
              <a:ahLst/>
              <a:cxnLst/>
              <a:rect l="l" t="t" r="r" b="b"/>
              <a:pathLst>
                <a:path w="1665" h="1195" extrusionOk="0">
                  <a:moveTo>
                    <a:pt x="0" y="0"/>
                  </a:moveTo>
                  <a:lnTo>
                    <a:pt x="0" y="0"/>
                  </a:lnTo>
                  <a:cubicBezTo>
                    <a:pt x="86" y="683"/>
                    <a:pt x="427" y="1195"/>
                    <a:pt x="854" y="1195"/>
                  </a:cubicBezTo>
                  <a:cubicBezTo>
                    <a:pt x="1237" y="1195"/>
                    <a:pt x="1579" y="726"/>
                    <a:pt x="1664" y="128"/>
                  </a:cubicBezTo>
                  <a:lnTo>
                    <a:pt x="1664" y="128"/>
                  </a:lnTo>
                  <a:cubicBezTo>
                    <a:pt x="1493" y="384"/>
                    <a:pt x="1195" y="555"/>
                    <a:pt x="854" y="555"/>
                  </a:cubicBezTo>
                  <a:cubicBezTo>
                    <a:pt x="512" y="512"/>
                    <a:pt x="171" y="342"/>
                    <a:pt x="0" y="0"/>
                  </a:cubicBezTo>
                  <a:close/>
                </a:path>
              </a:pathLst>
            </a:custGeom>
            <a:solidFill>
              <a:srgbClr val="EAC5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60"/>
            <p:cNvSpPr/>
            <p:nvPr/>
          </p:nvSpPr>
          <p:spPr>
            <a:xfrm>
              <a:off x="9293879" y="3036918"/>
              <a:ext cx="26045" cy="20586"/>
            </a:xfrm>
            <a:custGeom>
              <a:avLst/>
              <a:gdLst/>
              <a:ahLst/>
              <a:cxnLst/>
              <a:rect l="l" t="t" r="r" b="b"/>
              <a:pathLst>
                <a:path w="1622" h="1282" extrusionOk="0">
                  <a:moveTo>
                    <a:pt x="1579" y="0"/>
                  </a:moveTo>
                  <a:lnTo>
                    <a:pt x="1579" y="0"/>
                  </a:lnTo>
                  <a:cubicBezTo>
                    <a:pt x="1451" y="299"/>
                    <a:pt x="1195" y="555"/>
                    <a:pt x="897" y="726"/>
                  </a:cubicBezTo>
                  <a:cubicBezTo>
                    <a:pt x="802" y="753"/>
                    <a:pt x="699" y="767"/>
                    <a:pt x="596" y="767"/>
                  </a:cubicBezTo>
                  <a:cubicBezTo>
                    <a:pt x="372" y="767"/>
                    <a:pt x="147" y="701"/>
                    <a:pt x="1" y="555"/>
                  </a:cubicBezTo>
                  <a:lnTo>
                    <a:pt x="1" y="555"/>
                  </a:lnTo>
                  <a:cubicBezTo>
                    <a:pt x="141" y="976"/>
                    <a:pt x="455" y="1282"/>
                    <a:pt x="776" y="1282"/>
                  </a:cubicBezTo>
                  <a:cubicBezTo>
                    <a:pt x="845" y="1282"/>
                    <a:pt x="914" y="1268"/>
                    <a:pt x="982" y="1237"/>
                  </a:cubicBezTo>
                  <a:cubicBezTo>
                    <a:pt x="1409" y="981"/>
                    <a:pt x="1622" y="512"/>
                    <a:pt x="1579" y="0"/>
                  </a:cubicBezTo>
                  <a:close/>
                </a:path>
              </a:pathLst>
            </a:custGeom>
            <a:solidFill>
              <a:srgbClr val="EAC5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60"/>
            <p:cNvSpPr/>
            <p:nvPr/>
          </p:nvSpPr>
          <p:spPr>
            <a:xfrm>
              <a:off x="9208934" y="2856062"/>
              <a:ext cx="85651" cy="14404"/>
            </a:xfrm>
            <a:custGeom>
              <a:avLst/>
              <a:gdLst/>
              <a:ahLst/>
              <a:cxnLst/>
              <a:rect l="l" t="t" r="r" b="b"/>
              <a:pathLst>
                <a:path w="5334" h="897" extrusionOk="0">
                  <a:moveTo>
                    <a:pt x="300" y="1"/>
                  </a:moveTo>
                  <a:cubicBezTo>
                    <a:pt x="129" y="1"/>
                    <a:pt x="44" y="214"/>
                    <a:pt x="1" y="470"/>
                  </a:cubicBezTo>
                  <a:cubicBezTo>
                    <a:pt x="44" y="726"/>
                    <a:pt x="129" y="897"/>
                    <a:pt x="300" y="897"/>
                  </a:cubicBezTo>
                  <a:lnTo>
                    <a:pt x="5035" y="897"/>
                  </a:lnTo>
                  <a:cubicBezTo>
                    <a:pt x="5163" y="897"/>
                    <a:pt x="5291" y="726"/>
                    <a:pt x="5334" y="470"/>
                  </a:cubicBezTo>
                  <a:cubicBezTo>
                    <a:pt x="5291" y="214"/>
                    <a:pt x="5163" y="1"/>
                    <a:pt x="5035" y="1"/>
                  </a:cubicBezTo>
                  <a:close/>
                </a:path>
              </a:pathLst>
            </a:custGeom>
            <a:solidFill>
              <a:srgbClr val="B593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60"/>
            <p:cNvSpPr/>
            <p:nvPr/>
          </p:nvSpPr>
          <p:spPr>
            <a:xfrm>
              <a:off x="9312377" y="2856062"/>
              <a:ext cx="52765" cy="14404"/>
            </a:xfrm>
            <a:custGeom>
              <a:avLst/>
              <a:gdLst/>
              <a:ahLst/>
              <a:cxnLst/>
              <a:rect l="l" t="t" r="r" b="b"/>
              <a:pathLst>
                <a:path w="3286" h="897" extrusionOk="0">
                  <a:moveTo>
                    <a:pt x="214" y="1"/>
                  </a:moveTo>
                  <a:cubicBezTo>
                    <a:pt x="129" y="1"/>
                    <a:pt x="86" y="214"/>
                    <a:pt x="43" y="470"/>
                  </a:cubicBezTo>
                  <a:cubicBezTo>
                    <a:pt x="1" y="726"/>
                    <a:pt x="129" y="897"/>
                    <a:pt x="214" y="897"/>
                  </a:cubicBezTo>
                  <a:lnTo>
                    <a:pt x="3072" y="897"/>
                  </a:lnTo>
                  <a:cubicBezTo>
                    <a:pt x="3158" y="897"/>
                    <a:pt x="3243" y="726"/>
                    <a:pt x="3243" y="470"/>
                  </a:cubicBezTo>
                  <a:cubicBezTo>
                    <a:pt x="3286" y="214"/>
                    <a:pt x="3158" y="1"/>
                    <a:pt x="3072" y="1"/>
                  </a:cubicBezTo>
                  <a:close/>
                </a:path>
              </a:pathLst>
            </a:custGeom>
            <a:solidFill>
              <a:srgbClr val="B593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60"/>
            <p:cNvSpPr/>
            <p:nvPr/>
          </p:nvSpPr>
          <p:spPr>
            <a:xfrm>
              <a:off x="9339097" y="2819499"/>
              <a:ext cx="47289" cy="17422"/>
            </a:xfrm>
            <a:custGeom>
              <a:avLst/>
              <a:gdLst/>
              <a:ahLst/>
              <a:cxnLst/>
              <a:rect l="l" t="t" r="r" b="b"/>
              <a:pathLst>
                <a:path w="2945" h="1085" extrusionOk="0">
                  <a:moveTo>
                    <a:pt x="845" y="1"/>
                  </a:moveTo>
                  <a:cubicBezTo>
                    <a:pt x="387" y="1"/>
                    <a:pt x="73" y="96"/>
                    <a:pt x="43" y="273"/>
                  </a:cubicBezTo>
                  <a:cubicBezTo>
                    <a:pt x="0" y="529"/>
                    <a:pt x="555" y="870"/>
                    <a:pt x="1366" y="998"/>
                  </a:cubicBezTo>
                  <a:cubicBezTo>
                    <a:pt x="1644" y="1057"/>
                    <a:pt x="1907" y="1085"/>
                    <a:pt x="2134" y="1085"/>
                  </a:cubicBezTo>
                  <a:cubicBezTo>
                    <a:pt x="2569" y="1085"/>
                    <a:pt x="2873" y="981"/>
                    <a:pt x="2901" y="785"/>
                  </a:cubicBezTo>
                  <a:cubicBezTo>
                    <a:pt x="2944" y="529"/>
                    <a:pt x="2347" y="230"/>
                    <a:pt x="1536" y="59"/>
                  </a:cubicBezTo>
                  <a:cubicBezTo>
                    <a:pt x="1285" y="20"/>
                    <a:pt x="1051" y="1"/>
                    <a:pt x="845" y="1"/>
                  </a:cubicBezTo>
                  <a:close/>
                </a:path>
              </a:pathLst>
            </a:custGeom>
            <a:solidFill>
              <a:srgbClr val="B593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60"/>
            <p:cNvSpPr/>
            <p:nvPr/>
          </p:nvSpPr>
          <p:spPr>
            <a:xfrm>
              <a:off x="9306901" y="2808805"/>
              <a:ext cx="30846" cy="10293"/>
            </a:xfrm>
            <a:custGeom>
              <a:avLst/>
              <a:gdLst/>
              <a:ahLst/>
              <a:cxnLst/>
              <a:rect l="l" t="t" r="r" b="b"/>
              <a:pathLst>
                <a:path w="1921" h="641" extrusionOk="0">
                  <a:moveTo>
                    <a:pt x="939" y="0"/>
                  </a:moveTo>
                  <a:cubicBezTo>
                    <a:pt x="384" y="0"/>
                    <a:pt x="0" y="171"/>
                    <a:pt x="0" y="342"/>
                  </a:cubicBezTo>
                  <a:cubicBezTo>
                    <a:pt x="0" y="512"/>
                    <a:pt x="427" y="640"/>
                    <a:pt x="939" y="640"/>
                  </a:cubicBezTo>
                  <a:cubicBezTo>
                    <a:pt x="1494" y="640"/>
                    <a:pt x="1920" y="469"/>
                    <a:pt x="1920" y="299"/>
                  </a:cubicBezTo>
                  <a:cubicBezTo>
                    <a:pt x="1920" y="128"/>
                    <a:pt x="1451" y="0"/>
                    <a:pt x="939" y="0"/>
                  </a:cubicBezTo>
                  <a:close/>
                </a:path>
              </a:pathLst>
            </a:custGeom>
            <a:solidFill>
              <a:srgbClr val="B593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55" name="Google Shape;2055;p60"/>
          <p:cNvGrpSpPr/>
          <p:nvPr/>
        </p:nvGrpSpPr>
        <p:grpSpPr>
          <a:xfrm>
            <a:off x="6596730" y="4103536"/>
            <a:ext cx="795165" cy="401643"/>
            <a:chOff x="760658" y="4632187"/>
            <a:chExt cx="795165" cy="401643"/>
          </a:xfrm>
        </p:grpSpPr>
        <p:sp>
          <p:nvSpPr>
            <p:cNvPr id="2056" name="Google Shape;2056;p60"/>
            <p:cNvSpPr/>
            <p:nvPr/>
          </p:nvSpPr>
          <p:spPr>
            <a:xfrm>
              <a:off x="932345" y="4784242"/>
              <a:ext cx="301263" cy="21157"/>
            </a:xfrm>
            <a:custGeom>
              <a:avLst/>
              <a:gdLst/>
              <a:ahLst/>
              <a:cxnLst/>
              <a:rect l="l" t="t" r="r" b="b"/>
              <a:pathLst>
                <a:path w="4343" h="305" extrusionOk="0">
                  <a:moveTo>
                    <a:pt x="85" y="0"/>
                  </a:moveTo>
                  <a:cubicBezTo>
                    <a:pt x="43" y="0"/>
                    <a:pt x="1" y="63"/>
                    <a:pt x="1" y="147"/>
                  </a:cubicBezTo>
                  <a:cubicBezTo>
                    <a:pt x="1" y="231"/>
                    <a:pt x="43" y="304"/>
                    <a:pt x="85" y="304"/>
                  </a:cubicBezTo>
                  <a:lnTo>
                    <a:pt x="4342" y="304"/>
                  </a:lnTo>
                  <a:lnTo>
                    <a:pt x="434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57" name="Google Shape;2057;p60"/>
            <p:cNvGrpSpPr/>
            <p:nvPr/>
          </p:nvGrpSpPr>
          <p:grpSpPr>
            <a:xfrm>
              <a:off x="932345" y="4632187"/>
              <a:ext cx="623479" cy="173211"/>
              <a:chOff x="932345" y="4632187"/>
              <a:chExt cx="623479" cy="173211"/>
            </a:xfrm>
          </p:grpSpPr>
          <p:sp>
            <p:nvSpPr>
              <p:cNvPr id="2058" name="Google Shape;2058;p60"/>
              <p:cNvSpPr/>
              <p:nvPr/>
            </p:nvSpPr>
            <p:spPr>
              <a:xfrm>
                <a:off x="949826" y="4642384"/>
                <a:ext cx="312847" cy="153510"/>
              </a:xfrm>
              <a:custGeom>
                <a:avLst/>
                <a:gdLst/>
                <a:ahLst/>
                <a:cxnLst/>
                <a:rect l="l" t="t" r="r" b="b"/>
                <a:pathLst>
                  <a:path w="4510" h="2213" extrusionOk="0">
                    <a:moveTo>
                      <a:pt x="0" y="0"/>
                    </a:moveTo>
                    <a:cubicBezTo>
                      <a:pt x="483" y="588"/>
                      <a:pt x="462" y="1657"/>
                      <a:pt x="0" y="2213"/>
                    </a:cubicBezTo>
                    <a:lnTo>
                      <a:pt x="4237" y="2213"/>
                    </a:lnTo>
                    <a:cubicBezTo>
                      <a:pt x="4510" y="2213"/>
                      <a:pt x="4510" y="0"/>
                      <a:pt x="4237" y="0"/>
                    </a:cubicBezTo>
                    <a:close/>
                  </a:path>
                </a:pathLst>
              </a:custGeom>
              <a:solidFill>
                <a:srgbClr val="E2C19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Google Shape;2059;p60"/>
              <p:cNvSpPr/>
              <p:nvPr/>
            </p:nvSpPr>
            <p:spPr>
              <a:xfrm>
                <a:off x="1194974" y="4632187"/>
                <a:ext cx="360850" cy="173211"/>
              </a:xfrm>
              <a:custGeom>
                <a:avLst/>
                <a:gdLst/>
                <a:ahLst/>
                <a:cxnLst/>
                <a:rect l="l" t="t" r="r" b="b"/>
                <a:pathLst>
                  <a:path w="5202" h="2497" extrusionOk="0">
                    <a:moveTo>
                      <a:pt x="126" y="1"/>
                    </a:moveTo>
                    <a:cubicBezTo>
                      <a:pt x="53" y="1"/>
                      <a:pt x="0" y="74"/>
                      <a:pt x="11" y="147"/>
                    </a:cubicBezTo>
                    <a:cubicBezTo>
                      <a:pt x="0" y="221"/>
                      <a:pt x="53" y="284"/>
                      <a:pt x="126" y="294"/>
                    </a:cubicBezTo>
                    <a:lnTo>
                      <a:pt x="262" y="294"/>
                    </a:lnTo>
                    <a:cubicBezTo>
                      <a:pt x="619" y="294"/>
                      <a:pt x="619" y="2192"/>
                      <a:pt x="262" y="2192"/>
                    </a:cubicBezTo>
                    <a:lnTo>
                      <a:pt x="126" y="2192"/>
                    </a:lnTo>
                    <a:cubicBezTo>
                      <a:pt x="53" y="2203"/>
                      <a:pt x="0" y="2266"/>
                      <a:pt x="11" y="2339"/>
                    </a:cubicBezTo>
                    <a:cubicBezTo>
                      <a:pt x="0" y="2412"/>
                      <a:pt x="53" y="2486"/>
                      <a:pt x="126" y="2496"/>
                    </a:cubicBezTo>
                    <a:lnTo>
                      <a:pt x="4258" y="2496"/>
                    </a:lnTo>
                    <a:cubicBezTo>
                      <a:pt x="5202" y="2496"/>
                      <a:pt x="5202" y="1"/>
                      <a:pt x="424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Google Shape;2060;p60"/>
              <p:cNvSpPr/>
              <p:nvPr/>
            </p:nvSpPr>
            <p:spPr>
              <a:xfrm>
                <a:off x="932345" y="4632187"/>
                <a:ext cx="301263" cy="20463"/>
              </a:xfrm>
              <a:custGeom>
                <a:avLst/>
                <a:gdLst/>
                <a:ahLst/>
                <a:cxnLst/>
                <a:rect l="l" t="t" r="r" b="b"/>
                <a:pathLst>
                  <a:path w="4343" h="295" extrusionOk="0">
                    <a:moveTo>
                      <a:pt x="85" y="1"/>
                    </a:moveTo>
                    <a:cubicBezTo>
                      <a:pt x="43" y="1"/>
                      <a:pt x="1" y="63"/>
                      <a:pt x="1" y="147"/>
                    </a:cubicBezTo>
                    <a:cubicBezTo>
                      <a:pt x="1" y="231"/>
                      <a:pt x="43" y="294"/>
                      <a:pt x="85" y="294"/>
                    </a:cubicBezTo>
                    <a:lnTo>
                      <a:pt x="4342" y="294"/>
                    </a:lnTo>
                    <a:lnTo>
                      <a:pt x="434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Google Shape;2061;p60"/>
              <p:cNvSpPr/>
              <p:nvPr/>
            </p:nvSpPr>
            <p:spPr>
              <a:xfrm>
                <a:off x="963630" y="4696214"/>
                <a:ext cx="211016" cy="79773"/>
              </a:xfrm>
              <a:custGeom>
                <a:avLst/>
                <a:gdLst/>
                <a:ahLst/>
                <a:cxnLst/>
                <a:rect l="l" t="t" r="r" b="b"/>
                <a:pathLst>
                  <a:path w="3042" h="1150" extrusionOk="0">
                    <a:moveTo>
                      <a:pt x="127" y="0"/>
                    </a:moveTo>
                    <a:cubicBezTo>
                      <a:pt x="189" y="367"/>
                      <a:pt x="147" y="745"/>
                      <a:pt x="1" y="1091"/>
                    </a:cubicBezTo>
                    <a:lnTo>
                      <a:pt x="231" y="1112"/>
                    </a:lnTo>
                    <a:cubicBezTo>
                      <a:pt x="570" y="1138"/>
                      <a:pt x="896" y="1150"/>
                      <a:pt x="1197" y="1150"/>
                    </a:cubicBezTo>
                    <a:cubicBezTo>
                      <a:pt x="2247" y="1150"/>
                      <a:pt x="3004" y="1002"/>
                      <a:pt x="3021" y="766"/>
                    </a:cubicBezTo>
                    <a:cubicBezTo>
                      <a:pt x="3042" y="462"/>
                      <a:pt x="1836" y="126"/>
                      <a:pt x="315" y="11"/>
                    </a:cubicBezTo>
                    <a:lnTo>
                      <a:pt x="127" y="0"/>
                    </a:lnTo>
                    <a:close/>
                  </a:path>
                </a:pathLst>
              </a:custGeom>
              <a:solidFill>
                <a:srgbClr val="F4E4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Google Shape;2062;p60"/>
              <p:cNvSpPr/>
              <p:nvPr/>
            </p:nvSpPr>
            <p:spPr>
              <a:xfrm>
                <a:off x="1043681" y="4671449"/>
                <a:ext cx="157187" cy="6659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96" extrusionOk="0">
                    <a:moveTo>
                      <a:pt x="1133" y="1"/>
                    </a:moveTo>
                    <a:cubicBezTo>
                      <a:pt x="504" y="1"/>
                      <a:pt x="0" y="22"/>
                      <a:pt x="0" y="53"/>
                    </a:cubicBezTo>
                    <a:cubicBezTo>
                      <a:pt x="0" y="74"/>
                      <a:pt x="504" y="95"/>
                      <a:pt x="1133" y="95"/>
                    </a:cubicBezTo>
                    <a:cubicBezTo>
                      <a:pt x="1751" y="95"/>
                      <a:pt x="2265" y="74"/>
                      <a:pt x="2265" y="53"/>
                    </a:cubicBezTo>
                    <a:cubicBezTo>
                      <a:pt x="2265" y="22"/>
                      <a:pt x="1751" y="1"/>
                      <a:pt x="1133" y="1"/>
                    </a:cubicBezTo>
                    <a:close/>
                  </a:path>
                </a:pathLst>
              </a:custGeom>
              <a:solidFill>
                <a:srgbClr val="CEA9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Google Shape;2063;p60"/>
              <p:cNvSpPr/>
              <p:nvPr/>
            </p:nvSpPr>
            <p:spPr>
              <a:xfrm>
                <a:off x="1008026" y="4730413"/>
                <a:ext cx="203039" cy="4440"/>
              </a:xfrm>
              <a:custGeom>
                <a:avLst/>
                <a:gdLst/>
                <a:ahLst/>
                <a:cxnLst/>
                <a:rect l="l" t="t" r="r" b="b"/>
                <a:pathLst>
                  <a:path w="2927" h="64" extrusionOk="0">
                    <a:moveTo>
                      <a:pt x="1458" y="0"/>
                    </a:moveTo>
                    <a:cubicBezTo>
                      <a:pt x="650" y="0"/>
                      <a:pt x="0" y="11"/>
                      <a:pt x="0" y="32"/>
                    </a:cubicBezTo>
                    <a:cubicBezTo>
                      <a:pt x="0" y="42"/>
                      <a:pt x="650" y="63"/>
                      <a:pt x="1458" y="63"/>
                    </a:cubicBezTo>
                    <a:cubicBezTo>
                      <a:pt x="2265" y="63"/>
                      <a:pt x="2926" y="42"/>
                      <a:pt x="2926" y="32"/>
                    </a:cubicBezTo>
                    <a:cubicBezTo>
                      <a:pt x="2926" y="11"/>
                      <a:pt x="2265" y="0"/>
                      <a:pt x="1458" y="0"/>
                    </a:cubicBezTo>
                    <a:close/>
                  </a:path>
                </a:pathLst>
              </a:custGeom>
              <a:solidFill>
                <a:srgbClr val="CEA9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064" name="Google Shape;2064;p60"/>
            <p:cNvSpPr/>
            <p:nvPr/>
          </p:nvSpPr>
          <p:spPr>
            <a:xfrm>
              <a:off x="760658" y="4803874"/>
              <a:ext cx="271435" cy="17550"/>
            </a:xfrm>
            <a:custGeom>
              <a:avLst/>
              <a:gdLst/>
              <a:ahLst/>
              <a:cxnLst/>
              <a:rect l="l" t="t" r="r" b="b"/>
              <a:pathLst>
                <a:path w="3913" h="253" extrusionOk="0">
                  <a:moveTo>
                    <a:pt x="116" y="0"/>
                  </a:moveTo>
                  <a:cubicBezTo>
                    <a:pt x="1" y="42"/>
                    <a:pt x="1" y="210"/>
                    <a:pt x="116" y="252"/>
                  </a:cubicBezTo>
                  <a:lnTo>
                    <a:pt x="3912" y="252"/>
                  </a:lnTo>
                  <a:lnTo>
                    <a:pt x="39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65" name="Google Shape;2065;p60"/>
            <p:cNvGrpSpPr/>
            <p:nvPr/>
          </p:nvGrpSpPr>
          <p:grpSpPr>
            <a:xfrm>
              <a:off x="760658" y="4803874"/>
              <a:ext cx="700615" cy="229956"/>
              <a:chOff x="760658" y="4803874"/>
              <a:chExt cx="700615" cy="229956"/>
            </a:xfrm>
          </p:grpSpPr>
          <p:sp>
            <p:nvSpPr>
              <p:cNvPr id="2066" name="Google Shape;2066;p60"/>
              <p:cNvSpPr/>
              <p:nvPr/>
            </p:nvSpPr>
            <p:spPr>
              <a:xfrm>
                <a:off x="786186" y="4821355"/>
                <a:ext cx="283019" cy="200819"/>
              </a:xfrm>
              <a:custGeom>
                <a:avLst/>
                <a:gdLst/>
                <a:ahLst/>
                <a:cxnLst/>
                <a:rect l="l" t="t" r="r" b="b"/>
                <a:pathLst>
                  <a:path w="4080" h="2895" extrusionOk="0">
                    <a:moveTo>
                      <a:pt x="0" y="0"/>
                    </a:moveTo>
                    <a:cubicBezTo>
                      <a:pt x="325" y="923"/>
                      <a:pt x="262" y="1898"/>
                      <a:pt x="0" y="2894"/>
                    </a:cubicBezTo>
                    <a:lnTo>
                      <a:pt x="3775" y="2894"/>
                    </a:lnTo>
                    <a:cubicBezTo>
                      <a:pt x="3776" y="2894"/>
                      <a:pt x="3776" y="2894"/>
                      <a:pt x="3777" y="2894"/>
                    </a:cubicBezTo>
                    <a:cubicBezTo>
                      <a:pt x="4079" y="2894"/>
                      <a:pt x="4079" y="0"/>
                      <a:pt x="3775" y="0"/>
                    </a:cubicBezTo>
                    <a:close/>
                  </a:path>
                </a:pathLst>
              </a:custGeom>
              <a:solidFill>
                <a:srgbClr val="F4E4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Google Shape;2067;p60"/>
              <p:cNvSpPr/>
              <p:nvPr/>
            </p:nvSpPr>
            <p:spPr>
              <a:xfrm>
                <a:off x="781052" y="4812614"/>
                <a:ext cx="283019" cy="213166"/>
              </a:xfrm>
              <a:custGeom>
                <a:avLst/>
                <a:gdLst/>
                <a:ahLst/>
                <a:cxnLst/>
                <a:rect l="l" t="t" r="r" b="b"/>
                <a:pathLst>
                  <a:path w="4080" h="3073" extrusionOk="0">
                    <a:moveTo>
                      <a:pt x="1" y="0"/>
                    </a:moveTo>
                    <a:cubicBezTo>
                      <a:pt x="126" y="294"/>
                      <a:pt x="221" y="598"/>
                      <a:pt x="263" y="913"/>
                    </a:cubicBezTo>
                    <a:cubicBezTo>
                      <a:pt x="1825" y="1122"/>
                      <a:pt x="3000" y="1668"/>
                      <a:pt x="2947" y="2181"/>
                    </a:cubicBezTo>
                    <a:cubicBezTo>
                      <a:pt x="2901" y="2642"/>
                      <a:pt x="1925" y="2932"/>
                      <a:pt x="622" y="2932"/>
                    </a:cubicBezTo>
                    <a:cubicBezTo>
                      <a:pt x="442" y="2932"/>
                      <a:pt x="255" y="2927"/>
                      <a:pt x="64" y="2915"/>
                    </a:cubicBezTo>
                    <a:cubicBezTo>
                      <a:pt x="53" y="2968"/>
                      <a:pt x="32" y="3020"/>
                      <a:pt x="11" y="3073"/>
                    </a:cubicBezTo>
                    <a:lnTo>
                      <a:pt x="3786" y="3073"/>
                    </a:lnTo>
                    <a:cubicBezTo>
                      <a:pt x="4080" y="3073"/>
                      <a:pt x="4080" y="0"/>
                      <a:pt x="3776" y="0"/>
                    </a:cubicBezTo>
                    <a:close/>
                  </a:path>
                </a:pathLst>
              </a:custGeom>
              <a:solidFill>
                <a:srgbClr val="E2C19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Google Shape;2068;p60"/>
              <p:cNvSpPr/>
              <p:nvPr/>
            </p:nvSpPr>
            <p:spPr>
              <a:xfrm>
                <a:off x="989088" y="4803874"/>
                <a:ext cx="472185" cy="229953"/>
              </a:xfrm>
              <a:custGeom>
                <a:avLst/>
                <a:gdLst/>
                <a:ahLst/>
                <a:cxnLst/>
                <a:rect l="l" t="t" r="r" b="b"/>
                <a:pathLst>
                  <a:path w="6807" h="3315" extrusionOk="0">
                    <a:moveTo>
                      <a:pt x="137" y="0"/>
                    </a:moveTo>
                    <a:cubicBezTo>
                      <a:pt x="64" y="0"/>
                      <a:pt x="1" y="53"/>
                      <a:pt x="1" y="126"/>
                    </a:cubicBezTo>
                    <a:cubicBezTo>
                      <a:pt x="1" y="200"/>
                      <a:pt x="64" y="252"/>
                      <a:pt x="137" y="252"/>
                    </a:cubicBezTo>
                    <a:lnTo>
                      <a:pt x="284" y="252"/>
                    </a:lnTo>
                    <a:cubicBezTo>
                      <a:pt x="693" y="252"/>
                      <a:pt x="693" y="3062"/>
                      <a:pt x="284" y="3062"/>
                    </a:cubicBezTo>
                    <a:lnTo>
                      <a:pt x="137" y="3062"/>
                    </a:lnTo>
                    <a:cubicBezTo>
                      <a:pt x="64" y="3062"/>
                      <a:pt x="1" y="3115"/>
                      <a:pt x="1" y="3188"/>
                    </a:cubicBezTo>
                    <a:cubicBezTo>
                      <a:pt x="1" y="3262"/>
                      <a:pt x="64" y="3314"/>
                      <a:pt x="137" y="3314"/>
                    </a:cubicBezTo>
                    <a:lnTo>
                      <a:pt x="5737" y="3314"/>
                    </a:lnTo>
                    <a:cubicBezTo>
                      <a:pt x="6806" y="3304"/>
                      <a:pt x="6806" y="0"/>
                      <a:pt x="573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Google Shape;2069;p60"/>
              <p:cNvSpPr/>
              <p:nvPr/>
            </p:nvSpPr>
            <p:spPr>
              <a:xfrm>
                <a:off x="761421" y="5016280"/>
                <a:ext cx="270672" cy="17550"/>
              </a:xfrm>
              <a:custGeom>
                <a:avLst/>
                <a:gdLst/>
                <a:ahLst/>
                <a:cxnLst/>
                <a:rect l="l" t="t" r="r" b="b"/>
                <a:pathLst>
                  <a:path w="3902" h="253" extrusionOk="0">
                    <a:moveTo>
                      <a:pt x="105" y="0"/>
                    </a:moveTo>
                    <a:cubicBezTo>
                      <a:pt x="42" y="0"/>
                      <a:pt x="0" y="63"/>
                      <a:pt x="11" y="126"/>
                    </a:cubicBezTo>
                    <a:cubicBezTo>
                      <a:pt x="0" y="189"/>
                      <a:pt x="42" y="242"/>
                      <a:pt x="105" y="252"/>
                    </a:cubicBezTo>
                    <a:lnTo>
                      <a:pt x="3901" y="252"/>
                    </a:lnTo>
                    <a:lnTo>
                      <a:pt x="390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Google Shape;2070;p60"/>
              <p:cNvSpPr/>
              <p:nvPr/>
            </p:nvSpPr>
            <p:spPr>
              <a:xfrm>
                <a:off x="760658" y="4803874"/>
                <a:ext cx="483838" cy="149903"/>
              </a:xfrm>
              <a:custGeom>
                <a:avLst/>
                <a:gdLst/>
                <a:ahLst/>
                <a:cxnLst/>
                <a:rect l="l" t="t" r="r" b="b"/>
                <a:pathLst>
                  <a:path w="6975" h="2161" extrusionOk="0">
                    <a:moveTo>
                      <a:pt x="116" y="0"/>
                    </a:moveTo>
                    <a:cubicBezTo>
                      <a:pt x="1" y="42"/>
                      <a:pt x="1" y="210"/>
                      <a:pt x="116" y="252"/>
                    </a:cubicBezTo>
                    <a:lnTo>
                      <a:pt x="3577" y="252"/>
                    </a:lnTo>
                    <a:cubicBezTo>
                      <a:pt x="3828" y="252"/>
                      <a:pt x="3933" y="1343"/>
                      <a:pt x="3870" y="2161"/>
                    </a:cubicBezTo>
                    <a:cubicBezTo>
                      <a:pt x="5045" y="1888"/>
                      <a:pt x="6094" y="1206"/>
                      <a:pt x="6807" y="231"/>
                    </a:cubicBezTo>
                    <a:cubicBezTo>
                      <a:pt x="6870" y="158"/>
                      <a:pt x="6922" y="74"/>
                      <a:pt x="697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Google Shape;2071;p60"/>
              <p:cNvSpPr/>
              <p:nvPr/>
            </p:nvSpPr>
            <p:spPr>
              <a:xfrm>
                <a:off x="1072053" y="4857704"/>
                <a:ext cx="48072" cy="122295"/>
              </a:xfrm>
              <a:custGeom>
                <a:avLst/>
                <a:gdLst/>
                <a:ahLst/>
                <a:cxnLst/>
                <a:rect l="l" t="t" r="r" b="b"/>
                <a:pathLst>
                  <a:path w="693" h="1763" extrusionOk="0">
                    <a:moveTo>
                      <a:pt x="0" y="0"/>
                    </a:moveTo>
                    <a:cubicBezTo>
                      <a:pt x="84" y="0"/>
                      <a:pt x="84" y="1762"/>
                      <a:pt x="0" y="1762"/>
                    </a:cubicBezTo>
                    <a:lnTo>
                      <a:pt x="598" y="1762"/>
                    </a:lnTo>
                    <a:cubicBezTo>
                      <a:pt x="692" y="1762"/>
                      <a:pt x="692" y="0"/>
                      <a:pt x="598" y="0"/>
                    </a:cubicBezTo>
                    <a:close/>
                  </a:path>
                </a:pathLst>
              </a:custGeom>
              <a:solidFill>
                <a:srgbClr val="F4E4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Google Shape;2072;p60"/>
              <p:cNvSpPr/>
              <p:nvPr/>
            </p:nvSpPr>
            <p:spPr>
              <a:xfrm>
                <a:off x="1138230" y="4878792"/>
                <a:ext cx="31354" cy="80050"/>
              </a:xfrm>
              <a:custGeom>
                <a:avLst/>
                <a:gdLst/>
                <a:ahLst/>
                <a:cxnLst/>
                <a:rect l="l" t="t" r="r" b="b"/>
                <a:pathLst>
                  <a:path w="452" h="1154" extrusionOk="0">
                    <a:moveTo>
                      <a:pt x="0" y="0"/>
                    </a:moveTo>
                    <a:cubicBezTo>
                      <a:pt x="53" y="0"/>
                      <a:pt x="53" y="1154"/>
                      <a:pt x="0" y="1154"/>
                    </a:cubicBezTo>
                    <a:lnTo>
                      <a:pt x="388" y="1154"/>
                    </a:lnTo>
                    <a:cubicBezTo>
                      <a:pt x="451" y="1154"/>
                      <a:pt x="451" y="0"/>
                      <a:pt x="388" y="0"/>
                    </a:cubicBezTo>
                    <a:close/>
                  </a:path>
                </a:pathLst>
              </a:custGeom>
              <a:solidFill>
                <a:srgbClr val="F4E4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073" name="Google Shape;2073;p60"/>
          <p:cNvGrpSpPr/>
          <p:nvPr/>
        </p:nvGrpSpPr>
        <p:grpSpPr>
          <a:xfrm flipH="1">
            <a:off x="5161963" y="852042"/>
            <a:ext cx="3268775" cy="380199"/>
            <a:chOff x="975489" y="863689"/>
            <a:chExt cx="3268775" cy="380199"/>
          </a:xfrm>
        </p:grpSpPr>
        <p:grpSp>
          <p:nvGrpSpPr>
            <p:cNvPr id="2074" name="Google Shape;2074;p60"/>
            <p:cNvGrpSpPr/>
            <p:nvPr/>
          </p:nvGrpSpPr>
          <p:grpSpPr>
            <a:xfrm>
              <a:off x="975489" y="863689"/>
              <a:ext cx="3268775" cy="380199"/>
              <a:chOff x="975489" y="863689"/>
              <a:chExt cx="3268775" cy="380199"/>
            </a:xfrm>
          </p:grpSpPr>
          <p:sp>
            <p:nvSpPr>
              <p:cNvPr id="2075" name="Google Shape;2075;p60"/>
              <p:cNvSpPr/>
              <p:nvPr/>
            </p:nvSpPr>
            <p:spPr>
              <a:xfrm>
                <a:off x="2505355" y="905736"/>
                <a:ext cx="166847" cy="338151"/>
              </a:xfrm>
              <a:custGeom>
                <a:avLst/>
                <a:gdLst/>
                <a:ahLst/>
                <a:cxnLst/>
                <a:rect l="l" t="t" r="r" b="b"/>
                <a:pathLst>
                  <a:path w="1123" h="2276" extrusionOk="0">
                    <a:moveTo>
                      <a:pt x="588" y="0"/>
                    </a:moveTo>
                    <a:lnTo>
                      <a:pt x="1" y="2171"/>
                    </a:lnTo>
                    <a:lnTo>
                      <a:pt x="546" y="2276"/>
                    </a:lnTo>
                    <a:lnTo>
                      <a:pt x="1123" y="74"/>
                    </a:lnTo>
                    <a:lnTo>
                      <a:pt x="58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Google Shape;2076;p60"/>
              <p:cNvSpPr/>
              <p:nvPr/>
            </p:nvSpPr>
            <p:spPr>
              <a:xfrm>
                <a:off x="2536556" y="905736"/>
                <a:ext cx="135647" cy="207407"/>
              </a:xfrm>
              <a:custGeom>
                <a:avLst/>
                <a:gdLst/>
                <a:ahLst/>
                <a:cxnLst/>
                <a:rect l="l" t="t" r="r" b="b"/>
                <a:pathLst>
                  <a:path w="913" h="1396" extrusionOk="0">
                    <a:moveTo>
                      <a:pt x="378" y="0"/>
                    </a:moveTo>
                    <a:lnTo>
                      <a:pt x="1" y="1395"/>
                    </a:lnTo>
                    <a:cubicBezTo>
                      <a:pt x="200" y="1374"/>
                      <a:pt x="399" y="1332"/>
                      <a:pt x="598" y="1280"/>
                    </a:cubicBezTo>
                    <a:lnTo>
                      <a:pt x="913" y="74"/>
                    </a:lnTo>
                    <a:lnTo>
                      <a:pt x="37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Google Shape;2077;p60"/>
              <p:cNvSpPr/>
              <p:nvPr/>
            </p:nvSpPr>
            <p:spPr>
              <a:xfrm>
                <a:off x="2592717" y="930696"/>
                <a:ext cx="54675" cy="45315"/>
              </a:xfrm>
              <a:custGeom>
                <a:avLst/>
                <a:gdLst/>
                <a:ahLst/>
                <a:cxnLst/>
                <a:rect l="l" t="t" r="r" b="b"/>
                <a:pathLst>
                  <a:path w="368" h="305" extrusionOk="0">
                    <a:moveTo>
                      <a:pt x="74" y="0"/>
                    </a:moveTo>
                    <a:lnTo>
                      <a:pt x="0" y="294"/>
                    </a:lnTo>
                    <a:lnTo>
                      <a:pt x="283" y="304"/>
                    </a:ln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Google Shape;2078;p60"/>
              <p:cNvSpPr/>
              <p:nvPr/>
            </p:nvSpPr>
            <p:spPr>
              <a:xfrm>
                <a:off x="2525710" y="1186094"/>
                <a:ext cx="51555" cy="45463"/>
              </a:xfrm>
              <a:custGeom>
                <a:avLst/>
                <a:gdLst/>
                <a:ahLst/>
                <a:cxnLst/>
                <a:rect l="l" t="t" r="r" b="b"/>
                <a:pathLst>
                  <a:path w="347" h="306" extrusionOk="0">
                    <a:moveTo>
                      <a:pt x="63" y="1"/>
                    </a:moveTo>
                    <a:lnTo>
                      <a:pt x="0" y="232"/>
                    </a:lnTo>
                    <a:lnTo>
                      <a:pt x="283" y="305"/>
                    </a:lnTo>
                    <a:lnTo>
                      <a:pt x="346" y="64"/>
                    </a:lnTo>
                    <a:lnTo>
                      <a:pt x="6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Google Shape;2079;p60"/>
              <p:cNvSpPr/>
              <p:nvPr/>
            </p:nvSpPr>
            <p:spPr>
              <a:xfrm>
                <a:off x="2598957" y="986708"/>
                <a:ext cx="14114" cy="32835"/>
              </a:xfrm>
              <a:custGeom>
                <a:avLst/>
                <a:gdLst/>
                <a:ahLst/>
                <a:cxnLst/>
                <a:rect l="l" t="t" r="r" b="b"/>
                <a:pathLst>
                  <a:path w="95" h="221" extrusionOk="0">
                    <a:moveTo>
                      <a:pt x="53" y="1"/>
                    </a:moveTo>
                    <a:lnTo>
                      <a:pt x="0" y="221"/>
                    </a:lnTo>
                    <a:lnTo>
                      <a:pt x="42" y="221"/>
                    </a:lnTo>
                    <a:lnTo>
                      <a:pt x="95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Google Shape;2080;p60"/>
              <p:cNvSpPr/>
              <p:nvPr/>
            </p:nvSpPr>
            <p:spPr>
              <a:xfrm>
                <a:off x="1664130" y="896376"/>
                <a:ext cx="115441" cy="346025"/>
              </a:xfrm>
              <a:custGeom>
                <a:avLst/>
                <a:gdLst/>
                <a:ahLst/>
                <a:cxnLst/>
                <a:rect l="l" t="t" r="r" b="b"/>
                <a:pathLst>
                  <a:path w="777" h="2329" extrusionOk="0">
                    <a:moveTo>
                      <a:pt x="0" y="0"/>
                    </a:moveTo>
                    <a:lnTo>
                      <a:pt x="32" y="2328"/>
                    </a:lnTo>
                    <a:lnTo>
                      <a:pt x="776" y="2328"/>
                    </a:lnTo>
                    <a:lnTo>
                      <a:pt x="6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Google Shape;2081;p60"/>
              <p:cNvSpPr/>
              <p:nvPr/>
            </p:nvSpPr>
            <p:spPr>
              <a:xfrm>
                <a:off x="975489" y="896376"/>
                <a:ext cx="151247" cy="346025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2329" extrusionOk="0">
                    <a:moveTo>
                      <a:pt x="32" y="0"/>
                    </a:moveTo>
                    <a:lnTo>
                      <a:pt x="0" y="2328"/>
                    </a:lnTo>
                    <a:lnTo>
                      <a:pt x="923" y="2328"/>
                    </a:lnTo>
                    <a:lnTo>
                      <a:pt x="101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Google Shape;2082;p60"/>
              <p:cNvSpPr/>
              <p:nvPr/>
            </p:nvSpPr>
            <p:spPr>
              <a:xfrm>
                <a:off x="1385256" y="991463"/>
                <a:ext cx="109201" cy="250939"/>
              </a:xfrm>
              <a:custGeom>
                <a:avLst/>
                <a:gdLst/>
                <a:ahLst/>
                <a:cxnLst/>
                <a:rect l="l" t="t" r="r" b="b"/>
                <a:pathLst>
                  <a:path w="735" h="1689" extrusionOk="0">
                    <a:moveTo>
                      <a:pt x="42" y="0"/>
                    </a:moveTo>
                    <a:lnTo>
                      <a:pt x="0" y="1688"/>
                    </a:lnTo>
                    <a:lnTo>
                      <a:pt x="734" y="1688"/>
                    </a:lnTo>
                    <a:lnTo>
                      <a:pt x="69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Google Shape;2083;p60"/>
              <p:cNvSpPr/>
              <p:nvPr/>
            </p:nvSpPr>
            <p:spPr>
              <a:xfrm>
                <a:off x="1280809" y="896376"/>
                <a:ext cx="88995" cy="346025"/>
              </a:xfrm>
              <a:custGeom>
                <a:avLst/>
                <a:gdLst/>
                <a:ahLst/>
                <a:cxnLst/>
                <a:rect l="l" t="t" r="r" b="b"/>
                <a:pathLst>
                  <a:path w="599" h="2329" extrusionOk="0">
                    <a:moveTo>
                      <a:pt x="1" y="0"/>
                    </a:moveTo>
                    <a:lnTo>
                      <a:pt x="64" y="2328"/>
                    </a:lnTo>
                    <a:lnTo>
                      <a:pt x="598" y="2328"/>
                    </a:lnTo>
                    <a:lnTo>
                      <a:pt x="56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Google Shape;2084;p60"/>
              <p:cNvSpPr/>
              <p:nvPr/>
            </p:nvSpPr>
            <p:spPr>
              <a:xfrm>
                <a:off x="1126589" y="929062"/>
                <a:ext cx="146641" cy="313339"/>
              </a:xfrm>
              <a:custGeom>
                <a:avLst/>
                <a:gdLst/>
                <a:ahLst/>
                <a:cxnLst/>
                <a:rect l="l" t="t" r="r" b="b"/>
                <a:pathLst>
                  <a:path w="987" h="2109" extrusionOk="0">
                    <a:moveTo>
                      <a:pt x="84" y="1"/>
                    </a:moveTo>
                    <a:lnTo>
                      <a:pt x="1" y="2108"/>
                    </a:lnTo>
                    <a:lnTo>
                      <a:pt x="986" y="2108"/>
                    </a:lnTo>
                    <a:lnTo>
                      <a:pt x="902" y="64"/>
                    </a:lnTo>
                    <a:lnTo>
                      <a:pt x="8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Google Shape;2085;p60"/>
              <p:cNvSpPr/>
              <p:nvPr/>
            </p:nvSpPr>
            <p:spPr>
              <a:xfrm>
                <a:off x="1502036" y="924456"/>
                <a:ext cx="151247" cy="317945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2140" extrusionOk="0">
                    <a:moveTo>
                      <a:pt x="1" y="0"/>
                    </a:moveTo>
                    <a:lnTo>
                      <a:pt x="32" y="2139"/>
                    </a:lnTo>
                    <a:lnTo>
                      <a:pt x="1018" y="2139"/>
                    </a:lnTo>
                    <a:lnTo>
                      <a:pt x="913" y="3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Google Shape;2086;p60"/>
              <p:cNvSpPr/>
              <p:nvPr/>
            </p:nvSpPr>
            <p:spPr>
              <a:xfrm>
                <a:off x="1667250" y="1116116"/>
                <a:ext cx="112321" cy="126287"/>
              </a:xfrm>
              <a:custGeom>
                <a:avLst/>
                <a:gdLst/>
                <a:ahLst/>
                <a:cxnLst/>
                <a:rect l="l" t="t" r="r" b="b"/>
                <a:pathLst>
                  <a:path w="756" h="850" extrusionOk="0">
                    <a:moveTo>
                      <a:pt x="0" y="0"/>
                    </a:moveTo>
                    <a:lnTo>
                      <a:pt x="11" y="839"/>
                    </a:lnTo>
                    <a:lnTo>
                      <a:pt x="755" y="849"/>
                    </a:lnTo>
                    <a:lnTo>
                      <a:pt x="713" y="315"/>
                    </a:lnTo>
                    <a:cubicBezTo>
                      <a:pt x="483" y="189"/>
                      <a:pt x="242" y="94"/>
                      <a:pt x="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Google Shape;2087;p60"/>
              <p:cNvSpPr/>
              <p:nvPr/>
            </p:nvSpPr>
            <p:spPr>
              <a:xfrm>
                <a:off x="975489" y="1031875"/>
                <a:ext cx="146641" cy="210527"/>
              </a:xfrm>
              <a:custGeom>
                <a:avLst/>
                <a:gdLst/>
                <a:ahLst/>
                <a:cxnLst/>
                <a:rect l="l" t="t" r="r" b="b"/>
                <a:pathLst>
                  <a:path w="987" h="1417" extrusionOk="0">
                    <a:moveTo>
                      <a:pt x="986" y="1"/>
                    </a:moveTo>
                    <a:lnTo>
                      <a:pt x="986" y="1"/>
                    </a:lnTo>
                    <a:cubicBezTo>
                      <a:pt x="651" y="11"/>
                      <a:pt x="325" y="43"/>
                      <a:pt x="21" y="74"/>
                    </a:cubicBezTo>
                    <a:lnTo>
                      <a:pt x="0" y="1416"/>
                    </a:lnTo>
                    <a:lnTo>
                      <a:pt x="923" y="1416"/>
                    </a:lnTo>
                    <a:lnTo>
                      <a:pt x="98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Google Shape;2088;p60"/>
              <p:cNvSpPr/>
              <p:nvPr/>
            </p:nvSpPr>
            <p:spPr>
              <a:xfrm>
                <a:off x="1385256" y="1049109"/>
                <a:ext cx="109201" cy="194779"/>
              </a:xfrm>
              <a:custGeom>
                <a:avLst/>
                <a:gdLst/>
                <a:ahLst/>
                <a:cxnLst/>
                <a:rect l="l" t="t" r="r" b="b"/>
                <a:pathLst>
                  <a:path w="735" h="1311" extrusionOk="0">
                    <a:moveTo>
                      <a:pt x="32" y="0"/>
                    </a:moveTo>
                    <a:lnTo>
                      <a:pt x="0" y="1311"/>
                    </a:lnTo>
                    <a:lnTo>
                      <a:pt x="734" y="1300"/>
                    </a:lnTo>
                    <a:lnTo>
                      <a:pt x="703" y="115"/>
                    </a:lnTo>
                    <a:cubicBezTo>
                      <a:pt x="483" y="74"/>
                      <a:pt x="262" y="32"/>
                      <a:pt x="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Google Shape;2089;p60"/>
              <p:cNvSpPr/>
              <p:nvPr/>
            </p:nvSpPr>
            <p:spPr>
              <a:xfrm>
                <a:off x="1283929" y="1036629"/>
                <a:ext cx="85875" cy="205773"/>
              </a:xfrm>
              <a:custGeom>
                <a:avLst/>
                <a:gdLst/>
                <a:ahLst/>
                <a:cxnLst/>
                <a:rect l="l" t="t" r="r" b="b"/>
                <a:pathLst>
                  <a:path w="578" h="1385" extrusionOk="0">
                    <a:moveTo>
                      <a:pt x="1" y="0"/>
                    </a:moveTo>
                    <a:lnTo>
                      <a:pt x="43" y="1384"/>
                    </a:lnTo>
                    <a:lnTo>
                      <a:pt x="577" y="1384"/>
                    </a:lnTo>
                    <a:lnTo>
                      <a:pt x="556" y="53"/>
                    </a:lnTo>
                    <a:cubicBezTo>
                      <a:pt x="378" y="32"/>
                      <a:pt x="189" y="11"/>
                      <a:pt x="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Google Shape;2090;p60"/>
              <p:cNvSpPr/>
              <p:nvPr/>
            </p:nvSpPr>
            <p:spPr>
              <a:xfrm>
                <a:off x="1126589" y="1031875"/>
                <a:ext cx="146641" cy="210527"/>
              </a:xfrm>
              <a:custGeom>
                <a:avLst/>
                <a:gdLst/>
                <a:ahLst/>
                <a:cxnLst/>
                <a:rect l="l" t="t" r="r" b="b"/>
                <a:pathLst>
                  <a:path w="987" h="1417" extrusionOk="0">
                    <a:moveTo>
                      <a:pt x="63" y="1"/>
                    </a:moveTo>
                    <a:lnTo>
                      <a:pt x="1" y="1416"/>
                    </a:lnTo>
                    <a:lnTo>
                      <a:pt x="986" y="1416"/>
                    </a:lnTo>
                    <a:lnTo>
                      <a:pt x="934" y="22"/>
                    </a:lnTo>
                    <a:cubicBezTo>
                      <a:pt x="630" y="1"/>
                      <a:pt x="347" y="1"/>
                      <a:pt x="6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Google Shape;2091;p60"/>
              <p:cNvSpPr/>
              <p:nvPr/>
            </p:nvSpPr>
            <p:spPr>
              <a:xfrm>
                <a:off x="1505156" y="1069315"/>
                <a:ext cx="148127" cy="173087"/>
              </a:xfrm>
              <a:custGeom>
                <a:avLst/>
                <a:gdLst/>
                <a:ahLst/>
                <a:cxnLst/>
                <a:rect l="l" t="t" r="r" b="b"/>
                <a:pathLst>
                  <a:path w="997" h="1165" extrusionOk="0">
                    <a:moveTo>
                      <a:pt x="1" y="0"/>
                    </a:moveTo>
                    <a:lnTo>
                      <a:pt x="11" y="1164"/>
                    </a:lnTo>
                    <a:lnTo>
                      <a:pt x="997" y="1164"/>
                    </a:lnTo>
                    <a:lnTo>
                      <a:pt x="955" y="263"/>
                    </a:lnTo>
                    <a:cubicBezTo>
                      <a:pt x="640" y="158"/>
                      <a:pt x="326" y="63"/>
                      <a:pt x="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Google Shape;2092;p60"/>
              <p:cNvSpPr/>
              <p:nvPr/>
            </p:nvSpPr>
            <p:spPr>
              <a:xfrm>
                <a:off x="995696" y="1203329"/>
                <a:ext cx="90481" cy="23474"/>
              </a:xfrm>
              <a:custGeom>
                <a:avLst/>
                <a:gdLst/>
                <a:ahLst/>
                <a:cxnLst/>
                <a:rect l="l" t="t" r="r" b="b"/>
                <a:pathLst>
                  <a:path w="609" h="158" extrusionOk="0">
                    <a:moveTo>
                      <a:pt x="11" y="0"/>
                    </a:moveTo>
                    <a:lnTo>
                      <a:pt x="1" y="158"/>
                    </a:lnTo>
                    <a:lnTo>
                      <a:pt x="609" y="158"/>
                    </a:lnTo>
                    <a:lnTo>
                      <a:pt x="609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Google Shape;2093;p60"/>
              <p:cNvSpPr/>
              <p:nvPr/>
            </p:nvSpPr>
            <p:spPr>
              <a:xfrm>
                <a:off x="997330" y="1165888"/>
                <a:ext cx="90481" cy="21989"/>
              </a:xfrm>
              <a:custGeom>
                <a:avLst/>
                <a:gdLst/>
                <a:ahLst/>
                <a:cxnLst/>
                <a:rect l="l" t="t" r="r" b="b"/>
                <a:pathLst>
                  <a:path w="609" h="148" extrusionOk="0">
                    <a:moveTo>
                      <a:pt x="0" y="1"/>
                    </a:moveTo>
                    <a:lnTo>
                      <a:pt x="0" y="147"/>
                    </a:lnTo>
                    <a:lnTo>
                      <a:pt x="598" y="147"/>
                    </a:lnTo>
                    <a:lnTo>
                      <a:pt x="608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Google Shape;2094;p60"/>
              <p:cNvSpPr/>
              <p:nvPr/>
            </p:nvSpPr>
            <p:spPr>
              <a:xfrm>
                <a:off x="1156155" y="1193969"/>
                <a:ext cx="85875" cy="29715"/>
              </a:xfrm>
              <a:custGeom>
                <a:avLst/>
                <a:gdLst/>
                <a:ahLst/>
                <a:cxnLst/>
                <a:rect l="l" t="t" r="r" b="b"/>
                <a:pathLst>
                  <a:path w="578" h="200" extrusionOk="0">
                    <a:moveTo>
                      <a:pt x="1" y="0"/>
                    </a:moveTo>
                    <a:lnTo>
                      <a:pt x="1" y="200"/>
                    </a:lnTo>
                    <a:lnTo>
                      <a:pt x="578" y="200"/>
                    </a:lnTo>
                    <a:lnTo>
                      <a:pt x="578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Google Shape;2095;p60"/>
              <p:cNvSpPr/>
              <p:nvPr/>
            </p:nvSpPr>
            <p:spPr>
              <a:xfrm>
                <a:off x="989455" y="910341"/>
                <a:ext cx="99841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672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672" y="137"/>
                    </a:lnTo>
                    <a:lnTo>
                      <a:pt x="672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Google Shape;2096;p60"/>
              <p:cNvSpPr/>
              <p:nvPr/>
            </p:nvSpPr>
            <p:spPr>
              <a:xfrm>
                <a:off x="1318695" y="916582"/>
                <a:ext cx="18423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24" h="117" extrusionOk="0">
                    <a:moveTo>
                      <a:pt x="63" y="0"/>
                    </a:moveTo>
                    <a:cubicBezTo>
                      <a:pt x="0" y="0"/>
                      <a:pt x="0" y="117"/>
                      <a:pt x="63" y="117"/>
                    </a:cubicBezTo>
                    <a:cubicBezTo>
                      <a:pt x="65" y="117"/>
                      <a:pt x="68" y="117"/>
                      <a:pt x="71" y="116"/>
                    </a:cubicBezTo>
                    <a:cubicBezTo>
                      <a:pt x="92" y="116"/>
                      <a:pt x="123" y="95"/>
                      <a:pt x="123" y="64"/>
                    </a:cubicBezTo>
                    <a:cubicBezTo>
                      <a:pt x="123" y="32"/>
                      <a:pt x="92" y="1"/>
                      <a:pt x="71" y="1"/>
                    </a:cubicBezTo>
                    <a:cubicBezTo>
                      <a:pt x="68" y="0"/>
                      <a:pt x="65" y="0"/>
                      <a:pt x="63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Google Shape;2097;p60"/>
              <p:cNvSpPr/>
              <p:nvPr/>
            </p:nvSpPr>
            <p:spPr>
              <a:xfrm>
                <a:off x="1196122" y="1158163"/>
                <a:ext cx="16343" cy="11292"/>
              </a:xfrm>
              <a:custGeom>
                <a:avLst/>
                <a:gdLst/>
                <a:ahLst/>
                <a:cxnLst/>
                <a:rect l="l" t="t" r="r" b="b"/>
                <a:pathLst>
                  <a:path w="110" h="76" extrusionOk="0">
                    <a:moveTo>
                      <a:pt x="57" y="0"/>
                    </a:moveTo>
                    <a:cubicBezTo>
                      <a:pt x="0" y="0"/>
                      <a:pt x="56" y="76"/>
                      <a:pt x="90" y="76"/>
                    </a:cubicBezTo>
                    <a:cubicBezTo>
                      <a:pt x="99" y="76"/>
                      <a:pt x="107" y="69"/>
                      <a:pt x="109" y="53"/>
                    </a:cubicBezTo>
                    <a:cubicBezTo>
                      <a:pt x="109" y="21"/>
                      <a:pt x="88" y="0"/>
                      <a:pt x="57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Google Shape;2098;p60"/>
              <p:cNvSpPr/>
              <p:nvPr/>
            </p:nvSpPr>
            <p:spPr>
              <a:xfrm>
                <a:off x="1405462" y="1207935"/>
                <a:ext cx="67155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452" h="127" extrusionOk="0">
                    <a:moveTo>
                      <a:pt x="11" y="1"/>
                    </a:moveTo>
                    <a:lnTo>
                      <a:pt x="1" y="127"/>
                    </a:lnTo>
                    <a:lnTo>
                      <a:pt x="452" y="127"/>
                    </a:lnTo>
                    <a:lnTo>
                      <a:pt x="452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Google Shape;2099;p60"/>
              <p:cNvSpPr/>
              <p:nvPr/>
            </p:nvSpPr>
            <p:spPr>
              <a:xfrm>
                <a:off x="1304284" y="1187729"/>
                <a:ext cx="54675" cy="43829"/>
              </a:xfrm>
              <a:custGeom>
                <a:avLst/>
                <a:gdLst/>
                <a:ahLst/>
                <a:cxnLst/>
                <a:rect l="l" t="t" r="r" b="b"/>
                <a:pathLst>
                  <a:path w="368" h="295" extrusionOk="0">
                    <a:moveTo>
                      <a:pt x="367" y="0"/>
                    </a:moveTo>
                    <a:lnTo>
                      <a:pt x="0" y="11"/>
                    </a:lnTo>
                    <a:lnTo>
                      <a:pt x="0" y="294"/>
                    </a:lnTo>
                    <a:lnTo>
                      <a:pt x="357" y="273"/>
                    </a:ln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Google Shape;2100;p60"/>
              <p:cNvSpPr/>
              <p:nvPr/>
            </p:nvSpPr>
            <p:spPr>
              <a:xfrm>
                <a:off x="1534722" y="943176"/>
                <a:ext cx="78149" cy="34320"/>
              </a:xfrm>
              <a:custGeom>
                <a:avLst/>
                <a:gdLst/>
                <a:ahLst/>
                <a:cxnLst/>
                <a:rect l="l" t="t" r="r" b="b"/>
                <a:pathLst>
                  <a:path w="526" h="231" extrusionOk="0">
                    <a:moveTo>
                      <a:pt x="11" y="0"/>
                    </a:moveTo>
                    <a:lnTo>
                      <a:pt x="1" y="231"/>
                    </a:lnTo>
                    <a:lnTo>
                      <a:pt x="525" y="231"/>
                    </a:lnTo>
                    <a:lnTo>
                      <a:pt x="525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Google Shape;2101;p60"/>
              <p:cNvSpPr/>
              <p:nvPr/>
            </p:nvSpPr>
            <p:spPr>
              <a:xfrm>
                <a:off x="1673490" y="913462"/>
                <a:ext cx="62400" cy="39075"/>
              </a:xfrm>
              <a:custGeom>
                <a:avLst/>
                <a:gdLst/>
                <a:ahLst/>
                <a:cxnLst/>
                <a:rect l="l" t="t" r="r" b="b"/>
                <a:pathLst>
                  <a:path w="420" h="263" extrusionOk="0">
                    <a:moveTo>
                      <a:pt x="11" y="1"/>
                    </a:moveTo>
                    <a:lnTo>
                      <a:pt x="0" y="242"/>
                    </a:lnTo>
                    <a:lnTo>
                      <a:pt x="420" y="263"/>
                    </a:lnTo>
                    <a:lnTo>
                      <a:pt x="420" y="22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Google Shape;2102;p60"/>
              <p:cNvSpPr/>
              <p:nvPr/>
            </p:nvSpPr>
            <p:spPr>
              <a:xfrm>
                <a:off x="1523876" y="1200209"/>
                <a:ext cx="104595" cy="28229"/>
              </a:xfrm>
              <a:custGeom>
                <a:avLst/>
                <a:gdLst/>
                <a:ahLst/>
                <a:cxnLst/>
                <a:rect l="l" t="t" r="r" b="b"/>
                <a:pathLst>
                  <a:path w="704" h="190" extrusionOk="0">
                    <a:moveTo>
                      <a:pt x="1" y="0"/>
                    </a:moveTo>
                    <a:lnTo>
                      <a:pt x="11" y="189"/>
                    </a:lnTo>
                    <a:lnTo>
                      <a:pt x="703" y="189"/>
                    </a:lnTo>
                    <a:lnTo>
                      <a:pt x="693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Google Shape;2103;p60"/>
              <p:cNvSpPr/>
              <p:nvPr/>
            </p:nvSpPr>
            <p:spPr>
              <a:xfrm>
                <a:off x="1679730" y="1161283"/>
                <a:ext cx="78001" cy="71761"/>
              </a:xfrm>
              <a:custGeom>
                <a:avLst/>
                <a:gdLst/>
                <a:ahLst/>
                <a:cxnLst/>
                <a:rect l="l" t="t" r="r" b="b"/>
                <a:pathLst>
                  <a:path w="525" h="483" extrusionOk="0">
                    <a:moveTo>
                      <a:pt x="0" y="0"/>
                    </a:moveTo>
                    <a:lnTo>
                      <a:pt x="11" y="483"/>
                    </a:lnTo>
                    <a:lnTo>
                      <a:pt x="525" y="483"/>
                    </a:lnTo>
                    <a:lnTo>
                      <a:pt x="514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Google Shape;2104;p60"/>
              <p:cNvSpPr/>
              <p:nvPr/>
            </p:nvSpPr>
            <p:spPr>
              <a:xfrm>
                <a:off x="1327610" y="1144048"/>
                <a:ext cx="7874" cy="32983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2" extrusionOk="0">
                    <a:moveTo>
                      <a:pt x="53" y="1"/>
                    </a:moveTo>
                    <a:lnTo>
                      <a:pt x="0" y="11"/>
                    </a:lnTo>
                    <a:lnTo>
                      <a:pt x="0" y="221"/>
                    </a:lnTo>
                    <a:lnTo>
                      <a:pt x="53" y="221"/>
                    </a:lnTo>
                    <a:lnTo>
                      <a:pt x="5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Google Shape;2105;p60"/>
              <p:cNvSpPr/>
              <p:nvPr/>
            </p:nvSpPr>
            <p:spPr>
              <a:xfrm>
                <a:off x="1424183" y="1008252"/>
                <a:ext cx="26297" cy="21394"/>
              </a:xfrm>
              <a:custGeom>
                <a:avLst/>
                <a:gdLst/>
                <a:ahLst/>
                <a:cxnLst/>
                <a:rect l="l" t="t" r="r" b="b"/>
                <a:pathLst>
                  <a:path w="177" h="144" extrusionOk="0">
                    <a:moveTo>
                      <a:pt x="107" y="0"/>
                    </a:moveTo>
                    <a:cubicBezTo>
                      <a:pt x="103" y="0"/>
                      <a:pt x="99" y="1"/>
                      <a:pt x="95" y="2"/>
                    </a:cubicBezTo>
                    <a:cubicBezTo>
                      <a:pt x="32" y="2"/>
                      <a:pt x="0" y="86"/>
                      <a:pt x="53" y="128"/>
                    </a:cubicBezTo>
                    <a:cubicBezTo>
                      <a:pt x="66" y="139"/>
                      <a:pt x="80" y="143"/>
                      <a:pt x="95" y="143"/>
                    </a:cubicBezTo>
                    <a:cubicBezTo>
                      <a:pt x="137" y="143"/>
                      <a:pt x="176" y="102"/>
                      <a:pt x="168" y="55"/>
                    </a:cubicBezTo>
                    <a:cubicBezTo>
                      <a:pt x="159" y="28"/>
                      <a:pt x="134" y="0"/>
                      <a:pt x="107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Google Shape;2106;p60"/>
              <p:cNvSpPr/>
              <p:nvPr/>
            </p:nvSpPr>
            <p:spPr>
              <a:xfrm>
                <a:off x="2778137" y="863689"/>
                <a:ext cx="74881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504" h="2549" extrusionOk="0">
                    <a:moveTo>
                      <a:pt x="0" y="0"/>
                    </a:moveTo>
                    <a:lnTo>
                      <a:pt x="21" y="2548"/>
                    </a:lnTo>
                    <a:lnTo>
                      <a:pt x="503" y="2548"/>
                    </a:lnTo>
                    <a:lnTo>
                      <a:pt x="3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Google Shape;2107;p60"/>
              <p:cNvSpPr/>
              <p:nvPr/>
            </p:nvSpPr>
            <p:spPr>
              <a:xfrm>
                <a:off x="3683250" y="925942"/>
                <a:ext cx="113955" cy="316459"/>
              </a:xfrm>
              <a:custGeom>
                <a:avLst/>
                <a:gdLst/>
                <a:ahLst/>
                <a:cxnLst/>
                <a:rect l="l" t="t" r="r" b="b"/>
                <a:pathLst>
                  <a:path w="767" h="2130" extrusionOk="0">
                    <a:moveTo>
                      <a:pt x="1" y="1"/>
                    </a:moveTo>
                    <a:lnTo>
                      <a:pt x="32" y="2129"/>
                    </a:lnTo>
                    <a:lnTo>
                      <a:pt x="766" y="2129"/>
                    </a:lnTo>
                    <a:lnTo>
                      <a:pt x="6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Google Shape;2108;p60"/>
              <p:cNvSpPr/>
              <p:nvPr/>
            </p:nvSpPr>
            <p:spPr>
              <a:xfrm>
                <a:off x="3801663" y="925942"/>
                <a:ext cx="98355" cy="316459"/>
              </a:xfrm>
              <a:custGeom>
                <a:avLst/>
                <a:gdLst/>
                <a:ahLst/>
                <a:cxnLst/>
                <a:rect l="l" t="t" r="r" b="b"/>
                <a:pathLst>
                  <a:path w="662" h="2130" extrusionOk="0">
                    <a:moveTo>
                      <a:pt x="22" y="1"/>
                    </a:moveTo>
                    <a:lnTo>
                      <a:pt x="1" y="2129"/>
                    </a:lnTo>
                    <a:lnTo>
                      <a:pt x="598" y="2129"/>
                    </a:lnTo>
                    <a:lnTo>
                      <a:pt x="66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Google Shape;2109;p60"/>
              <p:cNvSpPr/>
              <p:nvPr/>
            </p:nvSpPr>
            <p:spPr>
              <a:xfrm>
                <a:off x="3683250" y="925942"/>
                <a:ext cx="106081" cy="223007"/>
              </a:xfrm>
              <a:custGeom>
                <a:avLst/>
                <a:gdLst/>
                <a:ahLst/>
                <a:cxnLst/>
                <a:rect l="l" t="t" r="r" b="b"/>
                <a:pathLst>
                  <a:path w="714" h="1501" extrusionOk="0">
                    <a:moveTo>
                      <a:pt x="1" y="1"/>
                    </a:moveTo>
                    <a:lnTo>
                      <a:pt x="22" y="1500"/>
                    </a:lnTo>
                    <a:lnTo>
                      <a:pt x="74" y="1500"/>
                    </a:lnTo>
                    <a:cubicBezTo>
                      <a:pt x="294" y="1500"/>
                      <a:pt x="504" y="1490"/>
                      <a:pt x="714" y="1479"/>
                    </a:cubicBezTo>
                    <a:lnTo>
                      <a:pt x="6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Google Shape;2110;p60"/>
              <p:cNvSpPr/>
              <p:nvPr/>
            </p:nvSpPr>
            <p:spPr>
              <a:xfrm>
                <a:off x="3801663" y="925942"/>
                <a:ext cx="98355" cy="218253"/>
              </a:xfrm>
              <a:custGeom>
                <a:avLst/>
                <a:gdLst/>
                <a:ahLst/>
                <a:cxnLst/>
                <a:rect l="l" t="t" r="r" b="b"/>
                <a:pathLst>
                  <a:path w="662" h="1469" extrusionOk="0">
                    <a:moveTo>
                      <a:pt x="22" y="1"/>
                    </a:moveTo>
                    <a:lnTo>
                      <a:pt x="1" y="1469"/>
                    </a:lnTo>
                    <a:cubicBezTo>
                      <a:pt x="221" y="1448"/>
                      <a:pt x="431" y="1416"/>
                      <a:pt x="619" y="1385"/>
                    </a:cubicBezTo>
                    <a:lnTo>
                      <a:pt x="66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Google Shape;2111;p60"/>
              <p:cNvSpPr/>
              <p:nvPr/>
            </p:nvSpPr>
            <p:spPr>
              <a:xfrm>
                <a:off x="3692610" y="940056"/>
                <a:ext cx="67155" cy="24960"/>
              </a:xfrm>
              <a:custGeom>
                <a:avLst/>
                <a:gdLst/>
                <a:ahLst/>
                <a:cxnLst/>
                <a:rect l="l" t="t" r="r" b="b"/>
                <a:pathLst>
                  <a:path w="452" h="168" extrusionOk="0">
                    <a:moveTo>
                      <a:pt x="1" y="0"/>
                    </a:moveTo>
                    <a:lnTo>
                      <a:pt x="11" y="168"/>
                    </a:lnTo>
                    <a:lnTo>
                      <a:pt x="451" y="168"/>
                    </a:lnTo>
                    <a:lnTo>
                      <a:pt x="441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Google Shape;2112;p60"/>
              <p:cNvSpPr/>
              <p:nvPr/>
            </p:nvSpPr>
            <p:spPr>
              <a:xfrm>
                <a:off x="3817263" y="1189214"/>
                <a:ext cx="57795" cy="36103"/>
              </a:xfrm>
              <a:custGeom>
                <a:avLst/>
                <a:gdLst/>
                <a:ahLst/>
                <a:cxnLst/>
                <a:rect l="l" t="t" r="r" b="b"/>
                <a:pathLst>
                  <a:path w="389" h="243" extrusionOk="0">
                    <a:moveTo>
                      <a:pt x="0" y="1"/>
                    </a:moveTo>
                    <a:lnTo>
                      <a:pt x="11" y="242"/>
                    </a:lnTo>
                    <a:lnTo>
                      <a:pt x="388" y="242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Google Shape;2113;p60"/>
              <p:cNvSpPr/>
              <p:nvPr/>
            </p:nvSpPr>
            <p:spPr>
              <a:xfrm>
                <a:off x="3821869" y="941542"/>
                <a:ext cx="70275" cy="21989"/>
              </a:xfrm>
              <a:custGeom>
                <a:avLst/>
                <a:gdLst/>
                <a:ahLst/>
                <a:cxnLst/>
                <a:rect l="l" t="t" r="r" b="b"/>
                <a:pathLst>
                  <a:path w="473" h="148" extrusionOk="0">
                    <a:moveTo>
                      <a:pt x="1" y="1"/>
                    </a:moveTo>
                    <a:lnTo>
                      <a:pt x="11" y="147"/>
                    </a:lnTo>
                    <a:lnTo>
                      <a:pt x="473" y="147"/>
                    </a:lnTo>
                    <a:lnTo>
                      <a:pt x="47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Google Shape;2114;p60"/>
              <p:cNvSpPr/>
              <p:nvPr/>
            </p:nvSpPr>
            <p:spPr>
              <a:xfrm>
                <a:off x="3734656" y="1203329"/>
                <a:ext cx="11143" cy="14114"/>
              </a:xfrm>
              <a:custGeom>
                <a:avLst/>
                <a:gdLst/>
                <a:ahLst/>
                <a:cxnLst/>
                <a:rect l="l" t="t" r="r" b="b"/>
                <a:pathLst>
                  <a:path w="75" h="95" extrusionOk="0">
                    <a:moveTo>
                      <a:pt x="32" y="0"/>
                    </a:moveTo>
                    <a:cubicBezTo>
                      <a:pt x="11" y="0"/>
                      <a:pt x="1" y="21"/>
                      <a:pt x="1" y="42"/>
                    </a:cubicBezTo>
                    <a:cubicBezTo>
                      <a:pt x="1" y="74"/>
                      <a:pt x="11" y="95"/>
                      <a:pt x="32" y="95"/>
                    </a:cubicBezTo>
                    <a:cubicBezTo>
                      <a:pt x="64" y="95"/>
                      <a:pt x="74" y="74"/>
                      <a:pt x="74" y="42"/>
                    </a:cubicBezTo>
                    <a:cubicBezTo>
                      <a:pt x="74" y="21"/>
                      <a:pt x="64" y="0"/>
                      <a:pt x="32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Google Shape;2115;p60"/>
              <p:cNvSpPr/>
              <p:nvPr/>
            </p:nvSpPr>
            <p:spPr>
              <a:xfrm>
                <a:off x="3723810" y="985223"/>
                <a:ext cx="10994" cy="14114"/>
              </a:xfrm>
              <a:custGeom>
                <a:avLst/>
                <a:gdLst/>
                <a:ahLst/>
                <a:cxnLst/>
                <a:rect l="l" t="t" r="r" b="b"/>
                <a:pathLst>
                  <a:path w="74" h="95" extrusionOk="0">
                    <a:moveTo>
                      <a:pt x="42" y="0"/>
                    </a:moveTo>
                    <a:cubicBezTo>
                      <a:pt x="21" y="0"/>
                      <a:pt x="0" y="21"/>
                      <a:pt x="0" y="42"/>
                    </a:cubicBezTo>
                    <a:cubicBezTo>
                      <a:pt x="0" y="74"/>
                      <a:pt x="21" y="95"/>
                      <a:pt x="42" y="95"/>
                    </a:cubicBezTo>
                    <a:cubicBezTo>
                      <a:pt x="63" y="95"/>
                      <a:pt x="74" y="74"/>
                      <a:pt x="74" y="42"/>
                    </a:cubicBezTo>
                    <a:cubicBezTo>
                      <a:pt x="74" y="21"/>
                      <a:pt x="63" y="0"/>
                      <a:pt x="42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Google Shape;2116;p60"/>
              <p:cNvSpPr/>
              <p:nvPr/>
            </p:nvSpPr>
            <p:spPr>
              <a:xfrm>
                <a:off x="3839104" y="1156528"/>
                <a:ext cx="12629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85" h="117" extrusionOk="0">
                    <a:moveTo>
                      <a:pt x="42" y="1"/>
                    </a:moveTo>
                    <a:cubicBezTo>
                      <a:pt x="21" y="1"/>
                      <a:pt x="0" y="32"/>
                      <a:pt x="0" y="64"/>
                    </a:cubicBezTo>
                    <a:cubicBezTo>
                      <a:pt x="0" y="85"/>
                      <a:pt x="21" y="116"/>
                      <a:pt x="42" y="116"/>
                    </a:cubicBezTo>
                    <a:cubicBezTo>
                      <a:pt x="63" y="116"/>
                      <a:pt x="84" y="85"/>
                      <a:pt x="84" y="64"/>
                    </a:cubicBezTo>
                    <a:cubicBezTo>
                      <a:pt x="84" y="32"/>
                      <a:pt x="6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Google Shape;2117;p60"/>
              <p:cNvSpPr/>
              <p:nvPr/>
            </p:nvSpPr>
            <p:spPr>
              <a:xfrm>
                <a:off x="3918591" y="1013155"/>
                <a:ext cx="112321" cy="229247"/>
              </a:xfrm>
              <a:custGeom>
                <a:avLst/>
                <a:gdLst/>
                <a:ahLst/>
                <a:cxnLst/>
                <a:rect l="l" t="t" r="r" b="b"/>
                <a:pathLst>
                  <a:path w="756" h="1543" extrusionOk="0">
                    <a:moveTo>
                      <a:pt x="0" y="1"/>
                    </a:moveTo>
                    <a:lnTo>
                      <a:pt x="0" y="1542"/>
                    </a:lnTo>
                    <a:lnTo>
                      <a:pt x="713" y="1542"/>
                    </a:lnTo>
                    <a:lnTo>
                      <a:pt x="75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Google Shape;2118;p60"/>
              <p:cNvSpPr/>
              <p:nvPr/>
            </p:nvSpPr>
            <p:spPr>
              <a:xfrm>
                <a:off x="3918591" y="1013155"/>
                <a:ext cx="112321" cy="117075"/>
              </a:xfrm>
              <a:custGeom>
                <a:avLst/>
                <a:gdLst/>
                <a:ahLst/>
                <a:cxnLst/>
                <a:rect l="l" t="t" r="r" b="b"/>
                <a:pathLst>
                  <a:path w="756" h="788" extrusionOk="0">
                    <a:moveTo>
                      <a:pt x="0" y="1"/>
                    </a:moveTo>
                    <a:lnTo>
                      <a:pt x="0" y="662"/>
                    </a:lnTo>
                    <a:cubicBezTo>
                      <a:pt x="220" y="704"/>
                      <a:pt x="472" y="745"/>
                      <a:pt x="734" y="787"/>
                    </a:cubicBezTo>
                    <a:lnTo>
                      <a:pt x="75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Google Shape;2119;p60"/>
              <p:cNvSpPr/>
              <p:nvPr/>
            </p:nvSpPr>
            <p:spPr>
              <a:xfrm>
                <a:off x="3929437" y="1025635"/>
                <a:ext cx="76515" cy="32983"/>
              </a:xfrm>
              <a:custGeom>
                <a:avLst/>
                <a:gdLst/>
                <a:ahLst/>
                <a:cxnLst/>
                <a:rect l="l" t="t" r="r" b="b"/>
                <a:pathLst>
                  <a:path w="515" h="222" extrusionOk="0">
                    <a:moveTo>
                      <a:pt x="514" y="1"/>
                    </a:moveTo>
                    <a:lnTo>
                      <a:pt x="11" y="22"/>
                    </a:lnTo>
                    <a:lnTo>
                      <a:pt x="0" y="221"/>
                    </a:lnTo>
                    <a:lnTo>
                      <a:pt x="504" y="200"/>
                    </a:lnTo>
                    <a:lnTo>
                      <a:pt x="514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Google Shape;2120;p60"/>
              <p:cNvSpPr/>
              <p:nvPr/>
            </p:nvSpPr>
            <p:spPr>
              <a:xfrm>
                <a:off x="3930922" y="1203329"/>
                <a:ext cx="71909" cy="32835"/>
              </a:xfrm>
              <a:custGeom>
                <a:avLst/>
                <a:gdLst/>
                <a:ahLst/>
                <a:cxnLst/>
                <a:rect l="l" t="t" r="r" b="b"/>
                <a:pathLst>
                  <a:path w="484" h="221" extrusionOk="0">
                    <a:moveTo>
                      <a:pt x="483" y="0"/>
                    </a:moveTo>
                    <a:lnTo>
                      <a:pt x="11" y="21"/>
                    </a:lnTo>
                    <a:lnTo>
                      <a:pt x="1" y="220"/>
                    </a:lnTo>
                    <a:lnTo>
                      <a:pt x="473" y="200"/>
                    </a:lnTo>
                    <a:lnTo>
                      <a:pt x="483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Google Shape;2121;p60"/>
              <p:cNvSpPr/>
              <p:nvPr/>
            </p:nvSpPr>
            <p:spPr>
              <a:xfrm>
                <a:off x="4049336" y="863689"/>
                <a:ext cx="101475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683" h="2549" extrusionOk="0">
                    <a:moveTo>
                      <a:pt x="1" y="0"/>
                    </a:moveTo>
                    <a:lnTo>
                      <a:pt x="32" y="2548"/>
                    </a:lnTo>
                    <a:lnTo>
                      <a:pt x="683" y="2548"/>
                    </a:lnTo>
                    <a:lnTo>
                      <a:pt x="54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Google Shape;2122;p60"/>
              <p:cNvSpPr/>
              <p:nvPr/>
            </p:nvSpPr>
            <p:spPr>
              <a:xfrm>
                <a:off x="4155269" y="863689"/>
                <a:ext cx="88995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599" h="2549" extrusionOk="0">
                    <a:moveTo>
                      <a:pt x="22" y="0"/>
                    </a:moveTo>
                    <a:lnTo>
                      <a:pt x="1" y="2548"/>
                    </a:lnTo>
                    <a:lnTo>
                      <a:pt x="536" y="2548"/>
                    </a:lnTo>
                    <a:lnTo>
                      <a:pt x="59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Google Shape;2123;p60"/>
              <p:cNvSpPr/>
              <p:nvPr/>
            </p:nvSpPr>
            <p:spPr>
              <a:xfrm>
                <a:off x="4049336" y="863689"/>
                <a:ext cx="95235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641" h="1804" extrusionOk="0">
                    <a:moveTo>
                      <a:pt x="1" y="0"/>
                    </a:moveTo>
                    <a:lnTo>
                      <a:pt x="22" y="1804"/>
                    </a:lnTo>
                    <a:lnTo>
                      <a:pt x="64" y="1804"/>
                    </a:lnTo>
                    <a:cubicBezTo>
                      <a:pt x="263" y="1793"/>
                      <a:pt x="452" y="1783"/>
                      <a:pt x="641" y="1772"/>
                    </a:cubicBezTo>
                    <a:lnTo>
                      <a:pt x="54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Google Shape;2124;p60"/>
              <p:cNvSpPr/>
              <p:nvPr/>
            </p:nvSpPr>
            <p:spPr>
              <a:xfrm>
                <a:off x="4156903" y="863689"/>
                <a:ext cx="87361" cy="261785"/>
              </a:xfrm>
              <a:custGeom>
                <a:avLst/>
                <a:gdLst/>
                <a:ahLst/>
                <a:cxnLst/>
                <a:rect l="l" t="t" r="r" b="b"/>
                <a:pathLst>
                  <a:path w="588" h="1762" extrusionOk="0">
                    <a:moveTo>
                      <a:pt x="21" y="0"/>
                    </a:moveTo>
                    <a:lnTo>
                      <a:pt x="0" y="1762"/>
                    </a:lnTo>
                    <a:cubicBezTo>
                      <a:pt x="189" y="1730"/>
                      <a:pt x="368" y="1699"/>
                      <a:pt x="556" y="1657"/>
                    </a:cubicBezTo>
                    <a:lnTo>
                      <a:pt x="58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Google Shape;2125;p60"/>
              <p:cNvSpPr/>
              <p:nvPr/>
            </p:nvSpPr>
            <p:spPr>
              <a:xfrm>
                <a:off x="4169384" y="1179854"/>
                <a:ext cx="53040" cy="42343"/>
              </a:xfrm>
              <a:custGeom>
                <a:avLst/>
                <a:gdLst/>
                <a:ahLst/>
                <a:cxnLst/>
                <a:rect l="l" t="t" r="r" b="b"/>
                <a:pathLst>
                  <a:path w="357" h="285" extrusionOk="0">
                    <a:moveTo>
                      <a:pt x="0" y="1"/>
                    </a:moveTo>
                    <a:lnTo>
                      <a:pt x="11" y="284"/>
                    </a:lnTo>
                    <a:lnTo>
                      <a:pt x="357" y="284"/>
                    </a:lnTo>
                    <a:lnTo>
                      <a:pt x="346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Google Shape;2126;p60"/>
              <p:cNvSpPr/>
              <p:nvPr/>
            </p:nvSpPr>
            <p:spPr>
              <a:xfrm>
                <a:off x="4096137" y="1195455"/>
                <a:ext cx="9509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64" h="117" extrusionOk="0">
                    <a:moveTo>
                      <a:pt x="32" y="1"/>
                    </a:moveTo>
                    <a:cubicBezTo>
                      <a:pt x="11" y="1"/>
                      <a:pt x="1" y="22"/>
                      <a:pt x="1" y="53"/>
                    </a:cubicBezTo>
                    <a:cubicBezTo>
                      <a:pt x="1" y="85"/>
                      <a:pt x="11" y="116"/>
                      <a:pt x="32" y="116"/>
                    </a:cubicBezTo>
                    <a:cubicBezTo>
                      <a:pt x="42" y="116"/>
                      <a:pt x="63" y="85"/>
                      <a:pt x="63" y="53"/>
                    </a:cubicBezTo>
                    <a:cubicBezTo>
                      <a:pt x="63" y="22"/>
                      <a:pt x="53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Google Shape;2127;p60"/>
              <p:cNvSpPr/>
              <p:nvPr/>
            </p:nvSpPr>
            <p:spPr>
              <a:xfrm>
                <a:off x="4086777" y="935302"/>
                <a:ext cx="9509" cy="15749"/>
              </a:xfrm>
              <a:custGeom>
                <a:avLst/>
                <a:gdLst/>
                <a:ahLst/>
                <a:cxnLst/>
                <a:rect l="l" t="t" r="r" b="b"/>
                <a:pathLst>
                  <a:path w="64" h="106" extrusionOk="0">
                    <a:moveTo>
                      <a:pt x="32" y="1"/>
                    </a:moveTo>
                    <a:cubicBezTo>
                      <a:pt x="11" y="1"/>
                      <a:pt x="1" y="22"/>
                      <a:pt x="1" y="53"/>
                    </a:cubicBezTo>
                    <a:cubicBezTo>
                      <a:pt x="1" y="85"/>
                      <a:pt x="11" y="105"/>
                      <a:pt x="32" y="105"/>
                    </a:cubicBezTo>
                    <a:cubicBezTo>
                      <a:pt x="53" y="105"/>
                      <a:pt x="64" y="85"/>
                      <a:pt x="64" y="53"/>
                    </a:cubicBezTo>
                    <a:cubicBezTo>
                      <a:pt x="64" y="22"/>
                      <a:pt x="53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Google Shape;2128;p60"/>
              <p:cNvSpPr/>
              <p:nvPr/>
            </p:nvSpPr>
            <p:spPr>
              <a:xfrm>
                <a:off x="4189590" y="1140928"/>
                <a:ext cx="11143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75" h="127" extrusionOk="0">
                    <a:moveTo>
                      <a:pt x="32" y="1"/>
                    </a:moveTo>
                    <a:cubicBezTo>
                      <a:pt x="11" y="1"/>
                      <a:pt x="1" y="22"/>
                      <a:pt x="1" y="64"/>
                    </a:cubicBezTo>
                    <a:cubicBezTo>
                      <a:pt x="1" y="95"/>
                      <a:pt x="11" y="127"/>
                      <a:pt x="32" y="127"/>
                    </a:cubicBezTo>
                    <a:cubicBezTo>
                      <a:pt x="53" y="127"/>
                      <a:pt x="74" y="95"/>
                      <a:pt x="74" y="64"/>
                    </a:cubicBezTo>
                    <a:cubicBezTo>
                      <a:pt x="74" y="22"/>
                      <a:pt x="64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Google Shape;2129;p60"/>
              <p:cNvSpPr/>
              <p:nvPr/>
            </p:nvSpPr>
            <p:spPr>
              <a:xfrm>
                <a:off x="2860596" y="863689"/>
                <a:ext cx="112321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756" h="2549" extrusionOk="0">
                    <a:moveTo>
                      <a:pt x="1" y="0"/>
                    </a:moveTo>
                    <a:lnTo>
                      <a:pt x="22" y="2548"/>
                    </a:lnTo>
                    <a:lnTo>
                      <a:pt x="756" y="2548"/>
                    </a:lnTo>
                    <a:lnTo>
                      <a:pt x="5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Google Shape;2130;p60"/>
              <p:cNvSpPr/>
              <p:nvPr/>
            </p:nvSpPr>
            <p:spPr>
              <a:xfrm>
                <a:off x="2977523" y="863689"/>
                <a:ext cx="98206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661" h="2549" extrusionOk="0">
                    <a:moveTo>
                      <a:pt x="21" y="0"/>
                    </a:moveTo>
                    <a:lnTo>
                      <a:pt x="0" y="2548"/>
                    </a:lnTo>
                    <a:lnTo>
                      <a:pt x="598" y="2548"/>
                    </a:lnTo>
                    <a:lnTo>
                      <a:pt x="66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Google Shape;2131;p60"/>
              <p:cNvSpPr/>
              <p:nvPr/>
            </p:nvSpPr>
            <p:spPr>
              <a:xfrm>
                <a:off x="2673690" y="894741"/>
                <a:ext cx="96721" cy="347660"/>
              </a:xfrm>
              <a:custGeom>
                <a:avLst/>
                <a:gdLst/>
                <a:ahLst/>
                <a:cxnLst/>
                <a:rect l="l" t="t" r="r" b="b"/>
                <a:pathLst>
                  <a:path w="651" h="2340" extrusionOk="0">
                    <a:moveTo>
                      <a:pt x="1" y="1"/>
                    </a:moveTo>
                    <a:lnTo>
                      <a:pt x="11" y="2339"/>
                    </a:lnTo>
                    <a:lnTo>
                      <a:pt x="651" y="2339"/>
                    </a:lnTo>
                    <a:lnTo>
                      <a:pt x="588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Google Shape;2132;p60"/>
              <p:cNvSpPr/>
              <p:nvPr/>
            </p:nvSpPr>
            <p:spPr>
              <a:xfrm>
                <a:off x="2778137" y="863689"/>
                <a:ext cx="70126" cy="266539"/>
              </a:xfrm>
              <a:custGeom>
                <a:avLst/>
                <a:gdLst/>
                <a:ahLst/>
                <a:cxnLst/>
                <a:rect l="l" t="t" r="r" b="b"/>
                <a:pathLst>
                  <a:path w="472" h="1794" extrusionOk="0">
                    <a:moveTo>
                      <a:pt x="0" y="0"/>
                    </a:moveTo>
                    <a:lnTo>
                      <a:pt x="11" y="1772"/>
                    </a:lnTo>
                    <a:cubicBezTo>
                      <a:pt x="157" y="1783"/>
                      <a:pt x="315" y="1793"/>
                      <a:pt x="472" y="1793"/>
                    </a:cubicBezTo>
                    <a:lnTo>
                      <a:pt x="3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Google Shape;2133;p60"/>
              <p:cNvSpPr/>
              <p:nvPr/>
            </p:nvSpPr>
            <p:spPr>
              <a:xfrm>
                <a:off x="2860596" y="863689"/>
                <a:ext cx="104595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704" h="1804" extrusionOk="0">
                    <a:moveTo>
                      <a:pt x="1" y="0"/>
                    </a:moveTo>
                    <a:lnTo>
                      <a:pt x="22" y="1804"/>
                    </a:lnTo>
                    <a:lnTo>
                      <a:pt x="64" y="1804"/>
                    </a:lnTo>
                    <a:cubicBezTo>
                      <a:pt x="284" y="1804"/>
                      <a:pt x="504" y="1783"/>
                      <a:pt x="703" y="1772"/>
                    </a:cubicBezTo>
                    <a:lnTo>
                      <a:pt x="5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Google Shape;2134;p60"/>
              <p:cNvSpPr/>
              <p:nvPr/>
            </p:nvSpPr>
            <p:spPr>
              <a:xfrm>
                <a:off x="2979009" y="863689"/>
                <a:ext cx="96721" cy="261785"/>
              </a:xfrm>
              <a:custGeom>
                <a:avLst/>
                <a:gdLst/>
                <a:ahLst/>
                <a:cxnLst/>
                <a:rect l="l" t="t" r="r" b="b"/>
                <a:pathLst>
                  <a:path w="651" h="1762" extrusionOk="0">
                    <a:moveTo>
                      <a:pt x="11" y="0"/>
                    </a:moveTo>
                    <a:lnTo>
                      <a:pt x="1" y="1762"/>
                    </a:lnTo>
                    <a:cubicBezTo>
                      <a:pt x="211" y="1730"/>
                      <a:pt x="410" y="1699"/>
                      <a:pt x="609" y="1657"/>
                    </a:cubicBezTo>
                    <a:lnTo>
                      <a:pt x="65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Google Shape;2135;p60"/>
              <p:cNvSpPr/>
              <p:nvPr/>
            </p:nvSpPr>
            <p:spPr>
              <a:xfrm>
                <a:off x="2673690" y="894741"/>
                <a:ext cx="93601" cy="23073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53" extrusionOk="0">
                    <a:moveTo>
                      <a:pt x="1" y="1"/>
                    </a:moveTo>
                    <a:lnTo>
                      <a:pt x="11" y="1448"/>
                    </a:lnTo>
                    <a:cubicBezTo>
                      <a:pt x="210" y="1501"/>
                      <a:pt x="420" y="1532"/>
                      <a:pt x="630" y="1553"/>
                    </a:cubicBezTo>
                    <a:lnTo>
                      <a:pt x="588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Google Shape;2136;p60"/>
              <p:cNvSpPr/>
              <p:nvPr/>
            </p:nvSpPr>
            <p:spPr>
              <a:xfrm>
                <a:off x="2686170" y="913462"/>
                <a:ext cx="64035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431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430" y="158"/>
                    </a:lnTo>
                    <a:lnTo>
                      <a:pt x="42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Google Shape;2137;p60"/>
              <p:cNvSpPr/>
              <p:nvPr/>
            </p:nvSpPr>
            <p:spPr>
              <a:xfrm>
                <a:off x="2687656" y="952388"/>
                <a:ext cx="62549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421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420" y="158"/>
                    </a:lnTo>
                    <a:lnTo>
                      <a:pt x="42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Google Shape;2138;p60"/>
              <p:cNvSpPr/>
              <p:nvPr/>
            </p:nvSpPr>
            <p:spPr>
              <a:xfrm>
                <a:off x="2684536" y="1201695"/>
                <a:ext cx="70275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473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473" y="137"/>
                    </a:lnTo>
                    <a:lnTo>
                      <a:pt x="47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Google Shape;2139;p60"/>
              <p:cNvSpPr/>
              <p:nvPr/>
            </p:nvSpPr>
            <p:spPr>
              <a:xfrm>
                <a:off x="2807703" y="1198575"/>
                <a:ext cx="1099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74" h="117" extrusionOk="0">
                    <a:moveTo>
                      <a:pt x="32" y="1"/>
                    </a:moveTo>
                    <a:cubicBezTo>
                      <a:pt x="11" y="1"/>
                      <a:pt x="0" y="22"/>
                      <a:pt x="0" y="53"/>
                    </a:cubicBezTo>
                    <a:cubicBezTo>
                      <a:pt x="0" y="85"/>
                      <a:pt x="11" y="116"/>
                      <a:pt x="32" y="116"/>
                    </a:cubicBezTo>
                    <a:cubicBezTo>
                      <a:pt x="53" y="116"/>
                      <a:pt x="74" y="85"/>
                      <a:pt x="74" y="53"/>
                    </a:cubicBezTo>
                    <a:cubicBezTo>
                      <a:pt x="74" y="22"/>
                      <a:pt x="53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Google Shape;2140;p60"/>
              <p:cNvSpPr/>
              <p:nvPr/>
            </p:nvSpPr>
            <p:spPr>
              <a:xfrm>
                <a:off x="2993124" y="1179854"/>
                <a:ext cx="59280" cy="42343"/>
              </a:xfrm>
              <a:custGeom>
                <a:avLst/>
                <a:gdLst/>
                <a:ahLst/>
                <a:cxnLst/>
                <a:rect l="l" t="t" r="r" b="b"/>
                <a:pathLst>
                  <a:path w="399" h="285" extrusionOk="0">
                    <a:moveTo>
                      <a:pt x="0" y="1"/>
                    </a:moveTo>
                    <a:lnTo>
                      <a:pt x="11" y="284"/>
                    </a:lnTo>
                    <a:lnTo>
                      <a:pt x="399" y="284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Google Shape;2141;p60"/>
              <p:cNvSpPr/>
              <p:nvPr/>
            </p:nvSpPr>
            <p:spPr>
              <a:xfrm>
                <a:off x="2910517" y="1195455"/>
                <a:ext cx="1099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74" h="117" extrusionOk="0">
                    <a:moveTo>
                      <a:pt x="42" y="1"/>
                    </a:moveTo>
                    <a:cubicBezTo>
                      <a:pt x="21" y="1"/>
                      <a:pt x="0" y="22"/>
                      <a:pt x="0" y="53"/>
                    </a:cubicBezTo>
                    <a:cubicBezTo>
                      <a:pt x="0" y="85"/>
                      <a:pt x="21" y="116"/>
                      <a:pt x="42" y="116"/>
                    </a:cubicBezTo>
                    <a:cubicBezTo>
                      <a:pt x="63" y="116"/>
                      <a:pt x="74" y="85"/>
                      <a:pt x="74" y="53"/>
                    </a:cubicBezTo>
                    <a:cubicBezTo>
                      <a:pt x="74" y="22"/>
                      <a:pt x="6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Google Shape;2142;p60"/>
              <p:cNvSpPr/>
              <p:nvPr/>
            </p:nvSpPr>
            <p:spPr>
              <a:xfrm>
                <a:off x="2901156" y="935302"/>
                <a:ext cx="12629" cy="15749"/>
              </a:xfrm>
              <a:custGeom>
                <a:avLst/>
                <a:gdLst/>
                <a:ahLst/>
                <a:cxnLst/>
                <a:rect l="l" t="t" r="r" b="b"/>
                <a:pathLst>
                  <a:path w="85" h="106" extrusionOk="0">
                    <a:moveTo>
                      <a:pt x="42" y="1"/>
                    </a:moveTo>
                    <a:cubicBezTo>
                      <a:pt x="21" y="1"/>
                      <a:pt x="1" y="22"/>
                      <a:pt x="1" y="53"/>
                    </a:cubicBezTo>
                    <a:cubicBezTo>
                      <a:pt x="1" y="85"/>
                      <a:pt x="21" y="105"/>
                      <a:pt x="42" y="105"/>
                    </a:cubicBezTo>
                    <a:cubicBezTo>
                      <a:pt x="63" y="105"/>
                      <a:pt x="84" y="85"/>
                      <a:pt x="84" y="53"/>
                    </a:cubicBezTo>
                    <a:cubicBezTo>
                      <a:pt x="84" y="22"/>
                      <a:pt x="6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Google Shape;2143;p60"/>
              <p:cNvSpPr/>
              <p:nvPr/>
            </p:nvSpPr>
            <p:spPr>
              <a:xfrm>
                <a:off x="3014964" y="1140928"/>
                <a:ext cx="14114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95" h="127" extrusionOk="0">
                    <a:moveTo>
                      <a:pt x="42" y="1"/>
                    </a:moveTo>
                    <a:cubicBezTo>
                      <a:pt x="21" y="1"/>
                      <a:pt x="0" y="22"/>
                      <a:pt x="0" y="64"/>
                    </a:cubicBezTo>
                    <a:cubicBezTo>
                      <a:pt x="0" y="95"/>
                      <a:pt x="21" y="127"/>
                      <a:pt x="42" y="127"/>
                    </a:cubicBezTo>
                    <a:cubicBezTo>
                      <a:pt x="73" y="127"/>
                      <a:pt x="94" y="95"/>
                      <a:pt x="94" y="64"/>
                    </a:cubicBezTo>
                    <a:cubicBezTo>
                      <a:pt x="94" y="22"/>
                      <a:pt x="7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Google Shape;2144;p60"/>
              <p:cNvSpPr/>
              <p:nvPr/>
            </p:nvSpPr>
            <p:spPr>
              <a:xfrm>
                <a:off x="3376296" y="863689"/>
                <a:ext cx="106081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714" h="2549" extrusionOk="0">
                    <a:moveTo>
                      <a:pt x="85" y="0"/>
                    </a:moveTo>
                    <a:lnTo>
                      <a:pt x="1" y="2548"/>
                    </a:lnTo>
                    <a:lnTo>
                      <a:pt x="714" y="2548"/>
                    </a:lnTo>
                    <a:lnTo>
                      <a:pt x="67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Google Shape;2145;p60"/>
              <p:cNvSpPr/>
              <p:nvPr/>
            </p:nvSpPr>
            <p:spPr>
              <a:xfrm>
                <a:off x="3094303" y="967988"/>
                <a:ext cx="112321" cy="274413"/>
              </a:xfrm>
              <a:custGeom>
                <a:avLst/>
                <a:gdLst/>
                <a:ahLst/>
                <a:cxnLst/>
                <a:rect l="l" t="t" r="r" b="b"/>
                <a:pathLst>
                  <a:path w="756" h="1847" extrusionOk="0">
                    <a:moveTo>
                      <a:pt x="1" y="1"/>
                    </a:moveTo>
                    <a:lnTo>
                      <a:pt x="1" y="1846"/>
                    </a:lnTo>
                    <a:lnTo>
                      <a:pt x="714" y="1846"/>
                    </a:lnTo>
                    <a:lnTo>
                      <a:pt x="75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Google Shape;2146;p60"/>
              <p:cNvSpPr/>
              <p:nvPr/>
            </p:nvSpPr>
            <p:spPr>
              <a:xfrm>
                <a:off x="3500949" y="863689"/>
                <a:ext cx="16060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1081" h="2549" extrusionOk="0">
                    <a:moveTo>
                      <a:pt x="64" y="0"/>
                    </a:moveTo>
                    <a:lnTo>
                      <a:pt x="1" y="2548"/>
                    </a:lnTo>
                    <a:lnTo>
                      <a:pt x="1081" y="2548"/>
                    </a:lnTo>
                    <a:lnTo>
                      <a:pt x="95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Google Shape;2147;p60"/>
              <p:cNvSpPr/>
              <p:nvPr/>
            </p:nvSpPr>
            <p:spPr>
              <a:xfrm>
                <a:off x="3220590" y="894741"/>
                <a:ext cx="141887" cy="347660"/>
              </a:xfrm>
              <a:custGeom>
                <a:avLst/>
                <a:gdLst/>
                <a:ahLst/>
                <a:cxnLst/>
                <a:rect l="l" t="t" r="r" b="b"/>
                <a:pathLst>
                  <a:path w="955" h="2340" extrusionOk="0">
                    <a:moveTo>
                      <a:pt x="74" y="1"/>
                    </a:moveTo>
                    <a:lnTo>
                      <a:pt x="0" y="2339"/>
                    </a:lnTo>
                    <a:lnTo>
                      <a:pt x="954" y="2339"/>
                    </a:lnTo>
                    <a:lnTo>
                      <a:pt x="944" y="32"/>
                    </a:lnTo>
                    <a:lnTo>
                      <a:pt x="7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Google Shape;2148;p60"/>
              <p:cNvSpPr/>
              <p:nvPr/>
            </p:nvSpPr>
            <p:spPr>
              <a:xfrm>
                <a:off x="3381050" y="863689"/>
                <a:ext cx="99841" cy="266539"/>
              </a:xfrm>
              <a:custGeom>
                <a:avLst/>
                <a:gdLst/>
                <a:ahLst/>
                <a:cxnLst/>
                <a:rect l="l" t="t" r="r" b="b"/>
                <a:pathLst>
                  <a:path w="672" h="1794" extrusionOk="0">
                    <a:moveTo>
                      <a:pt x="53" y="0"/>
                    </a:moveTo>
                    <a:lnTo>
                      <a:pt x="0" y="1772"/>
                    </a:lnTo>
                    <a:cubicBezTo>
                      <a:pt x="210" y="1783"/>
                      <a:pt x="441" y="1793"/>
                      <a:pt x="671" y="1793"/>
                    </a:cubicBezTo>
                    <a:lnTo>
                      <a:pt x="64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Google Shape;2149;p60"/>
              <p:cNvSpPr/>
              <p:nvPr/>
            </p:nvSpPr>
            <p:spPr>
              <a:xfrm>
                <a:off x="3094303" y="967988"/>
                <a:ext cx="112321" cy="140401"/>
              </a:xfrm>
              <a:custGeom>
                <a:avLst/>
                <a:gdLst/>
                <a:ahLst/>
                <a:cxnLst/>
                <a:rect l="l" t="t" r="r" b="b"/>
                <a:pathLst>
                  <a:path w="756" h="945" extrusionOk="0">
                    <a:moveTo>
                      <a:pt x="1" y="1"/>
                    </a:moveTo>
                    <a:lnTo>
                      <a:pt x="1" y="787"/>
                    </a:lnTo>
                    <a:cubicBezTo>
                      <a:pt x="232" y="850"/>
                      <a:pt x="473" y="903"/>
                      <a:pt x="735" y="945"/>
                    </a:cubicBezTo>
                    <a:lnTo>
                      <a:pt x="75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Google Shape;2150;p60"/>
              <p:cNvSpPr/>
              <p:nvPr/>
            </p:nvSpPr>
            <p:spPr>
              <a:xfrm>
                <a:off x="3504070" y="863689"/>
                <a:ext cx="151247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1804" extrusionOk="0">
                    <a:moveTo>
                      <a:pt x="43" y="0"/>
                    </a:moveTo>
                    <a:lnTo>
                      <a:pt x="1" y="1804"/>
                    </a:lnTo>
                    <a:lnTo>
                      <a:pt x="74" y="1804"/>
                    </a:lnTo>
                    <a:cubicBezTo>
                      <a:pt x="399" y="1804"/>
                      <a:pt x="714" y="1783"/>
                      <a:pt x="1018" y="1772"/>
                    </a:cubicBezTo>
                    <a:lnTo>
                      <a:pt x="9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Google Shape;2151;p60"/>
              <p:cNvSpPr/>
              <p:nvPr/>
            </p:nvSpPr>
            <p:spPr>
              <a:xfrm>
                <a:off x="3225196" y="894741"/>
                <a:ext cx="135647" cy="230733"/>
              </a:xfrm>
              <a:custGeom>
                <a:avLst/>
                <a:gdLst/>
                <a:ahLst/>
                <a:cxnLst/>
                <a:rect l="l" t="t" r="r" b="b"/>
                <a:pathLst>
                  <a:path w="913" h="1553" extrusionOk="0">
                    <a:moveTo>
                      <a:pt x="43" y="1"/>
                    </a:moveTo>
                    <a:lnTo>
                      <a:pt x="1" y="1448"/>
                    </a:lnTo>
                    <a:cubicBezTo>
                      <a:pt x="284" y="1501"/>
                      <a:pt x="588" y="1532"/>
                      <a:pt x="913" y="1553"/>
                    </a:cubicBezTo>
                    <a:lnTo>
                      <a:pt x="913" y="32"/>
                    </a:lnTo>
                    <a:lnTo>
                      <a:pt x="4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Google Shape;2152;p60"/>
              <p:cNvSpPr/>
              <p:nvPr/>
            </p:nvSpPr>
            <p:spPr>
              <a:xfrm>
                <a:off x="3250157" y="913462"/>
                <a:ext cx="93601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630" y="158"/>
                    </a:lnTo>
                    <a:lnTo>
                      <a:pt x="63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Google Shape;2153;p60"/>
              <p:cNvSpPr/>
              <p:nvPr/>
            </p:nvSpPr>
            <p:spPr>
              <a:xfrm>
                <a:off x="3250157" y="952388"/>
                <a:ext cx="93601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619" y="158"/>
                    </a:lnTo>
                    <a:lnTo>
                      <a:pt x="63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Google Shape;2154;p60"/>
              <p:cNvSpPr/>
              <p:nvPr/>
            </p:nvSpPr>
            <p:spPr>
              <a:xfrm>
                <a:off x="3234556" y="1201695"/>
                <a:ext cx="106081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714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703" y="137"/>
                    </a:lnTo>
                    <a:lnTo>
                      <a:pt x="714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Google Shape;2155;p60"/>
              <p:cNvSpPr/>
              <p:nvPr/>
            </p:nvSpPr>
            <p:spPr>
              <a:xfrm>
                <a:off x="3416857" y="1198575"/>
                <a:ext cx="1723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17" extrusionOk="0">
                    <a:moveTo>
                      <a:pt x="63" y="1"/>
                    </a:moveTo>
                    <a:cubicBezTo>
                      <a:pt x="32" y="1"/>
                      <a:pt x="0" y="22"/>
                      <a:pt x="0" y="53"/>
                    </a:cubicBezTo>
                    <a:cubicBezTo>
                      <a:pt x="0" y="85"/>
                      <a:pt x="21" y="116"/>
                      <a:pt x="53" y="116"/>
                    </a:cubicBezTo>
                    <a:cubicBezTo>
                      <a:pt x="84" y="116"/>
                      <a:pt x="116" y="85"/>
                      <a:pt x="116" y="53"/>
                    </a:cubicBezTo>
                    <a:cubicBezTo>
                      <a:pt x="116" y="22"/>
                      <a:pt x="95" y="1"/>
                      <a:pt x="63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Google Shape;2156;p60"/>
              <p:cNvSpPr/>
              <p:nvPr/>
            </p:nvSpPr>
            <p:spPr>
              <a:xfrm>
                <a:off x="3105297" y="982103"/>
                <a:ext cx="76515" cy="39075"/>
              </a:xfrm>
              <a:custGeom>
                <a:avLst/>
                <a:gdLst/>
                <a:ahLst/>
                <a:cxnLst/>
                <a:rect l="l" t="t" r="r" b="b"/>
                <a:pathLst>
                  <a:path w="515" h="263" extrusionOk="0">
                    <a:moveTo>
                      <a:pt x="514" y="0"/>
                    </a:moveTo>
                    <a:lnTo>
                      <a:pt x="11" y="21"/>
                    </a:lnTo>
                    <a:lnTo>
                      <a:pt x="0" y="262"/>
                    </a:lnTo>
                    <a:lnTo>
                      <a:pt x="514" y="241"/>
                    </a:lnTo>
                    <a:lnTo>
                      <a:pt x="514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Google Shape;2157;p60"/>
              <p:cNvSpPr/>
              <p:nvPr/>
            </p:nvSpPr>
            <p:spPr>
              <a:xfrm>
                <a:off x="3106783" y="1195455"/>
                <a:ext cx="71909" cy="39223"/>
              </a:xfrm>
              <a:custGeom>
                <a:avLst/>
                <a:gdLst/>
                <a:ahLst/>
                <a:cxnLst/>
                <a:rect l="l" t="t" r="r" b="b"/>
                <a:pathLst>
                  <a:path w="484" h="264" extrusionOk="0">
                    <a:moveTo>
                      <a:pt x="483" y="1"/>
                    </a:moveTo>
                    <a:lnTo>
                      <a:pt x="11" y="22"/>
                    </a:lnTo>
                    <a:lnTo>
                      <a:pt x="1" y="263"/>
                    </a:lnTo>
                    <a:lnTo>
                      <a:pt x="483" y="242"/>
                    </a:lnTo>
                    <a:lnTo>
                      <a:pt x="48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Google Shape;2158;p60"/>
              <p:cNvSpPr/>
              <p:nvPr/>
            </p:nvSpPr>
            <p:spPr>
              <a:xfrm>
                <a:off x="3571076" y="1195455"/>
                <a:ext cx="1723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17" extrusionOk="0">
                    <a:moveTo>
                      <a:pt x="64" y="1"/>
                    </a:moveTo>
                    <a:cubicBezTo>
                      <a:pt x="32" y="1"/>
                      <a:pt x="1" y="22"/>
                      <a:pt x="1" y="53"/>
                    </a:cubicBezTo>
                    <a:cubicBezTo>
                      <a:pt x="1" y="85"/>
                      <a:pt x="22" y="116"/>
                      <a:pt x="53" y="116"/>
                    </a:cubicBezTo>
                    <a:cubicBezTo>
                      <a:pt x="85" y="116"/>
                      <a:pt x="116" y="85"/>
                      <a:pt x="116" y="53"/>
                    </a:cubicBezTo>
                    <a:cubicBezTo>
                      <a:pt x="116" y="22"/>
                      <a:pt x="95" y="1"/>
                      <a:pt x="64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Google Shape;2159;p60"/>
              <p:cNvSpPr/>
              <p:nvPr/>
            </p:nvSpPr>
            <p:spPr>
              <a:xfrm>
                <a:off x="3566471" y="935302"/>
                <a:ext cx="17234" cy="15749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06" extrusionOk="0">
                    <a:moveTo>
                      <a:pt x="63" y="1"/>
                    </a:moveTo>
                    <a:cubicBezTo>
                      <a:pt x="32" y="1"/>
                      <a:pt x="11" y="22"/>
                      <a:pt x="11" y="53"/>
                    </a:cubicBezTo>
                    <a:cubicBezTo>
                      <a:pt x="0" y="85"/>
                      <a:pt x="32" y="105"/>
                      <a:pt x="63" y="105"/>
                    </a:cubicBezTo>
                    <a:cubicBezTo>
                      <a:pt x="95" y="105"/>
                      <a:pt x="116" y="85"/>
                      <a:pt x="116" y="53"/>
                    </a:cubicBezTo>
                    <a:cubicBezTo>
                      <a:pt x="116" y="22"/>
                      <a:pt x="95" y="1"/>
                      <a:pt x="63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Google Shape;2160;p60"/>
              <p:cNvSpPr/>
              <p:nvPr/>
            </p:nvSpPr>
            <p:spPr>
              <a:xfrm>
                <a:off x="2080137" y="863689"/>
                <a:ext cx="11068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745" h="2549" extrusionOk="0">
                    <a:moveTo>
                      <a:pt x="0" y="0"/>
                    </a:moveTo>
                    <a:lnTo>
                      <a:pt x="32" y="2548"/>
                    </a:lnTo>
                    <a:lnTo>
                      <a:pt x="745" y="2548"/>
                    </a:lnTo>
                    <a:lnTo>
                      <a:pt x="58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Google Shape;2161;p60"/>
              <p:cNvSpPr/>
              <p:nvPr/>
            </p:nvSpPr>
            <p:spPr>
              <a:xfrm>
                <a:off x="1790269" y="967988"/>
                <a:ext cx="118561" cy="274413"/>
              </a:xfrm>
              <a:custGeom>
                <a:avLst/>
                <a:gdLst/>
                <a:ahLst/>
                <a:cxnLst/>
                <a:rect l="l" t="t" r="r" b="b"/>
                <a:pathLst>
                  <a:path w="798" h="1847" extrusionOk="0">
                    <a:moveTo>
                      <a:pt x="1" y="1"/>
                    </a:moveTo>
                    <a:lnTo>
                      <a:pt x="85" y="1846"/>
                    </a:lnTo>
                    <a:lnTo>
                      <a:pt x="798" y="1846"/>
                    </a:lnTo>
                    <a:lnTo>
                      <a:pt x="76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Google Shape;2162;p60"/>
              <p:cNvSpPr/>
              <p:nvPr/>
            </p:nvSpPr>
            <p:spPr>
              <a:xfrm>
                <a:off x="2203156" y="863689"/>
                <a:ext cx="16684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1123" h="2549" extrusionOk="0">
                    <a:moveTo>
                      <a:pt x="1" y="0"/>
                    </a:moveTo>
                    <a:lnTo>
                      <a:pt x="43" y="2548"/>
                    </a:lnTo>
                    <a:lnTo>
                      <a:pt x="1123" y="2548"/>
                    </a:lnTo>
                    <a:lnTo>
                      <a:pt x="89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Google Shape;2163;p60"/>
              <p:cNvSpPr/>
              <p:nvPr/>
            </p:nvSpPr>
            <p:spPr>
              <a:xfrm>
                <a:off x="2377730" y="863689"/>
                <a:ext cx="14500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976" h="2549" extrusionOk="0">
                    <a:moveTo>
                      <a:pt x="32" y="0"/>
                    </a:moveTo>
                    <a:lnTo>
                      <a:pt x="0" y="2548"/>
                    </a:lnTo>
                    <a:lnTo>
                      <a:pt x="891" y="2548"/>
                    </a:lnTo>
                    <a:lnTo>
                      <a:pt x="97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Google Shape;2164;p60"/>
              <p:cNvSpPr/>
              <p:nvPr/>
            </p:nvSpPr>
            <p:spPr>
              <a:xfrm>
                <a:off x="1924283" y="894741"/>
                <a:ext cx="146641" cy="347660"/>
              </a:xfrm>
              <a:custGeom>
                <a:avLst/>
                <a:gdLst/>
                <a:ahLst/>
                <a:cxnLst/>
                <a:rect l="l" t="t" r="r" b="b"/>
                <a:pathLst>
                  <a:path w="987" h="2340" extrusionOk="0">
                    <a:moveTo>
                      <a:pt x="1" y="1"/>
                    </a:moveTo>
                    <a:lnTo>
                      <a:pt x="32" y="2339"/>
                    </a:lnTo>
                    <a:lnTo>
                      <a:pt x="986" y="2339"/>
                    </a:lnTo>
                    <a:lnTo>
                      <a:pt x="881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Google Shape;2165;p60"/>
              <p:cNvSpPr/>
              <p:nvPr/>
            </p:nvSpPr>
            <p:spPr>
              <a:xfrm>
                <a:off x="2080137" y="863689"/>
                <a:ext cx="104446" cy="266539"/>
              </a:xfrm>
              <a:custGeom>
                <a:avLst/>
                <a:gdLst/>
                <a:ahLst/>
                <a:cxnLst/>
                <a:rect l="l" t="t" r="r" b="b"/>
                <a:pathLst>
                  <a:path w="703" h="1794" extrusionOk="0">
                    <a:moveTo>
                      <a:pt x="0" y="0"/>
                    </a:moveTo>
                    <a:lnTo>
                      <a:pt x="21" y="1772"/>
                    </a:lnTo>
                    <a:cubicBezTo>
                      <a:pt x="241" y="1783"/>
                      <a:pt x="472" y="1793"/>
                      <a:pt x="703" y="1793"/>
                    </a:cubicBezTo>
                    <a:lnTo>
                      <a:pt x="58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Google Shape;2166;p60"/>
              <p:cNvSpPr/>
              <p:nvPr/>
            </p:nvSpPr>
            <p:spPr>
              <a:xfrm>
                <a:off x="1790269" y="967988"/>
                <a:ext cx="115441" cy="140401"/>
              </a:xfrm>
              <a:custGeom>
                <a:avLst/>
                <a:gdLst/>
                <a:ahLst/>
                <a:cxnLst/>
                <a:rect l="l" t="t" r="r" b="b"/>
                <a:pathLst>
                  <a:path w="777" h="945" extrusionOk="0">
                    <a:moveTo>
                      <a:pt x="1" y="1"/>
                    </a:moveTo>
                    <a:lnTo>
                      <a:pt x="43" y="787"/>
                    </a:lnTo>
                    <a:cubicBezTo>
                      <a:pt x="263" y="850"/>
                      <a:pt x="515" y="903"/>
                      <a:pt x="777" y="945"/>
                    </a:cubicBezTo>
                    <a:lnTo>
                      <a:pt x="76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Google Shape;2167;p60"/>
              <p:cNvSpPr/>
              <p:nvPr/>
            </p:nvSpPr>
            <p:spPr>
              <a:xfrm>
                <a:off x="2203156" y="863689"/>
                <a:ext cx="156001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1050" h="1804" extrusionOk="0">
                    <a:moveTo>
                      <a:pt x="1" y="0"/>
                    </a:moveTo>
                    <a:lnTo>
                      <a:pt x="32" y="1804"/>
                    </a:lnTo>
                    <a:lnTo>
                      <a:pt x="105" y="1804"/>
                    </a:lnTo>
                    <a:cubicBezTo>
                      <a:pt x="431" y="1804"/>
                      <a:pt x="745" y="1783"/>
                      <a:pt x="1049" y="1772"/>
                    </a:cubicBezTo>
                    <a:lnTo>
                      <a:pt x="89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Google Shape;2168;p60"/>
              <p:cNvSpPr/>
              <p:nvPr/>
            </p:nvSpPr>
            <p:spPr>
              <a:xfrm>
                <a:off x="2379216" y="863689"/>
                <a:ext cx="145007" cy="261785"/>
              </a:xfrm>
              <a:custGeom>
                <a:avLst/>
                <a:gdLst/>
                <a:ahLst/>
                <a:cxnLst/>
                <a:rect l="l" t="t" r="r" b="b"/>
                <a:pathLst>
                  <a:path w="976" h="1762" extrusionOk="0">
                    <a:moveTo>
                      <a:pt x="22" y="0"/>
                    </a:moveTo>
                    <a:lnTo>
                      <a:pt x="1" y="1762"/>
                    </a:lnTo>
                    <a:cubicBezTo>
                      <a:pt x="315" y="1730"/>
                      <a:pt x="619" y="1699"/>
                      <a:pt x="913" y="1657"/>
                    </a:cubicBezTo>
                    <a:lnTo>
                      <a:pt x="97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Google Shape;2169;p60"/>
              <p:cNvSpPr/>
              <p:nvPr/>
            </p:nvSpPr>
            <p:spPr>
              <a:xfrm>
                <a:off x="1924283" y="894741"/>
                <a:ext cx="140401" cy="230733"/>
              </a:xfrm>
              <a:custGeom>
                <a:avLst/>
                <a:gdLst/>
                <a:ahLst/>
                <a:cxnLst/>
                <a:rect l="l" t="t" r="r" b="b"/>
                <a:pathLst>
                  <a:path w="945" h="1553" extrusionOk="0">
                    <a:moveTo>
                      <a:pt x="1" y="1"/>
                    </a:moveTo>
                    <a:lnTo>
                      <a:pt x="22" y="1448"/>
                    </a:lnTo>
                    <a:cubicBezTo>
                      <a:pt x="315" y="1501"/>
                      <a:pt x="619" y="1532"/>
                      <a:pt x="944" y="1553"/>
                    </a:cubicBezTo>
                    <a:lnTo>
                      <a:pt x="881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Google Shape;2170;p60"/>
              <p:cNvSpPr/>
              <p:nvPr/>
            </p:nvSpPr>
            <p:spPr>
              <a:xfrm>
                <a:off x="1944489" y="913462"/>
                <a:ext cx="93749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1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630" y="158"/>
                    </a:lnTo>
                    <a:lnTo>
                      <a:pt x="62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Google Shape;2171;p60"/>
              <p:cNvSpPr/>
              <p:nvPr/>
            </p:nvSpPr>
            <p:spPr>
              <a:xfrm>
                <a:off x="1946123" y="952388"/>
                <a:ext cx="93601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630" y="158"/>
                    </a:lnTo>
                    <a:lnTo>
                      <a:pt x="619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Google Shape;2172;p60"/>
              <p:cNvSpPr/>
              <p:nvPr/>
            </p:nvSpPr>
            <p:spPr>
              <a:xfrm>
                <a:off x="1941369" y="1201695"/>
                <a:ext cx="104595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704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704" y="137"/>
                    </a:lnTo>
                    <a:lnTo>
                      <a:pt x="704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Google Shape;2173;p60"/>
              <p:cNvSpPr/>
              <p:nvPr/>
            </p:nvSpPr>
            <p:spPr>
              <a:xfrm>
                <a:off x="2122480" y="1201695"/>
                <a:ext cx="18572" cy="14263"/>
              </a:xfrm>
              <a:custGeom>
                <a:avLst/>
                <a:gdLst/>
                <a:ahLst/>
                <a:cxnLst/>
                <a:rect l="l" t="t" r="r" b="b"/>
                <a:pathLst>
                  <a:path w="125" h="96" extrusionOk="0">
                    <a:moveTo>
                      <a:pt x="104" y="1"/>
                    </a:moveTo>
                    <a:cubicBezTo>
                      <a:pt x="67" y="1"/>
                      <a:pt x="0" y="87"/>
                      <a:pt x="72" y="95"/>
                    </a:cubicBezTo>
                    <a:cubicBezTo>
                      <a:pt x="103" y="95"/>
                      <a:pt x="124" y="64"/>
                      <a:pt x="124" y="32"/>
                    </a:cubicBezTo>
                    <a:cubicBezTo>
                      <a:pt x="124" y="9"/>
                      <a:pt x="116" y="1"/>
                      <a:pt x="104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Google Shape;2174;p60"/>
              <p:cNvSpPr/>
              <p:nvPr/>
            </p:nvSpPr>
            <p:spPr>
              <a:xfrm>
                <a:off x="2401057" y="1179854"/>
                <a:ext cx="85875" cy="42343"/>
              </a:xfrm>
              <a:custGeom>
                <a:avLst/>
                <a:gdLst/>
                <a:ahLst/>
                <a:cxnLst/>
                <a:rect l="l" t="t" r="r" b="b"/>
                <a:pathLst>
                  <a:path w="578" h="285" extrusionOk="0">
                    <a:moveTo>
                      <a:pt x="0" y="1"/>
                    </a:moveTo>
                    <a:lnTo>
                      <a:pt x="11" y="284"/>
                    </a:lnTo>
                    <a:lnTo>
                      <a:pt x="577" y="284"/>
                    </a:lnTo>
                    <a:lnTo>
                      <a:pt x="577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Google Shape;2175;p60"/>
              <p:cNvSpPr/>
              <p:nvPr/>
            </p:nvSpPr>
            <p:spPr>
              <a:xfrm>
                <a:off x="1804384" y="982103"/>
                <a:ext cx="74881" cy="39075"/>
              </a:xfrm>
              <a:custGeom>
                <a:avLst/>
                <a:gdLst/>
                <a:ahLst/>
                <a:cxnLst/>
                <a:rect l="l" t="t" r="r" b="b"/>
                <a:pathLst>
                  <a:path w="504" h="263" extrusionOk="0">
                    <a:moveTo>
                      <a:pt x="503" y="0"/>
                    </a:moveTo>
                    <a:lnTo>
                      <a:pt x="0" y="21"/>
                    </a:lnTo>
                    <a:lnTo>
                      <a:pt x="0" y="262"/>
                    </a:lnTo>
                    <a:lnTo>
                      <a:pt x="503" y="241"/>
                    </a:lnTo>
                    <a:lnTo>
                      <a:pt x="503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Google Shape;2176;p60"/>
              <p:cNvSpPr/>
              <p:nvPr/>
            </p:nvSpPr>
            <p:spPr>
              <a:xfrm>
                <a:off x="1815229" y="1195455"/>
                <a:ext cx="70275" cy="39223"/>
              </a:xfrm>
              <a:custGeom>
                <a:avLst/>
                <a:gdLst/>
                <a:ahLst/>
                <a:cxnLst/>
                <a:rect l="l" t="t" r="r" b="b"/>
                <a:pathLst>
                  <a:path w="473" h="264" extrusionOk="0">
                    <a:moveTo>
                      <a:pt x="472" y="1"/>
                    </a:moveTo>
                    <a:lnTo>
                      <a:pt x="1" y="22"/>
                    </a:lnTo>
                    <a:lnTo>
                      <a:pt x="1" y="263"/>
                    </a:lnTo>
                    <a:lnTo>
                      <a:pt x="472" y="242"/>
                    </a:lnTo>
                    <a:lnTo>
                      <a:pt x="472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Google Shape;2177;p60"/>
              <p:cNvSpPr/>
              <p:nvPr/>
            </p:nvSpPr>
            <p:spPr>
              <a:xfrm>
                <a:off x="2276403" y="1195455"/>
                <a:ext cx="18869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17" extrusionOk="0">
                    <a:moveTo>
                      <a:pt x="56" y="0"/>
                    </a:moveTo>
                    <a:cubicBezTo>
                      <a:pt x="1" y="0"/>
                      <a:pt x="3" y="116"/>
                      <a:pt x="63" y="116"/>
                    </a:cubicBezTo>
                    <a:cubicBezTo>
                      <a:pt x="95" y="116"/>
                      <a:pt x="126" y="85"/>
                      <a:pt x="126" y="53"/>
                    </a:cubicBezTo>
                    <a:cubicBezTo>
                      <a:pt x="126" y="22"/>
                      <a:pt x="95" y="1"/>
                      <a:pt x="63" y="1"/>
                    </a:cubicBezTo>
                    <a:cubicBezTo>
                      <a:pt x="61" y="0"/>
                      <a:pt x="58" y="0"/>
                      <a:pt x="56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Google Shape;2178;p60"/>
              <p:cNvSpPr/>
              <p:nvPr/>
            </p:nvSpPr>
            <p:spPr>
              <a:xfrm>
                <a:off x="2261100" y="938422"/>
                <a:ext cx="18572" cy="12629"/>
              </a:xfrm>
              <a:custGeom>
                <a:avLst/>
                <a:gdLst/>
                <a:ahLst/>
                <a:cxnLst/>
                <a:rect l="l" t="t" r="r" b="b"/>
                <a:pathLst>
                  <a:path w="125" h="85" extrusionOk="0">
                    <a:moveTo>
                      <a:pt x="104" y="0"/>
                    </a:moveTo>
                    <a:cubicBezTo>
                      <a:pt x="67" y="0"/>
                      <a:pt x="1" y="84"/>
                      <a:pt x="72" y="84"/>
                    </a:cubicBezTo>
                    <a:cubicBezTo>
                      <a:pt x="103" y="84"/>
                      <a:pt x="124" y="64"/>
                      <a:pt x="124" y="32"/>
                    </a:cubicBezTo>
                    <a:cubicBezTo>
                      <a:pt x="124" y="9"/>
                      <a:pt x="116" y="0"/>
                      <a:pt x="104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Google Shape;2179;p60"/>
              <p:cNvSpPr/>
              <p:nvPr/>
            </p:nvSpPr>
            <p:spPr>
              <a:xfrm>
                <a:off x="2433743" y="1140928"/>
                <a:ext cx="18869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27" extrusionOk="0">
                    <a:moveTo>
                      <a:pt x="64" y="1"/>
                    </a:moveTo>
                    <a:cubicBezTo>
                      <a:pt x="22" y="1"/>
                      <a:pt x="1" y="22"/>
                      <a:pt x="1" y="64"/>
                    </a:cubicBezTo>
                    <a:cubicBezTo>
                      <a:pt x="1" y="95"/>
                      <a:pt x="22" y="127"/>
                      <a:pt x="64" y="127"/>
                    </a:cubicBezTo>
                    <a:cubicBezTo>
                      <a:pt x="95" y="127"/>
                      <a:pt x="126" y="95"/>
                      <a:pt x="126" y="64"/>
                    </a:cubicBezTo>
                    <a:cubicBezTo>
                      <a:pt x="126" y="22"/>
                      <a:pt x="95" y="1"/>
                      <a:pt x="64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Google Shape;2180;p60"/>
              <p:cNvSpPr/>
              <p:nvPr/>
            </p:nvSpPr>
            <p:spPr>
              <a:xfrm>
                <a:off x="2446966" y="939759"/>
                <a:ext cx="23177" cy="15897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5" y="0"/>
                    </a:moveTo>
                    <a:cubicBezTo>
                      <a:pt x="93" y="0"/>
                      <a:pt x="1" y="107"/>
                      <a:pt x="90" y="107"/>
                    </a:cubicBezTo>
                    <a:cubicBezTo>
                      <a:pt x="121" y="107"/>
                      <a:pt x="153" y="75"/>
                      <a:pt x="153" y="34"/>
                    </a:cubicBezTo>
                    <a:cubicBezTo>
                      <a:pt x="155" y="10"/>
                      <a:pt x="147" y="0"/>
                      <a:pt x="135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181" name="Google Shape;2181;p60"/>
            <p:cNvSpPr/>
            <p:nvPr/>
          </p:nvSpPr>
          <p:spPr>
            <a:xfrm>
              <a:off x="4058696" y="880775"/>
              <a:ext cx="59429" cy="28229"/>
            </a:xfrm>
            <a:custGeom>
              <a:avLst/>
              <a:gdLst/>
              <a:ahLst/>
              <a:cxnLst/>
              <a:rect l="l" t="t" r="r" b="b"/>
              <a:pathLst>
                <a:path w="400" h="190" extrusionOk="0">
                  <a:moveTo>
                    <a:pt x="1" y="1"/>
                  </a:moveTo>
                  <a:lnTo>
                    <a:pt x="1" y="189"/>
                  </a:lnTo>
                  <a:lnTo>
                    <a:pt x="399" y="189"/>
                  </a:lnTo>
                  <a:lnTo>
                    <a:pt x="389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60"/>
            <p:cNvSpPr/>
            <p:nvPr/>
          </p:nvSpPr>
          <p:spPr>
            <a:xfrm>
              <a:off x="4173989" y="880775"/>
              <a:ext cx="62549" cy="28229"/>
            </a:xfrm>
            <a:custGeom>
              <a:avLst/>
              <a:gdLst/>
              <a:ahLst/>
              <a:cxnLst/>
              <a:rect l="l" t="t" r="r" b="b"/>
              <a:pathLst>
                <a:path w="421" h="190" extrusionOk="0">
                  <a:moveTo>
                    <a:pt x="1" y="1"/>
                  </a:moveTo>
                  <a:lnTo>
                    <a:pt x="11" y="189"/>
                  </a:lnTo>
                  <a:lnTo>
                    <a:pt x="420" y="189"/>
                  </a:lnTo>
                  <a:lnTo>
                    <a:pt x="420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60"/>
            <p:cNvSpPr/>
            <p:nvPr/>
          </p:nvSpPr>
          <p:spPr>
            <a:xfrm>
              <a:off x="2787497" y="882410"/>
              <a:ext cx="37440" cy="18720"/>
            </a:xfrm>
            <a:custGeom>
              <a:avLst/>
              <a:gdLst/>
              <a:ahLst/>
              <a:cxnLst/>
              <a:rect l="l" t="t" r="r" b="b"/>
              <a:pathLst>
                <a:path w="252" h="126" extrusionOk="0">
                  <a:moveTo>
                    <a:pt x="0" y="0"/>
                  </a:moveTo>
                  <a:lnTo>
                    <a:pt x="10" y="126"/>
                  </a:lnTo>
                  <a:lnTo>
                    <a:pt x="252" y="126"/>
                  </a:lnTo>
                  <a:lnTo>
                    <a:pt x="252" y="0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60"/>
            <p:cNvSpPr/>
            <p:nvPr/>
          </p:nvSpPr>
          <p:spPr>
            <a:xfrm>
              <a:off x="2869956" y="880775"/>
              <a:ext cx="65669" cy="28229"/>
            </a:xfrm>
            <a:custGeom>
              <a:avLst/>
              <a:gdLst/>
              <a:ahLst/>
              <a:cxnLst/>
              <a:rect l="l" t="t" r="r" b="b"/>
              <a:pathLst>
                <a:path w="442" h="190" extrusionOk="0">
                  <a:moveTo>
                    <a:pt x="1" y="1"/>
                  </a:moveTo>
                  <a:lnTo>
                    <a:pt x="1" y="189"/>
                  </a:lnTo>
                  <a:lnTo>
                    <a:pt x="441" y="189"/>
                  </a:lnTo>
                  <a:lnTo>
                    <a:pt x="431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60"/>
            <p:cNvSpPr/>
            <p:nvPr/>
          </p:nvSpPr>
          <p:spPr>
            <a:xfrm>
              <a:off x="2999364" y="880775"/>
              <a:ext cx="68640" cy="28229"/>
            </a:xfrm>
            <a:custGeom>
              <a:avLst/>
              <a:gdLst/>
              <a:ahLst/>
              <a:cxnLst/>
              <a:rect l="l" t="t" r="r" b="b"/>
              <a:pathLst>
                <a:path w="462" h="190" extrusionOk="0">
                  <a:moveTo>
                    <a:pt x="0" y="1"/>
                  </a:moveTo>
                  <a:lnTo>
                    <a:pt x="0" y="189"/>
                  </a:lnTo>
                  <a:lnTo>
                    <a:pt x="462" y="189"/>
                  </a:lnTo>
                  <a:lnTo>
                    <a:pt x="462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60"/>
            <p:cNvSpPr/>
            <p:nvPr/>
          </p:nvSpPr>
          <p:spPr>
            <a:xfrm>
              <a:off x="3402891" y="882410"/>
              <a:ext cx="54675" cy="18720"/>
            </a:xfrm>
            <a:custGeom>
              <a:avLst/>
              <a:gdLst/>
              <a:ahLst/>
              <a:cxnLst/>
              <a:rect l="l" t="t" r="r" b="b"/>
              <a:pathLst>
                <a:path w="368" h="126" extrusionOk="0">
                  <a:moveTo>
                    <a:pt x="0" y="0"/>
                  </a:moveTo>
                  <a:lnTo>
                    <a:pt x="0" y="126"/>
                  </a:lnTo>
                  <a:lnTo>
                    <a:pt x="367" y="126"/>
                  </a:lnTo>
                  <a:lnTo>
                    <a:pt x="367" y="0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60"/>
            <p:cNvSpPr/>
            <p:nvPr/>
          </p:nvSpPr>
          <p:spPr>
            <a:xfrm>
              <a:off x="3524424" y="880775"/>
              <a:ext cx="96721" cy="28229"/>
            </a:xfrm>
            <a:custGeom>
              <a:avLst/>
              <a:gdLst/>
              <a:ahLst/>
              <a:cxnLst/>
              <a:rect l="l" t="t" r="r" b="b"/>
              <a:pathLst>
                <a:path w="651" h="190" extrusionOk="0">
                  <a:moveTo>
                    <a:pt x="0" y="1"/>
                  </a:moveTo>
                  <a:lnTo>
                    <a:pt x="0" y="189"/>
                  </a:lnTo>
                  <a:lnTo>
                    <a:pt x="640" y="189"/>
                  </a:lnTo>
                  <a:lnTo>
                    <a:pt x="650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60"/>
            <p:cNvSpPr/>
            <p:nvPr/>
          </p:nvSpPr>
          <p:spPr>
            <a:xfrm>
              <a:off x="2095737" y="882410"/>
              <a:ext cx="54675" cy="18720"/>
            </a:xfrm>
            <a:custGeom>
              <a:avLst/>
              <a:gdLst/>
              <a:ahLst/>
              <a:cxnLst/>
              <a:rect l="l" t="t" r="r" b="b"/>
              <a:pathLst>
                <a:path w="368" h="126" extrusionOk="0">
                  <a:moveTo>
                    <a:pt x="0" y="0"/>
                  </a:moveTo>
                  <a:lnTo>
                    <a:pt x="0" y="126"/>
                  </a:lnTo>
                  <a:lnTo>
                    <a:pt x="367" y="126"/>
                  </a:lnTo>
                  <a:lnTo>
                    <a:pt x="367" y="0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60"/>
            <p:cNvSpPr/>
            <p:nvPr/>
          </p:nvSpPr>
          <p:spPr>
            <a:xfrm>
              <a:off x="2217271" y="880775"/>
              <a:ext cx="96721" cy="28229"/>
            </a:xfrm>
            <a:custGeom>
              <a:avLst/>
              <a:gdLst/>
              <a:ahLst/>
              <a:cxnLst/>
              <a:rect l="l" t="t" r="r" b="b"/>
              <a:pathLst>
                <a:path w="651" h="190" extrusionOk="0">
                  <a:moveTo>
                    <a:pt x="0" y="1"/>
                  </a:moveTo>
                  <a:lnTo>
                    <a:pt x="0" y="189"/>
                  </a:lnTo>
                  <a:lnTo>
                    <a:pt x="650" y="189"/>
                  </a:lnTo>
                  <a:lnTo>
                    <a:pt x="650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60"/>
            <p:cNvSpPr/>
            <p:nvPr/>
          </p:nvSpPr>
          <p:spPr>
            <a:xfrm>
              <a:off x="2408782" y="880775"/>
              <a:ext cx="102961" cy="28229"/>
            </a:xfrm>
            <a:custGeom>
              <a:avLst/>
              <a:gdLst/>
              <a:ahLst/>
              <a:cxnLst/>
              <a:rect l="l" t="t" r="r" b="b"/>
              <a:pathLst>
                <a:path w="693" h="190" extrusionOk="0">
                  <a:moveTo>
                    <a:pt x="1" y="1"/>
                  </a:moveTo>
                  <a:lnTo>
                    <a:pt x="11" y="189"/>
                  </a:lnTo>
                  <a:lnTo>
                    <a:pt x="693" y="18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91" name="Google Shape;2191;p60"/>
          <p:cNvSpPr/>
          <p:nvPr/>
        </p:nvSpPr>
        <p:spPr>
          <a:xfrm>
            <a:off x="8550" y="1229775"/>
            <a:ext cx="9143992" cy="78001"/>
          </a:xfrm>
          <a:custGeom>
            <a:avLst/>
            <a:gdLst/>
            <a:ahLst/>
            <a:cxnLst/>
            <a:rect l="l" t="t" r="r" b="b"/>
            <a:pathLst>
              <a:path w="27171" h="525" extrusionOk="0">
                <a:moveTo>
                  <a:pt x="1" y="1"/>
                </a:moveTo>
                <a:lnTo>
                  <a:pt x="1" y="525"/>
                </a:lnTo>
                <a:lnTo>
                  <a:pt x="27171" y="525"/>
                </a:lnTo>
                <a:lnTo>
                  <a:pt x="2717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92" name="Google Shape;2192;p60"/>
          <p:cNvGrpSpPr/>
          <p:nvPr/>
        </p:nvGrpSpPr>
        <p:grpSpPr>
          <a:xfrm flipH="1">
            <a:off x="1752105" y="4101620"/>
            <a:ext cx="795165" cy="401643"/>
            <a:chOff x="760658" y="4632187"/>
            <a:chExt cx="795165" cy="401643"/>
          </a:xfrm>
        </p:grpSpPr>
        <p:sp>
          <p:nvSpPr>
            <p:cNvPr id="2193" name="Google Shape;2193;p60"/>
            <p:cNvSpPr/>
            <p:nvPr/>
          </p:nvSpPr>
          <p:spPr>
            <a:xfrm>
              <a:off x="932345" y="4784242"/>
              <a:ext cx="301263" cy="21157"/>
            </a:xfrm>
            <a:custGeom>
              <a:avLst/>
              <a:gdLst/>
              <a:ahLst/>
              <a:cxnLst/>
              <a:rect l="l" t="t" r="r" b="b"/>
              <a:pathLst>
                <a:path w="4343" h="305" extrusionOk="0">
                  <a:moveTo>
                    <a:pt x="85" y="0"/>
                  </a:moveTo>
                  <a:cubicBezTo>
                    <a:pt x="43" y="0"/>
                    <a:pt x="1" y="63"/>
                    <a:pt x="1" y="147"/>
                  </a:cubicBezTo>
                  <a:cubicBezTo>
                    <a:pt x="1" y="231"/>
                    <a:pt x="43" y="304"/>
                    <a:pt x="85" y="304"/>
                  </a:cubicBezTo>
                  <a:lnTo>
                    <a:pt x="4342" y="304"/>
                  </a:lnTo>
                  <a:lnTo>
                    <a:pt x="434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194" name="Google Shape;2194;p60"/>
            <p:cNvGrpSpPr/>
            <p:nvPr/>
          </p:nvGrpSpPr>
          <p:grpSpPr>
            <a:xfrm>
              <a:off x="932345" y="4632187"/>
              <a:ext cx="623479" cy="173211"/>
              <a:chOff x="932345" y="4632187"/>
              <a:chExt cx="623479" cy="173211"/>
            </a:xfrm>
          </p:grpSpPr>
          <p:sp>
            <p:nvSpPr>
              <p:cNvPr id="2195" name="Google Shape;2195;p60"/>
              <p:cNvSpPr/>
              <p:nvPr/>
            </p:nvSpPr>
            <p:spPr>
              <a:xfrm>
                <a:off x="949826" y="4642384"/>
                <a:ext cx="312847" cy="153510"/>
              </a:xfrm>
              <a:custGeom>
                <a:avLst/>
                <a:gdLst/>
                <a:ahLst/>
                <a:cxnLst/>
                <a:rect l="l" t="t" r="r" b="b"/>
                <a:pathLst>
                  <a:path w="4510" h="2213" extrusionOk="0">
                    <a:moveTo>
                      <a:pt x="0" y="0"/>
                    </a:moveTo>
                    <a:cubicBezTo>
                      <a:pt x="483" y="588"/>
                      <a:pt x="462" y="1657"/>
                      <a:pt x="0" y="2213"/>
                    </a:cubicBezTo>
                    <a:lnTo>
                      <a:pt x="4237" y="2213"/>
                    </a:lnTo>
                    <a:cubicBezTo>
                      <a:pt x="4510" y="2213"/>
                      <a:pt x="4510" y="0"/>
                      <a:pt x="4237" y="0"/>
                    </a:cubicBezTo>
                    <a:close/>
                  </a:path>
                </a:pathLst>
              </a:custGeom>
              <a:solidFill>
                <a:srgbClr val="E2C19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Google Shape;2196;p60"/>
              <p:cNvSpPr/>
              <p:nvPr/>
            </p:nvSpPr>
            <p:spPr>
              <a:xfrm>
                <a:off x="1194974" y="4632187"/>
                <a:ext cx="360850" cy="173211"/>
              </a:xfrm>
              <a:custGeom>
                <a:avLst/>
                <a:gdLst/>
                <a:ahLst/>
                <a:cxnLst/>
                <a:rect l="l" t="t" r="r" b="b"/>
                <a:pathLst>
                  <a:path w="5202" h="2497" extrusionOk="0">
                    <a:moveTo>
                      <a:pt x="126" y="1"/>
                    </a:moveTo>
                    <a:cubicBezTo>
                      <a:pt x="53" y="1"/>
                      <a:pt x="0" y="74"/>
                      <a:pt x="11" y="147"/>
                    </a:cubicBezTo>
                    <a:cubicBezTo>
                      <a:pt x="0" y="221"/>
                      <a:pt x="53" y="284"/>
                      <a:pt x="126" y="294"/>
                    </a:cubicBezTo>
                    <a:lnTo>
                      <a:pt x="262" y="294"/>
                    </a:lnTo>
                    <a:cubicBezTo>
                      <a:pt x="619" y="294"/>
                      <a:pt x="619" y="2192"/>
                      <a:pt x="262" y="2192"/>
                    </a:cubicBezTo>
                    <a:lnTo>
                      <a:pt x="126" y="2192"/>
                    </a:lnTo>
                    <a:cubicBezTo>
                      <a:pt x="53" y="2203"/>
                      <a:pt x="0" y="2266"/>
                      <a:pt x="11" y="2339"/>
                    </a:cubicBezTo>
                    <a:cubicBezTo>
                      <a:pt x="0" y="2412"/>
                      <a:pt x="53" y="2486"/>
                      <a:pt x="126" y="2496"/>
                    </a:cubicBezTo>
                    <a:lnTo>
                      <a:pt x="4258" y="2496"/>
                    </a:lnTo>
                    <a:cubicBezTo>
                      <a:pt x="5202" y="2496"/>
                      <a:pt x="5202" y="1"/>
                      <a:pt x="424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Google Shape;2197;p60"/>
              <p:cNvSpPr/>
              <p:nvPr/>
            </p:nvSpPr>
            <p:spPr>
              <a:xfrm>
                <a:off x="932345" y="4632187"/>
                <a:ext cx="301263" cy="20463"/>
              </a:xfrm>
              <a:custGeom>
                <a:avLst/>
                <a:gdLst/>
                <a:ahLst/>
                <a:cxnLst/>
                <a:rect l="l" t="t" r="r" b="b"/>
                <a:pathLst>
                  <a:path w="4343" h="295" extrusionOk="0">
                    <a:moveTo>
                      <a:pt x="85" y="1"/>
                    </a:moveTo>
                    <a:cubicBezTo>
                      <a:pt x="43" y="1"/>
                      <a:pt x="1" y="63"/>
                      <a:pt x="1" y="147"/>
                    </a:cubicBezTo>
                    <a:cubicBezTo>
                      <a:pt x="1" y="231"/>
                      <a:pt x="43" y="294"/>
                      <a:pt x="85" y="294"/>
                    </a:cubicBezTo>
                    <a:lnTo>
                      <a:pt x="4342" y="294"/>
                    </a:lnTo>
                    <a:lnTo>
                      <a:pt x="434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Google Shape;2198;p60"/>
              <p:cNvSpPr/>
              <p:nvPr/>
            </p:nvSpPr>
            <p:spPr>
              <a:xfrm>
                <a:off x="963630" y="4696214"/>
                <a:ext cx="211016" cy="79773"/>
              </a:xfrm>
              <a:custGeom>
                <a:avLst/>
                <a:gdLst/>
                <a:ahLst/>
                <a:cxnLst/>
                <a:rect l="l" t="t" r="r" b="b"/>
                <a:pathLst>
                  <a:path w="3042" h="1150" extrusionOk="0">
                    <a:moveTo>
                      <a:pt x="127" y="0"/>
                    </a:moveTo>
                    <a:cubicBezTo>
                      <a:pt x="189" y="367"/>
                      <a:pt x="147" y="745"/>
                      <a:pt x="1" y="1091"/>
                    </a:cubicBezTo>
                    <a:lnTo>
                      <a:pt x="231" y="1112"/>
                    </a:lnTo>
                    <a:cubicBezTo>
                      <a:pt x="570" y="1138"/>
                      <a:pt x="896" y="1150"/>
                      <a:pt x="1197" y="1150"/>
                    </a:cubicBezTo>
                    <a:cubicBezTo>
                      <a:pt x="2247" y="1150"/>
                      <a:pt x="3004" y="1002"/>
                      <a:pt x="3021" y="766"/>
                    </a:cubicBezTo>
                    <a:cubicBezTo>
                      <a:pt x="3042" y="462"/>
                      <a:pt x="1836" y="126"/>
                      <a:pt x="315" y="11"/>
                    </a:cubicBezTo>
                    <a:lnTo>
                      <a:pt x="127" y="0"/>
                    </a:lnTo>
                    <a:close/>
                  </a:path>
                </a:pathLst>
              </a:custGeom>
              <a:solidFill>
                <a:srgbClr val="F4E4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Google Shape;2199;p60"/>
              <p:cNvSpPr/>
              <p:nvPr/>
            </p:nvSpPr>
            <p:spPr>
              <a:xfrm>
                <a:off x="1043681" y="4671449"/>
                <a:ext cx="157187" cy="6659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96" extrusionOk="0">
                    <a:moveTo>
                      <a:pt x="1133" y="1"/>
                    </a:moveTo>
                    <a:cubicBezTo>
                      <a:pt x="504" y="1"/>
                      <a:pt x="0" y="22"/>
                      <a:pt x="0" y="53"/>
                    </a:cubicBezTo>
                    <a:cubicBezTo>
                      <a:pt x="0" y="74"/>
                      <a:pt x="504" y="95"/>
                      <a:pt x="1133" y="95"/>
                    </a:cubicBezTo>
                    <a:cubicBezTo>
                      <a:pt x="1751" y="95"/>
                      <a:pt x="2265" y="74"/>
                      <a:pt x="2265" y="53"/>
                    </a:cubicBezTo>
                    <a:cubicBezTo>
                      <a:pt x="2265" y="22"/>
                      <a:pt x="1751" y="1"/>
                      <a:pt x="1133" y="1"/>
                    </a:cubicBezTo>
                    <a:close/>
                  </a:path>
                </a:pathLst>
              </a:custGeom>
              <a:solidFill>
                <a:srgbClr val="CEA9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Google Shape;2200;p60"/>
              <p:cNvSpPr/>
              <p:nvPr/>
            </p:nvSpPr>
            <p:spPr>
              <a:xfrm>
                <a:off x="1008026" y="4730413"/>
                <a:ext cx="203039" cy="4440"/>
              </a:xfrm>
              <a:custGeom>
                <a:avLst/>
                <a:gdLst/>
                <a:ahLst/>
                <a:cxnLst/>
                <a:rect l="l" t="t" r="r" b="b"/>
                <a:pathLst>
                  <a:path w="2927" h="64" extrusionOk="0">
                    <a:moveTo>
                      <a:pt x="1458" y="0"/>
                    </a:moveTo>
                    <a:cubicBezTo>
                      <a:pt x="650" y="0"/>
                      <a:pt x="0" y="11"/>
                      <a:pt x="0" y="32"/>
                    </a:cubicBezTo>
                    <a:cubicBezTo>
                      <a:pt x="0" y="42"/>
                      <a:pt x="650" y="63"/>
                      <a:pt x="1458" y="63"/>
                    </a:cubicBezTo>
                    <a:cubicBezTo>
                      <a:pt x="2265" y="63"/>
                      <a:pt x="2926" y="42"/>
                      <a:pt x="2926" y="32"/>
                    </a:cubicBezTo>
                    <a:cubicBezTo>
                      <a:pt x="2926" y="11"/>
                      <a:pt x="2265" y="0"/>
                      <a:pt x="1458" y="0"/>
                    </a:cubicBezTo>
                    <a:close/>
                  </a:path>
                </a:pathLst>
              </a:custGeom>
              <a:solidFill>
                <a:srgbClr val="CEA9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201" name="Google Shape;2201;p60"/>
            <p:cNvSpPr/>
            <p:nvPr/>
          </p:nvSpPr>
          <p:spPr>
            <a:xfrm>
              <a:off x="760658" y="4803874"/>
              <a:ext cx="271435" cy="17550"/>
            </a:xfrm>
            <a:custGeom>
              <a:avLst/>
              <a:gdLst/>
              <a:ahLst/>
              <a:cxnLst/>
              <a:rect l="l" t="t" r="r" b="b"/>
              <a:pathLst>
                <a:path w="3913" h="253" extrusionOk="0">
                  <a:moveTo>
                    <a:pt x="116" y="0"/>
                  </a:moveTo>
                  <a:cubicBezTo>
                    <a:pt x="1" y="42"/>
                    <a:pt x="1" y="210"/>
                    <a:pt x="116" y="252"/>
                  </a:cubicBezTo>
                  <a:lnTo>
                    <a:pt x="3912" y="252"/>
                  </a:lnTo>
                  <a:lnTo>
                    <a:pt x="39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02" name="Google Shape;2202;p60"/>
            <p:cNvGrpSpPr/>
            <p:nvPr/>
          </p:nvGrpSpPr>
          <p:grpSpPr>
            <a:xfrm>
              <a:off x="760658" y="4803874"/>
              <a:ext cx="700615" cy="229956"/>
              <a:chOff x="760658" y="4803874"/>
              <a:chExt cx="700615" cy="229956"/>
            </a:xfrm>
          </p:grpSpPr>
          <p:sp>
            <p:nvSpPr>
              <p:cNvPr id="2203" name="Google Shape;2203;p60"/>
              <p:cNvSpPr/>
              <p:nvPr/>
            </p:nvSpPr>
            <p:spPr>
              <a:xfrm>
                <a:off x="786186" y="4821355"/>
                <a:ext cx="283019" cy="200819"/>
              </a:xfrm>
              <a:custGeom>
                <a:avLst/>
                <a:gdLst/>
                <a:ahLst/>
                <a:cxnLst/>
                <a:rect l="l" t="t" r="r" b="b"/>
                <a:pathLst>
                  <a:path w="4080" h="2895" extrusionOk="0">
                    <a:moveTo>
                      <a:pt x="0" y="0"/>
                    </a:moveTo>
                    <a:cubicBezTo>
                      <a:pt x="325" y="923"/>
                      <a:pt x="262" y="1898"/>
                      <a:pt x="0" y="2894"/>
                    </a:cubicBezTo>
                    <a:lnTo>
                      <a:pt x="3775" y="2894"/>
                    </a:lnTo>
                    <a:cubicBezTo>
                      <a:pt x="3776" y="2894"/>
                      <a:pt x="3776" y="2894"/>
                      <a:pt x="3777" y="2894"/>
                    </a:cubicBezTo>
                    <a:cubicBezTo>
                      <a:pt x="4079" y="2894"/>
                      <a:pt x="4079" y="0"/>
                      <a:pt x="3775" y="0"/>
                    </a:cubicBezTo>
                    <a:close/>
                  </a:path>
                </a:pathLst>
              </a:custGeom>
              <a:solidFill>
                <a:srgbClr val="F4E4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Google Shape;2204;p60"/>
              <p:cNvSpPr/>
              <p:nvPr/>
            </p:nvSpPr>
            <p:spPr>
              <a:xfrm>
                <a:off x="781052" y="4812614"/>
                <a:ext cx="283019" cy="213166"/>
              </a:xfrm>
              <a:custGeom>
                <a:avLst/>
                <a:gdLst/>
                <a:ahLst/>
                <a:cxnLst/>
                <a:rect l="l" t="t" r="r" b="b"/>
                <a:pathLst>
                  <a:path w="4080" h="3073" extrusionOk="0">
                    <a:moveTo>
                      <a:pt x="1" y="0"/>
                    </a:moveTo>
                    <a:cubicBezTo>
                      <a:pt x="126" y="294"/>
                      <a:pt x="221" y="598"/>
                      <a:pt x="263" y="913"/>
                    </a:cubicBezTo>
                    <a:cubicBezTo>
                      <a:pt x="1825" y="1122"/>
                      <a:pt x="3000" y="1668"/>
                      <a:pt x="2947" y="2181"/>
                    </a:cubicBezTo>
                    <a:cubicBezTo>
                      <a:pt x="2901" y="2642"/>
                      <a:pt x="1925" y="2932"/>
                      <a:pt x="622" y="2932"/>
                    </a:cubicBezTo>
                    <a:cubicBezTo>
                      <a:pt x="442" y="2932"/>
                      <a:pt x="255" y="2927"/>
                      <a:pt x="64" y="2915"/>
                    </a:cubicBezTo>
                    <a:cubicBezTo>
                      <a:pt x="53" y="2968"/>
                      <a:pt x="32" y="3020"/>
                      <a:pt x="11" y="3073"/>
                    </a:cubicBezTo>
                    <a:lnTo>
                      <a:pt x="3786" y="3073"/>
                    </a:lnTo>
                    <a:cubicBezTo>
                      <a:pt x="4080" y="3073"/>
                      <a:pt x="4080" y="0"/>
                      <a:pt x="3776" y="0"/>
                    </a:cubicBezTo>
                    <a:close/>
                  </a:path>
                </a:pathLst>
              </a:custGeom>
              <a:solidFill>
                <a:srgbClr val="E2C19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Google Shape;2205;p60"/>
              <p:cNvSpPr/>
              <p:nvPr/>
            </p:nvSpPr>
            <p:spPr>
              <a:xfrm>
                <a:off x="989088" y="4803874"/>
                <a:ext cx="472185" cy="229953"/>
              </a:xfrm>
              <a:custGeom>
                <a:avLst/>
                <a:gdLst/>
                <a:ahLst/>
                <a:cxnLst/>
                <a:rect l="l" t="t" r="r" b="b"/>
                <a:pathLst>
                  <a:path w="6807" h="3315" extrusionOk="0">
                    <a:moveTo>
                      <a:pt x="137" y="0"/>
                    </a:moveTo>
                    <a:cubicBezTo>
                      <a:pt x="64" y="0"/>
                      <a:pt x="1" y="53"/>
                      <a:pt x="1" y="126"/>
                    </a:cubicBezTo>
                    <a:cubicBezTo>
                      <a:pt x="1" y="200"/>
                      <a:pt x="64" y="252"/>
                      <a:pt x="137" y="252"/>
                    </a:cubicBezTo>
                    <a:lnTo>
                      <a:pt x="284" y="252"/>
                    </a:lnTo>
                    <a:cubicBezTo>
                      <a:pt x="693" y="252"/>
                      <a:pt x="693" y="3062"/>
                      <a:pt x="284" y="3062"/>
                    </a:cubicBezTo>
                    <a:lnTo>
                      <a:pt x="137" y="3062"/>
                    </a:lnTo>
                    <a:cubicBezTo>
                      <a:pt x="64" y="3062"/>
                      <a:pt x="1" y="3115"/>
                      <a:pt x="1" y="3188"/>
                    </a:cubicBezTo>
                    <a:cubicBezTo>
                      <a:pt x="1" y="3262"/>
                      <a:pt x="64" y="3314"/>
                      <a:pt x="137" y="3314"/>
                    </a:cubicBezTo>
                    <a:lnTo>
                      <a:pt x="5737" y="3314"/>
                    </a:lnTo>
                    <a:cubicBezTo>
                      <a:pt x="6806" y="3304"/>
                      <a:pt x="6806" y="0"/>
                      <a:pt x="573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Google Shape;2206;p60"/>
              <p:cNvSpPr/>
              <p:nvPr/>
            </p:nvSpPr>
            <p:spPr>
              <a:xfrm>
                <a:off x="761421" y="5016280"/>
                <a:ext cx="270672" cy="17550"/>
              </a:xfrm>
              <a:custGeom>
                <a:avLst/>
                <a:gdLst/>
                <a:ahLst/>
                <a:cxnLst/>
                <a:rect l="l" t="t" r="r" b="b"/>
                <a:pathLst>
                  <a:path w="3902" h="253" extrusionOk="0">
                    <a:moveTo>
                      <a:pt x="105" y="0"/>
                    </a:moveTo>
                    <a:cubicBezTo>
                      <a:pt x="42" y="0"/>
                      <a:pt x="0" y="63"/>
                      <a:pt x="11" y="126"/>
                    </a:cubicBezTo>
                    <a:cubicBezTo>
                      <a:pt x="0" y="189"/>
                      <a:pt x="42" y="242"/>
                      <a:pt x="105" y="252"/>
                    </a:cubicBezTo>
                    <a:lnTo>
                      <a:pt x="3901" y="252"/>
                    </a:lnTo>
                    <a:lnTo>
                      <a:pt x="390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Google Shape;2207;p60"/>
              <p:cNvSpPr/>
              <p:nvPr/>
            </p:nvSpPr>
            <p:spPr>
              <a:xfrm>
                <a:off x="760658" y="4803874"/>
                <a:ext cx="483838" cy="149903"/>
              </a:xfrm>
              <a:custGeom>
                <a:avLst/>
                <a:gdLst/>
                <a:ahLst/>
                <a:cxnLst/>
                <a:rect l="l" t="t" r="r" b="b"/>
                <a:pathLst>
                  <a:path w="6975" h="2161" extrusionOk="0">
                    <a:moveTo>
                      <a:pt x="116" y="0"/>
                    </a:moveTo>
                    <a:cubicBezTo>
                      <a:pt x="1" y="42"/>
                      <a:pt x="1" y="210"/>
                      <a:pt x="116" y="252"/>
                    </a:cubicBezTo>
                    <a:lnTo>
                      <a:pt x="3577" y="252"/>
                    </a:lnTo>
                    <a:cubicBezTo>
                      <a:pt x="3828" y="252"/>
                      <a:pt x="3933" y="1343"/>
                      <a:pt x="3870" y="2161"/>
                    </a:cubicBezTo>
                    <a:cubicBezTo>
                      <a:pt x="5045" y="1888"/>
                      <a:pt x="6094" y="1206"/>
                      <a:pt x="6807" y="231"/>
                    </a:cubicBezTo>
                    <a:cubicBezTo>
                      <a:pt x="6870" y="158"/>
                      <a:pt x="6922" y="74"/>
                      <a:pt x="697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Google Shape;2208;p60"/>
              <p:cNvSpPr/>
              <p:nvPr/>
            </p:nvSpPr>
            <p:spPr>
              <a:xfrm>
                <a:off x="1072053" y="4857704"/>
                <a:ext cx="48072" cy="122295"/>
              </a:xfrm>
              <a:custGeom>
                <a:avLst/>
                <a:gdLst/>
                <a:ahLst/>
                <a:cxnLst/>
                <a:rect l="l" t="t" r="r" b="b"/>
                <a:pathLst>
                  <a:path w="693" h="1763" extrusionOk="0">
                    <a:moveTo>
                      <a:pt x="0" y="0"/>
                    </a:moveTo>
                    <a:cubicBezTo>
                      <a:pt x="84" y="0"/>
                      <a:pt x="84" y="1762"/>
                      <a:pt x="0" y="1762"/>
                    </a:cubicBezTo>
                    <a:lnTo>
                      <a:pt x="598" y="1762"/>
                    </a:lnTo>
                    <a:cubicBezTo>
                      <a:pt x="692" y="1762"/>
                      <a:pt x="692" y="0"/>
                      <a:pt x="598" y="0"/>
                    </a:cubicBezTo>
                    <a:close/>
                  </a:path>
                </a:pathLst>
              </a:custGeom>
              <a:solidFill>
                <a:srgbClr val="F4E4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Google Shape;2209;p60"/>
              <p:cNvSpPr/>
              <p:nvPr/>
            </p:nvSpPr>
            <p:spPr>
              <a:xfrm>
                <a:off x="1138230" y="4878792"/>
                <a:ext cx="31354" cy="80050"/>
              </a:xfrm>
              <a:custGeom>
                <a:avLst/>
                <a:gdLst/>
                <a:ahLst/>
                <a:cxnLst/>
                <a:rect l="l" t="t" r="r" b="b"/>
                <a:pathLst>
                  <a:path w="452" h="1154" extrusionOk="0">
                    <a:moveTo>
                      <a:pt x="0" y="0"/>
                    </a:moveTo>
                    <a:cubicBezTo>
                      <a:pt x="53" y="0"/>
                      <a:pt x="53" y="1154"/>
                      <a:pt x="0" y="1154"/>
                    </a:cubicBezTo>
                    <a:lnTo>
                      <a:pt x="388" y="1154"/>
                    </a:lnTo>
                    <a:cubicBezTo>
                      <a:pt x="451" y="1154"/>
                      <a:pt x="451" y="0"/>
                      <a:pt x="388" y="0"/>
                    </a:cubicBezTo>
                    <a:close/>
                  </a:path>
                </a:pathLst>
              </a:custGeom>
              <a:solidFill>
                <a:srgbClr val="F4E4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4" name="Google Shape;2214;p61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bg-BG" dirty="0"/>
              <a:t>Представяне на темата</a:t>
            </a:r>
            <a:endParaRPr dirty="0">
              <a:latin typeface="Abril Fatface"/>
              <a:ea typeface="Abril Fatface"/>
              <a:cs typeface="Abril Fatface"/>
              <a:sym typeface="Abril Fatface"/>
            </a:endParaRPr>
          </a:p>
        </p:txBody>
      </p:sp>
      <p:grpSp>
        <p:nvGrpSpPr>
          <p:cNvPr id="2216" name="Google Shape;2216;p61"/>
          <p:cNvGrpSpPr/>
          <p:nvPr/>
        </p:nvGrpSpPr>
        <p:grpSpPr>
          <a:xfrm>
            <a:off x="417076" y="3207046"/>
            <a:ext cx="714936" cy="971200"/>
            <a:chOff x="638276" y="3526008"/>
            <a:chExt cx="714936" cy="971200"/>
          </a:xfrm>
        </p:grpSpPr>
        <p:sp>
          <p:nvSpPr>
            <p:cNvPr id="2217" name="Google Shape;2217;p61"/>
            <p:cNvSpPr/>
            <p:nvPr/>
          </p:nvSpPr>
          <p:spPr>
            <a:xfrm>
              <a:off x="801537" y="3817400"/>
              <a:ext cx="388460" cy="388464"/>
            </a:xfrm>
            <a:custGeom>
              <a:avLst/>
              <a:gdLst/>
              <a:ahLst/>
              <a:cxnLst/>
              <a:rect l="l" t="t" r="r" b="b"/>
              <a:pathLst>
                <a:path w="91295" h="91296" extrusionOk="0">
                  <a:moveTo>
                    <a:pt x="75084" y="16212"/>
                  </a:moveTo>
                  <a:cubicBezTo>
                    <a:pt x="91295" y="32466"/>
                    <a:pt x="91295" y="58788"/>
                    <a:pt x="75084" y="75041"/>
                  </a:cubicBezTo>
                  <a:cubicBezTo>
                    <a:pt x="58830" y="91295"/>
                    <a:pt x="32466" y="91295"/>
                    <a:pt x="16255" y="75041"/>
                  </a:cubicBezTo>
                  <a:cubicBezTo>
                    <a:pt x="1" y="58788"/>
                    <a:pt x="1" y="32466"/>
                    <a:pt x="16255" y="16212"/>
                  </a:cubicBezTo>
                  <a:cubicBezTo>
                    <a:pt x="32466" y="1"/>
                    <a:pt x="58830" y="1"/>
                    <a:pt x="75084" y="16212"/>
                  </a:cubicBezTo>
                  <a:close/>
                </a:path>
              </a:pathLst>
            </a:custGeom>
            <a:gradFill>
              <a:gsLst>
                <a:gs pos="0">
                  <a:srgbClr val="F9EBAB">
                    <a:alpha val="21960"/>
                    <a:alpha val="21910"/>
                  </a:srgbClr>
                </a:gs>
                <a:gs pos="41000">
                  <a:srgbClr val="F9EBAB">
                    <a:alpha val="53333"/>
                    <a:alpha val="21910"/>
                  </a:srgbClr>
                </a:gs>
                <a:gs pos="100000">
                  <a:srgbClr val="F9EBAB">
                    <a:alpha val="77254"/>
                    <a:alpha val="2191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18" name="Google Shape;2218;p61"/>
            <p:cNvGrpSpPr/>
            <p:nvPr/>
          </p:nvGrpSpPr>
          <p:grpSpPr>
            <a:xfrm>
              <a:off x="638276" y="3526008"/>
              <a:ext cx="714936" cy="971200"/>
              <a:chOff x="9141124" y="2771118"/>
              <a:chExt cx="319239" cy="433649"/>
            </a:xfrm>
          </p:grpSpPr>
          <p:sp>
            <p:nvSpPr>
              <p:cNvPr id="2219" name="Google Shape;2219;p61"/>
              <p:cNvSpPr/>
              <p:nvPr/>
            </p:nvSpPr>
            <p:spPr>
              <a:xfrm>
                <a:off x="9271960" y="3034862"/>
                <a:ext cx="17824" cy="25355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1579" extrusionOk="0">
                    <a:moveTo>
                      <a:pt x="641" y="0"/>
                    </a:moveTo>
                    <a:cubicBezTo>
                      <a:pt x="385" y="0"/>
                      <a:pt x="129" y="384"/>
                      <a:pt x="43" y="811"/>
                    </a:cubicBezTo>
                    <a:cubicBezTo>
                      <a:pt x="1" y="1237"/>
                      <a:pt x="214" y="1579"/>
                      <a:pt x="470" y="1579"/>
                    </a:cubicBezTo>
                    <a:cubicBezTo>
                      <a:pt x="769" y="1579"/>
                      <a:pt x="1025" y="1237"/>
                      <a:pt x="1067" y="811"/>
                    </a:cubicBezTo>
                    <a:cubicBezTo>
                      <a:pt x="1110" y="384"/>
                      <a:pt x="939" y="0"/>
                      <a:pt x="641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Google Shape;2220;p61"/>
              <p:cNvSpPr/>
              <p:nvPr/>
            </p:nvSpPr>
            <p:spPr>
              <a:xfrm>
                <a:off x="9267175" y="2928674"/>
                <a:ext cx="54965" cy="93728"/>
              </a:xfrm>
              <a:custGeom>
                <a:avLst/>
                <a:gdLst/>
                <a:ahLst/>
                <a:cxnLst/>
                <a:rect l="l" t="t" r="r" b="b"/>
                <a:pathLst>
                  <a:path w="3423" h="5837" extrusionOk="0">
                    <a:moveTo>
                      <a:pt x="1195" y="1"/>
                    </a:moveTo>
                    <a:cubicBezTo>
                      <a:pt x="1195" y="1"/>
                      <a:pt x="1962" y="1707"/>
                      <a:pt x="1109" y="2518"/>
                    </a:cubicBezTo>
                    <a:cubicBezTo>
                      <a:pt x="85" y="3499"/>
                      <a:pt x="0" y="5419"/>
                      <a:pt x="1579" y="5803"/>
                    </a:cubicBezTo>
                    <a:cubicBezTo>
                      <a:pt x="1673" y="5826"/>
                      <a:pt x="1762" y="5837"/>
                      <a:pt x="1847" y="5837"/>
                    </a:cubicBezTo>
                    <a:cubicBezTo>
                      <a:pt x="3190" y="5837"/>
                      <a:pt x="3423" y="3127"/>
                      <a:pt x="2901" y="1963"/>
                    </a:cubicBezTo>
                    <a:cubicBezTo>
                      <a:pt x="2517" y="1195"/>
                      <a:pt x="1920" y="513"/>
                      <a:pt x="1195" y="1"/>
                    </a:cubicBezTo>
                    <a:close/>
                  </a:path>
                </a:pathLst>
              </a:custGeom>
              <a:solidFill>
                <a:srgbClr val="F2D3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Google Shape;2221;p61"/>
              <p:cNvSpPr/>
              <p:nvPr/>
            </p:nvSpPr>
            <p:spPr>
              <a:xfrm>
                <a:off x="9274706" y="3031330"/>
                <a:ext cx="53439" cy="115213"/>
              </a:xfrm>
              <a:custGeom>
                <a:avLst/>
                <a:gdLst/>
                <a:ahLst/>
                <a:cxnLst/>
                <a:rect l="l" t="t" r="r" b="b"/>
                <a:pathLst>
                  <a:path w="3328" h="7175" extrusionOk="0">
                    <a:moveTo>
                      <a:pt x="2456" y="0"/>
                    </a:moveTo>
                    <a:cubicBezTo>
                      <a:pt x="2434" y="0"/>
                      <a:pt x="2411" y="3"/>
                      <a:pt x="2389" y="7"/>
                    </a:cubicBezTo>
                    <a:lnTo>
                      <a:pt x="726" y="135"/>
                    </a:lnTo>
                    <a:cubicBezTo>
                      <a:pt x="512" y="135"/>
                      <a:pt x="342" y="306"/>
                      <a:pt x="342" y="519"/>
                    </a:cubicBezTo>
                    <a:cubicBezTo>
                      <a:pt x="171" y="3207"/>
                      <a:pt x="0" y="5937"/>
                      <a:pt x="214" y="7174"/>
                    </a:cubicBezTo>
                    <a:lnTo>
                      <a:pt x="3115" y="7174"/>
                    </a:lnTo>
                    <a:cubicBezTo>
                      <a:pt x="3328" y="5852"/>
                      <a:pt x="2944" y="3036"/>
                      <a:pt x="2859" y="391"/>
                    </a:cubicBezTo>
                    <a:cubicBezTo>
                      <a:pt x="2859" y="161"/>
                      <a:pt x="2653" y="0"/>
                      <a:pt x="2456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Google Shape;2222;p61"/>
              <p:cNvSpPr/>
              <p:nvPr/>
            </p:nvSpPr>
            <p:spPr>
              <a:xfrm>
                <a:off x="9209625" y="3132139"/>
                <a:ext cx="185657" cy="54804"/>
              </a:xfrm>
              <a:custGeom>
                <a:avLst/>
                <a:gdLst/>
                <a:ahLst/>
                <a:cxnLst/>
                <a:rect l="l" t="t" r="r" b="b"/>
                <a:pathLst>
                  <a:path w="11562" h="3413" extrusionOk="0">
                    <a:moveTo>
                      <a:pt x="5760" y="0"/>
                    </a:moveTo>
                    <a:cubicBezTo>
                      <a:pt x="3669" y="0"/>
                      <a:pt x="1" y="1067"/>
                      <a:pt x="1" y="1920"/>
                    </a:cubicBezTo>
                    <a:cubicBezTo>
                      <a:pt x="1" y="2730"/>
                      <a:pt x="2560" y="3413"/>
                      <a:pt x="5760" y="3413"/>
                    </a:cubicBezTo>
                    <a:cubicBezTo>
                      <a:pt x="8959" y="3413"/>
                      <a:pt x="11562" y="2730"/>
                      <a:pt x="11562" y="1920"/>
                    </a:cubicBezTo>
                    <a:cubicBezTo>
                      <a:pt x="11562" y="1067"/>
                      <a:pt x="7893" y="0"/>
                      <a:pt x="5760" y="0"/>
                    </a:cubicBezTo>
                    <a:close/>
                  </a:path>
                </a:pathLst>
              </a:custGeom>
              <a:solidFill>
                <a:srgbClr val="D8934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Google Shape;2223;p61"/>
              <p:cNvSpPr/>
              <p:nvPr/>
            </p:nvSpPr>
            <p:spPr>
              <a:xfrm>
                <a:off x="9193872" y="2882091"/>
                <a:ext cx="15078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39" h="18047" extrusionOk="0">
                    <a:moveTo>
                      <a:pt x="0" y="1"/>
                    </a:moveTo>
                    <a:lnTo>
                      <a:pt x="0" y="18046"/>
                    </a:lnTo>
                    <a:lnTo>
                      <a:pt x="939" y="18046"/>
                    </a:lnTo>
                    <a:lnTo>
                      <a:pt x="939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Google Shape;2224;p61"/>
              <p:cNvSpPr/>
              <p:nvPr/>
            </p:nvSpPr>
            <p:spPr>
              <a:xfrm>
                <a:off x="9392520" y="2882091"/>
                <a:ext cx="15094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18047" extrusionOk="0">
                    <a:moveTo>
                      <a:pt x="1" y="1"/>
                    </a:moveTo>
                    <a:lnTo>
                      <a:pt x="1" y="18046"/>
                    </a:lnTo>
                    <a:lnTo>
                      <a:pt x="940" y="18046"/>
                    </a:lnTo>
                    <a:lnTo>
                      <a:pt x="940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Google Shape;2225;p61"/>
              <p:cNvSpPr/>
              <p:nvPr/>
            </p:nvSpPr>
            <p:spPr>
              <a:xfrm>
                <a:off x="9338406" y="2882091"/>
                <a:ext cx="15094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18047" extrusionOk="0">
                    <a:moveTo>
                      <a:pt x="1" y="1"/>
                    </a:moveTo>
                    <a:lnTo>
                      <a:pt x="1" y="18046"/>
                    </a:lnTo>
                    <a:lnTo>
                      <a:pt x="939" y="18046"/>
                    </a:lnTo>
                    <a:lnTo>
                      <a:pt x="939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Google Shape;2226;p61"/>
              <p:cNvSpPr/>
              <p:nvPr/>
            </p:nvSpPr>
            <p:spPr>
              <a:xfrm>
                <a:off x="9182231" y="2880726"/>
                <a:ext cx="237025" cy="17824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110" extrusionOk="0">
                    <a:moveTo>
                      <a:pt x="0" y="1"/>
                    </a:moveTo>
                    <a:lnTo>
                      <a:pt x="0" y="299"/>
                    </a:lnTo>
                    <a:cubicBezTo>
                      <a:pt x="0" y="768"/>
                      <a:pt x="384" y="1110"/>
                      <a:pt x="811" y="1110"/>
                    </a:cubicBezTo>
                    <a:lnTo>
                      <a:pt x="13993" y="1110"/>
                    </a:lnTo>
                    <a:cubicBezTo>
                      <a:pt x="14419" y="1110"/>
                      <a:pt x="14761" y="768"/>
                      <a:pt x="14761" y="299"/>
                    </a:cubicBezTo>
                    <a:lnTo>
                      <a:pt x="14761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Google Shape;2227;p61"/>
              <p:cNvSpPr/>
              <p:nvPr/>
            </p:nvSpPr>
            <p:spPr>
              <a:xfrm>
                <a:off x="9182231" y="3152676"/>
                <a:ext cx="237025" cy="30172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879" extrusionOk="0">
                    <a:moveTo>
                      <a:pt x="1024" y="1"/>
                    </a:moveTo>
                    <a:cubicBezTo>
                      <a:pt x="469" y="1"/>
                      <a:pt x="0" y="470"/>
                      <a:pt x="0" y="1025"/>
                    </a:cubicBezTo>
                    <a:lnTo>
                      <a:pt x="0" y="1878"/>
                    </a:lnTo>
                    <a:lnTo>
                      <a:pt x="14761" y="1878"/>
                    </a:lnTo>
                    <a:lnTo>
                      <a:pt x="14761" y="1025"/>
                    </a:lnTo>
                    <a:cubicBezTo>
                      <a:pt x="14761" y="470"/>
                      <a:pt x="14334" y="1"/>
                      <a:pt x="13737" y="1"/>
                    </a:cubicBez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Google Shape;2228;p61"/>
              <p:cNvSpPr/>
              <p:nvPr/>
            </p:nvSpPr>
            <p:spPr>
              <a:xfrm>
                <a:off x="9180175" y="2803313"/>
                <a:ext cx="254158" cy="68533"/>
              </a:xfrm>
              <a:custGeom>
                <a:avLst/>
                <a:gdLst/>
                <a:ahLst/>
                <a:cxnLst/>
                <a:rect l="l" t="t" r="r" b="b"/>
                <a:pathLst>
                  <a:path w="15828" h="4268" extrusionOk="0">
                    <a:moveTo>
                      <a:pt x="7892" y="1"/>
                    </a:moveTo>
                    <a:cubicBezTo>
                      <a:pt x="3882" y="1"/>
                      <a:pt x="555" y="1835"/>
                      <a:pt x="0" y="4267"/>
                    </a:cubicBezTo>
                    <a:lnTo>
                      <a:pt x="15827" y="4267"/>
                    </a:lnTo>
                    <a:cubicBezTo>
                      <a:pt x="15230" y="1835"/>
                      <a:pt x="11902" y="1"/>
                      <a:pt x="7892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Google Shape;2229;p61"/>
              <p:cNvSpPr/>
              <p:nvPr/>
            </p:nvSpPr>
            <p:spPr>
              <a:xfrm>
                <a:off x="9296624" y="2771118"/>
                <a:ext cx="20570" cy="35648"/>
              </a:xfrm>
              <a:custGeom>
                <a:avLst/>
                <a:gdLst/>
                <a:ahLst/>
                <a:cxnLst/>
                <a:rect l="l" t="t" r="r" b="b"/>
                <a:pathLst>
                  <a:path w="1281" h="2220" extrusionOk="0">
                    <a:moveTo>
                      <a:pt x="640" y="1"/>
                    </a:moveTo>
                    <a:cubicBezTo>
                      <a:pt x="320" y="1"/>
                      <a:pt x="0" y="257"/>
                      <a:pt x="0" y="769"/>
                    </a:cubicBezTo>
                    <a:lnTo>
                      <a:pt x="0" y="2219"/>
                    </a:lnTo>
                    <a:lnTo>
                      <a:pt x="1280" y="2219"/>
                    </a:lnTo>
                    <a:lnTo>
                      <a:pt x="1280" y="769"/>
                    </a:lnTo>
                    <a:cubicBezTo>
                      <a:pt x="1280" y="257"/>
                      <a:pt x="960" y="1"/>
                      <a:pt x="640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Google Shape;2230;p61"/>
              <p:cNvSpPr/>
              <p:nvPr/>
            </p:nvSpPr>
            <p:spPr>
              <a:xfrm>
                <a:off x="9141124" y="2856062"/>
                <a:ext cx="319239" cy="28791"/>
              </a:xfrm>
              <a:custGeom>
                <a:avLst/>
                <a:gdLst/>
                <a:ahLst/>
                <a:cxnLst/>
                <a:rect l="l" t="t" r="r" b="b"/>
                <a:pathLst>
                  <a:path w="19881" h="1793" extrusionOk="0">
                    <a:moveTo>
                      <a:pt x="1707" y="1"/>
                    </a:moveTo>
                    <a:cubicBezTo>
                      <a:pt x="1" y="1"/>
                      <a:pt x="1" y="1793"/>
                      <a:pt x="1707" y="1793"/>
                    </a:cubicBezTo>
                    <a:lnTo>
                      <a:pt x="18217" y="1793"/>
                    </a:lnTo>
                    <a:cubicBezTo>
                      <a:pt x="19880" y="1793"/>
                      <a:pt x="19880" y="1"/>
                      <a:pt x="18217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Google Shape;2231;p61"/>
              <p:cNvSpPr/>
              <p:nvPr/>
            </p:nvSpPr>
            <p:spPr>
              <a:xfrm>
                <a:off x="9152091" y="3174611"/>
                <a:ext cx="301415" cy="30156"/>
              </a:xfrm>
              <a:custGeom>
                <a:avLst/>
                <a:gdLst/>
                <a:ahLst/>
                <a:cxnLst/>
                <a:rect l="l" t="t" r="r" b="b"/>
                <a:pathLst>
                  <a:path w="18771" h="1878" extrusionOk="0">
                    <a:moveTo>
                      <a:pt x="1024" y="0"/>
                    </a:moveTo>
                    <a:cubicBezTo>
                      <a:pt x="0" y="0"/>
                      <a:pt x="0" y="1877"/>
                      <a:pt x="1024" y="1877"/>
                    </a:cubicBezTo>
                    <a:lnTo>
                      <a:pt x="17534" y="1877"/>
                    </a:lnTo>
                    <a:cubicBezTo>
                      <a:pt x="18771" y="1877"/>
                      <a:pt x="18771" y="0"/>
                      <a:pt x="17534" y="0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Google Shape;2232;p61"/>
              <p:cNvSpPr/>
              <p:nvPr/>
            </p:nvSpPr>
            <p:spPr>
              <a:xfrm>
                <a:off x="9215101" y="2803281"/>
                <a:ext cx="197989" cy="42584"/>
              </a:xfrm>
              <a:custGeom>
                <a:avLst/>
                <a:gdLst/>
                <a:ahLst/>
                <a:cxnLst/>
                <a:rect l="l" t="t" r="r" b="b"/>
                <a:pathLst>
                  <a:path w="12330" h="2652" extrusionOk="0">
                    <a:moveTo>
                      <a:pt x="5486" y="0"/>
                    </a:moveTo>
                    <a:cubicBezTo>
                      <a:pt x="3561" y="0"/>
                      <a:pt x="1683" y="512"/>
                      <a:pt x="1" y="1496"/>
                    </a:cubicBezTo>
                    <a:cubicBezTo>
                      <a:pt x="2270" y="2266"/>
                      <a:pt x="4655" y="2651"/>
                      <a:pt x="7010" y="2651"/>
                    </a:cubicBezTo>
                    <a:cubicBezTo>
                      <a:pt x="7134" y="2651"/>
                      <a:pt x="7257" y="2650"/>
                      <a:pt x="7381" y="2648"/>
                    </a:cubicBezTo>
                    <a:cubicBezTo>
                      <a:pt x="9045" y="2648"/>
                      <a:pt x="10709" y="2477"/>
                      <a:pt x="12330" y="2179"/>
                    </a:cubicBezTo>
                    <a:cubicBezTo>
                      <a:pt x="10879" y="856"/>
                      <a:pt x="8490" y="3"/>
                      <a:pt x="5717" y="3"/>
                    </a:cubicBezTo>
                    <a:cubicBezTo>
                      <a:pt x="5640" y="1"/>
                      <a:pt x="5563" y="0"/>
                      <a:pt x="5486" y="0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Google Shape;2233;p61"/>
              <p:cNvSpPr/>
              <p:nvPr/>
            </p:nvSpPr>
            <p:spPr>
              <a:xfrm>
                <a:off x="9150710" y="2856062"/>
                <a:ext cx="300741" cy="14516"/>
              </a:xfrm>
              <a:custGeom>
                <a:avLst/>
                <a:gdLst/>
                <a:ahLst/>
                <a:cxnLst/>
                <a:rect l="l" t="t" r="r" b="b"/>
                <a:pathLst>
                  <a:path w="18729" h="904" extrusionOk="0">
                    <a:moveTo>
                      <a:pt x="1110" y="1"/>
                    </a:moveTo>
                    <a:cubicBezTo>
                      <a:pt x="683" y="1"/>
                      <a:pt x="257" y="129"/>
                      <a:pt x="1" y="470"/>
                    </a:cubicBezTo>
                    <a:cubicBezTo>
                      <a:pt x="231" y="738"/>
                      <a:pt x="598" y="903"/>
                      <a:pt x="979" y="903"/>
                    </a:cubicBezTo>
                    <a:cubicBezTo>
                      <a:pt x="1023" y="903"/>
                      <a:pt x="1066" y="901"/>
                      <a:pt x="1110" y="897"/>
                    </a:cubicBezTo>
                    <a:lnTo>
                      <a:pt x="17620" y="897"/>
                    </a:lnTo>
                    <a:cubicBezTo>
                      <a:pt x="17659" y="901"/>
                      <a:pt x="17698" y="903"/>
                      <a:pt x="17738" y="903"/>
                    </a:cubicBezTo>
                    <a:cubicBezTo>
                      <a:pt x="18089" y="903"/>
                      <a:pt x="18461" y="738"/>
                      <a:pt x="18729" y="470"/>
                    </a:cubicBezTo>
                    <a:cubicBezTo>
                      <a:pt x="18430" y="129"/>
                      <a:pt x="18004" y="1"/>
                      <a:pt x="17620" y="1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Google Shape;2234;p61"/>
              <p:cNvSpPr/>
              <p:nvPr/>
            </p:nvSpPr>
            <p:spPr>
              <a:xfrm>
                <a:off x="9158257" y="3174498"/>
                <a:ext cx="289083" cy="13826"/>
              </a:xfrm>
              <a:custGeom>
                <a:avLst/>
                <a:gdLst/>
                <a:ahLst/>
                <a:cxnLst/>
                <a:rect l="l" t="t" r="r" b="b"/>
                <a:pathLst>
                  <a:path w="18003" h="861" extrusionOk="0">
                    <a:moveTo>
                      <a:pt x="17253" y="1"/>
                    </a:moveTo>
                    <a:cubicBezTo>
                      <a:pt x="17219" y="1"/>
                      <a:pt x="17184" y="3"/>
                      <a:pt x="17150" y="7"/>
                    </a:cubicBezTo>
                    <a:lnTo>
                      <a:pt x="640" y="7"/>
                    </a:lnTo>
                    <a:cubicBezTo>
                      <a:pt x="341" y="7"/>
                      <a:pt x="85" y="178"/>
                      <a:pt x="0" y="434"/>
                    </a:cubicBezTo>
                    <a:cubicBezTo>
                      <a:pt x="85" y="690"/>
                      <a:pt x="341" y="860"/>
                      <a:pt x="640" y="860"/>
                    </a:cubicBezTo>
                    <a:lnTo>
                      <a:pt x="17150" y="860"/>
                    </a:lnTo>
                    <a:cubicBezTo>
                      <a:pt x="17491" y="860"/>
                      <a:pt x="17790" y="690"/>
                      <a:pt x="18003" y="434"/>
                    </a:cubicBezTo>
                    <a:cubicBezTo>
                      <a:pt x="17811" y="166"/>
                      <a:pt x="17551" y="1"/>
                      <a:pt x="17253" y="1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Google Shape;2235;p61"/>
              <p:cNvSpPr/>
              <p:nvPr/>
            </p:nvSpPr>
            <p:spPr>
              <a:xfrm>
                <a:off x="9187016" y="3174611"/>
                <a:ext cx="79485" cy="13713"/>
              </a:xfrm>
              <a:custGeom>
                <a:avLst/>
                <a:gdLst/>
                <a:ahLst/>
                <a:cxnLst/>
                <a:rect l="l" t="t" r="r" b="b"/>
                <a:pathLst>
                  <a:path w="4950" h="854" extrusionOk="0">
                    <a:moveTo>
                      <a:pt x="214" y="0"/>
                    </a:moveTo>
                    <a:cubicBezTo>
                      <a:pt x="129" y="0"/>
                      <a:pt x="86" y="171"/>
                      <a:pt x="43" y="427"/>
                    </a:cubicBezTo>
                    <a:cubicBezTo>
                      <a:pt x="1" y="640"/>
                      <a:pt x="129" y="853"/>
                      <a:pt x="214" y="853"/>
                    </a:cubicBezTo>
                    <a:lnTo>
                      <a:pt x="4693" y="853"/>
                    </a:lnTo>
                    <a:cubicBezTo>
                      <a:pt x="4821" y="853"/>
                      <a:pt x="4907" y="640"/>
                      <a:pt x="4949" y="427"/>
                    </a:cubicBezTo>
                    <a:cubicBezTo>
                      <a:pt x="4907" y="171"/>
                      <a:pt x="4821" y="0"/>
                      <a:pt x="4693" y="0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Google Shape;2236;p61"/>
              <p:cNvSpPr/>
              <p:nvPr/>
            </p:nvSpPr>
            <p:spPr>
              <a:xfrm>
                <a:off x="9277436" y="3031426"/>
                <a:ext cx="40433" cy="80175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4993" extrusionOk="0">
                    <a:moveTo>
                      <a:pt x="2219" y="1"/>
                    </a:moveTo>
                    <a:lnTo>
                      <a:pt x="598" y="172"/>
                    </a:lnTo>
                    <a:cubicBezTo>
                      <a:pt x="385" y="172"/>
                      <a:pt x="214" y="342"/>
                      <a:pt x="172" y="556"/>
                    </a:cubicBezTo>
                    <a:cubicBezTo>
                      <a:pt x="129" y="1665"/>
                      <a:pt x="44" y="2817"/>
                      <a:pt x="1" y="3840"/>
                    </a:cubicBezTo>
                    <a:cubicBezTo>
                      <a:pt x="257" y="4523"/>
                      <a:pt x="641" y="4992"/>
                      <a:pt x="1068" y="4992"/>
                    </a:cubicBezTo>
                    <a:cubicBezTo>
                      <a:pt x="1835" y="4992"/>
                      <a:pt x="2518" y="3371"/>
                      <a:pt x="2518" y="1323"/>
                    </a:cubicBezTo>
                    <a:cubicBezTo>
                      <a:pt x="2518" y="897"/>
                      <a:pt x="2475" y="428"/>
                      <a:pt x="2390" y="1"/>
                    </a:cubicBezTo>
                    <a:close/>
                  </a:path>
                </a:pathLst>
              </a:custGeom>
              <a:solidFill>
                <a:srgbClr val="F7D8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Google Shape;2237;p61"/>
              <p:cNvSpPr/>
              <p:nvPr/>
            </p:nvSpPr>
            <p:spPr>
              <a:xfrm>
                <a:off x="9277436" y="2974582"/>
                <a:ext cx="40433" cy="47900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2983" extrusionOk="0">
                    <a:moveTo>
                      <a:pt x="1409" y="0"/>
                    </a:moveTo>
                    <a:cubicBezTo>
                      <a:pt x="684" y="0"/>
                      <a:pt x="86" y="1024"/>
                      <a:pt x="1" y="2346"/>
                    </a:cubicBezTo>
                    <a:cubicBezTo>
                      <a:pt x="214" y="2645"/>
                      <a:pt x="556" y="2858"/>
                      <a:pt x="940" y="2944"/>
                    </a:cubicBezTo>
                    <a:cubicBezTo>
                      <a:pt x="1039" y="2970"/>
                      <a:pt x="1134" y="2982"/>
                      <a:pt x="1223" y="2982"/>
                    </a:cubicBezTo>
                    <a:cubicBezTo>
                      <a:pt x="2013" y="2982"/>
                      <a:pt x="2403" y="2020"/>
                      <a:pt x="2518" y="1024"/>
                    </a:cubicBezTo>
                    <a:cubicBezTo>
                      <a:pt x="2219" y="384"/>
                      <a:pt x="1835" y="0"/>
                      <a:pt x="1409" y="0"/>
                    </a:cubicBezTo>
                    <a:close/>
                  </a:path>
                </a:pathLst>
              </a:custGeom>
              <a:solidFill>
                <a:srgbClr val="FFAD6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Google Shape;2238;p61"/>
              <p:cNvSpPr/>
              <p:nvPr/>
            </p:nvSpPr>
            <p:spPr>
              <a:xfrm>
                <a:off x="9284983" y="2993065"/>
                <a:ext cx="24680" cy="28582"/>
              </a:xfrm>
              <a:custGeom>
                <a:avLst/>
                <a:gdLst/>
                <a:ahLst/>
                <a:cxnLst/>
                <a:rect l="l" t="t" r="r" b="b"/>
                <a:pathLst>
                  <a:path w="1537" h="1780" extrusionOk="0">
                    <a:moveTo>
                      <a:pt x="853" y="1"/>
                    </a:moveTo>
                    <a:cubicBezTo>
                      <a:pt x="427" y="1"/>
                      <a:pt x="86" y="598"/>
                      <a:pt x="0" y="1409"/>
                    </a:cubicBezTo>
                    <a:cubicBezTo>
                      <a:pt x="171" y="1579"/>
                      <a:pt x="384" y="1707"/>
                      <a:pt x="598" y="1750"/>
                    </a:cubicBezTo>
                    <a:cubicBezTo>
                      <a:pt x="667" y="1770"/>
                      <a:pt x="732" y="1779"/>
                      <a:pt x="793" y="1779"/>
                    </a:cubicBezTo>
                    <a:cubicBezTo>
                      <a:pt x="1252" y="1779"/>
                      <a:pt x="1461" y="1239"/>
                      <a:pt x="1536" y="598"/>
                    </a:cubicBezTo>
                    <a:cubicBezTo>
                      <a:pt x="1365" y="214"/>
                      <a:pt x="1152" y="1"/>
                      <a:pt x="853" y="1"/>
                    </a:cubicBezTo>
                    <a:close/>
                  </a:path>
                </a:pathLst>
              </a:custGeom>
              <a:solidFill>
                <a:srgbClr val="F2D3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Google Shape;2239;p61"/>
              <p:cNvSpPr/>
              <p:nvPr/>
            </p:nvSpPr>
            <p:spPr>
              <a:xfrm>
                <a:off x="9278817" y="3075279"/>
                <a:ext cx="26736" cy="19189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1195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86" y="683"/>
                      <a:pt x="427" y="1195"/>
                      <a:pt x="854" y="1195"/>
                    </a:cubicBezTo>
                    <a:cubicBezTo>
                      <a:pt x="1237" y="1195"/>
                      <a:pt x="1579" y="726"/>
                      <a:pt x="1664" y="128"/>
                    </a:cubicBezTo>
                    <a:lnTo>
                      <a:pt x="1664" y="128"/>
                    </a:lnTo>
                    <a:cubicBezTo>
                      <a:pt x="1493" y="384"/>
                      <a:pt x="1195" y="555"/>
                      <a:pt x="854" y="555"/>
                    </a:cubicBezTo>
                    <a:cubicBezTo>
                      <a:pt x="512" y="512"/>
                      <a:pt x="171" y="342"/>
                      <a:pt x="0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Google Shape;2240;p61"/>
              <p:cNvSpPr/>
              <p:nvPr/>
            </p:nvSpPr>
            <p:spPr>
              <a:xfrm>
                <a:off x="9293879" y="3036918"/>
                <a:ext cx="26045" cy="20586"/>
              </a:xfrm>
              <a:custGeom>
                <a:avLst/>
                <a:gdLst/>
                <a:ahLst/>
                <a:cxnLst/>
                <a:rect l="l" t="t" r="r" b="b"/>
                <a:pathLst>
                  <a:path w="1622" h="1282" extrusionOk="0">
                    <a:moveTo>
                      <a:pt x="1579" y="0"/>
                    </a:moveTo>
                    <a:lnTo>
                      <a:pt x="1579" y="0"/>
                    </a:lnTo>
                    <a:cubicBezTo>
                      <a:pt x="1451" y="299"/>
                      <a:pt x="1195" y="555"/>
                      <a:pt x="897" y="726"/>
                    </a:cubicBezTo>
                    <a:cubicBezTo>
                      <a:pt x="802" y="753"/>
                      <a:pt x="699" y="767"/>
                      <a:pt x="596" y="767"/>
                    </a:cubicBezTo>
                    <a:cubicBezTo>
                      <a:pt x="372" y="767"/>
                      <a:pt x="147" y="701"/>
                      <a:pt x="1" y="555"/>
                    </a:cubicBezTo>
                    <a:lnTo>
                      <a:pt x="1" y="555"/>
                    </a:lnTo>
                    <a:cubicBezTo>
                      <a:pt x="141" y="976"/>
                      <a:pt x="455" y="1282"/>
                      <a:pt x="776" y="1282"/>
                    </a:cubicBezTo>
                    <a:cubicBezTo>
                      <a:pt x="845" y="1282"/>
                      <a:pt x="914" y="1268"/>
                      <a:pt x="982" y="1237"/>
                    </a:cubicBezTo>
                    <a:cubicBezTo>
                      <a:pt x="1409" y="981"/>
                      <a:pt x="1622" y="512"/>
                      <a:pt x="1579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Google Shape;2241;p61"/>
              <p:cNvSpPr/>
              <p:nvPr/>
            </p:nvSpPr>
            <p:spPr>
              <a:xfrm>
                <a:off x="9208934" y="2856062"/>
                <a:ext cx="85651" cy="14404"/>
              </a:xfrm>
              <a:custGeom>
                <a:avLst/>
                <a:gdLst/>
                <a:ahLst/>
                <a:cxnLst/>
                <a:rect l="l" t="t" r="r" b="b"/>
                <a:pathLst>
                  <a:path w="5334" h="897" extrusionOk="0">
                    <a:moveTo>
                      <a:pt x="300" y="1"/>
                    </a:moveTo>
                    <a:cubicBezTo>
                      <a:pt x="129" y="1"/>
                      <a:pt x="44" y="214"/>
                      <a:pt x="1" y="470"/>
                    </a:cubicBezTo>
                    <a:cubicBezTo>
                      <a:pt x="44" y="726"/>
                      <a:pt x="129" y="897"/>
                      <a:pt x="300" y="897"/>
                    </a:cubicBezTo>
                    <a:lnTo>
                      <a:pt x="5035" y="897"/>
                    </a:lnTo>
                    <a:cubicBezTo>
                      <a:pt x="5163" y="897"/>
                      <a:pt x="5291" y="726"/>
                      <a:pt x="5334" y="470"/>
                    </a:cubicBezTo>
                    <a:cubicBezTo>
                      <a:pt x="5291" y="214"/>
                      <a:pt x="5163" y="1"/>
                      <a:pt x="5035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Google Shape;2242;p61"/>
              <p:cNvSpPr/>
              <p:nvPr/>
            </p:nvSpPr>
            <p:spPr>
              <a:xfrm>
                <a:off x="9312377" y="2856062"/>
                <a:ext cx="52765" cy="14404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897" extrusionOk="0">
                    <a:moveTo>
                      <a:pt x="214" y="1"/>
                    </a:moveTo>
                    <a:cubicBezTo>
                      <a:pt x="129" y="1"/>
                      <a:pt x="86" y="214"/>
                      <a:pt x="43" y="470"/>
                    </a:cubicBezTo>
                    <a:cubicBezTo>
                      <a:pt x="1" y="726"/>
                      <a:pt x="129" y="897"/>
                      <a:pt x="214" y="897"/>
                    </a:cubicBezTo>
                    <a:lnTo>
                      <a:pt x="3072" y="897"/>
                    </a:lnTo>
                    <a:cubicBezTo>
                      <a:pt x="3158" y="897"/>
                      <a:pt x="3243" y="726"/>
                      <a:pt x="3243" y="470"/>
                    </a:cubicBezTo>
                    <a:cubicBezTo>
                      <a:pt x="3286" y="214"/>
                      <a:pt x="3158" y="1"/>
                      <a:pt x="3072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Google Shape;2243;p61"/>
              <p:cNvSpPr/>
              <p:nvPr/>
            </p:nvSpPr>
            <p:spPr>
              <a:xfrm>
                <a:off x="9339097" y="2819499"/>
                <a:ext cx="47289" cy="17422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1085" extrusionOk="0">
                    <a:moveTo>
                      <a:pt x="845" y="1"/>
                    </a:moveTo>
                    <a:cubicBezTo>
                      <a:pt x="387" y="1"/>
                      <a:pt x="73" y="96"/>
                      <a:pt x="43" y="273"/>
                    </a:cubicBezTo>
                    <a:cubicBezTo>
                      <a:pt x="0" y="529"/>
                      <a:pt x="555" y="870"/>
                      <a:pt x="1366" y="998"/>
                    </a:cubicBezTo>
                    <a:cubicBezTo>
                      <a:pt x="1644" y="1057"/>
                      <a:pt x="1907" y="1085"/>
                      <a:pt x="2134" y="1085"/>
                    </a:cubicBezTo>
                    <a:cubicBezTo>
                      <a:pt x="2569" y="1085"/>
                      <a:pt x="2873" y="981"/>
                      <a:pt x="2901" y="785"/>
                    </a:cubicBezTo>
                    <a:cubicBezTo>
                      <a:pt x="2944" y="529"/>
                      <a:pt x="2347" y="230"/>
                      <a:pt x="1536" y="59"/>
                    </a:cubicBezTo>
                    <a:cubicBezTo>
                      <a:pt x="1285" y="20"/>
                      <a:pt x="1051" y="1"/>
                      <a:pt x="845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Google Shape;2244;p61"/>
              <p:cNvSpPr/>
              <p:nvPr/>
            </p:nvSpPr>
            <p:spPr>
              <a:xfrm>
                <a:off x="9306901" y="2808805"/>
                <a:ext cx="30846" cy="10293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641" extrusionOk="0">
                    <a:moveTo>
                      <a:pt x="939" y="0"/>
                    </a:moveTo>
                    <a:cubicBezTo>
                      <a:pt x="384" y="0"/>
                      <a:pt x="0" y="171"/>
                      <a:pt x="0" y="342"/>
                    </a:cubicBezTo>
                    <a:cubicBezTo>
                      <a:pt x="0" y="512"/>
                      <a:pt x="427" y="640"/>
                      <a:pt x="939" y="640"/>
                    </a:cubicBezTo>
                    <a:cubicBezTo>
                      <a:pt x="1494" y="640"/>
                      <a:pt x="1920" y="469"/>
                      <a:pt x="1920" y="299"/>
                    </a:cubicBezTo>
                    <a:cubicBezTo>
                      <a:pt x="1920" y="128"/>
                      <a:pt x="1451" y="0"/>
                      <a:pt x="939" y="0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245" name="Google Shape;2245;p61"/>
          <p:cNvGrpSpPr/>
          <p:nvPr/>
        </p:nvGrpSpPr>
        <p:grpSpPr>
          <a:xfrm rot="1321491" flipH="1">
            <a:off x="7969889" y="2526158"/>
            <a:ext cx="714934" cy="378491"/>
            <a:chOff x="-1074225" y="4512538"/>
            <a:chExt cx="714950" cy="378500"/>
          </a:xfrm>
        </p:grpSpPr>
        <p:sp>
          <p:nvSpPr>
            <p:cNvPr id="2246" name="Google Shape;2246;p61"/>
            <p:cNvSpPr/>
            <p:nvPr/>
          </p:nvSpPr>
          <p:spPr>
            <a:xfrm>
              <a:off x="-962825" y="4548088"/>
              <a:ext cx="188375" cy="120175"/>
            </a:xfrm>
            <a:custGeom>
              <a:avLst/>
              <a:gdLst/>
              <a:ahLst/>
              <a:cxnLst/>
              <a:rect l="l" t="t" r="r" b="b"/>
              <a:pathLst>
                <a:path w="7535" h="4807" extrusionOk="0">
                  <a:moveTo>
                    <a:pt x="2269" y="0"/>
                  </a:moveTo>
                  <a:lnTo>
                    <a:pt x="0" y="2619"/>
                  </a:lnTo>
                  <a:lnTo>
                    <a:pt x="7534" y="4807"/>
                  </a:lnTo>
                  <a:lnTo>
                    <a:pt x="2269" y="0"/>
                  </a:ln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247;p61"/>
            <p:cNvSpPr/>
            <p:nvPr/>
          </p:nvSpPr>
          <p:spPr>
            <a:xfrm>
              <a:off x="-1064100" y="4512538"/>
              <a:ext cx="642725" cy="266450"/>
            </a:xfrm>
            <a:custGeom>
              <a:avLst/>
              <a:gdLst/>
              <a:ahLst/>
              <a:cxnLst/>
              <a:rect l="l" t="t" r="r" b="b"/>
              <a:pathLst>
                <a:path w="25709" h="10658" extrusionOk="0">
                  <a:moveTo>
                    <a:pt x="15471" y="1"/>
                  </a:moveTo>
                  <a:cubicBezTo>
                    <a:pt x="14774" y="1"/>
                    <a:pt x="14066" y="74"/>
                    <a:pt x="13395" y="261"/>
                  </a:cubicBezTo>
                  <a:cubicBezTo>
                    <a:pt x="10532" y="1044"/>
                    <a:pt x="8696" y="3582"/>
                    <a:pt x="8696" y="3582"/>
                  </a:cubicBezTo>
                  <a:lnTo>
                    <a:pt x="8075" y="3636"/>
                  </a:lnTo>
                  <a:cubicBezTo>
                    <a:pt x="8075" y="3636"/>
                    <a:pt x="6914" y="1152"/>
                    <a:pt x="5375" y="1098"/>
                  </a:cubicBezTo>
                  <a:cubicBezTo>
                    <a:pt x="5293" y="1094"/>
                    <a:pt x="5208" y="1091"/>
                    <a:pt x="5120" y="1091"/>
                  </a:cubicBezTo>
                  <a:cubicBezTo>
                    <a:pt x="4135" y="1091"/>
                    <a:pt x="2728" y="1465"/>
                    <a:pt x="1" y="4365"/>
                  </a:cubicBezTo>
                  <a:lnTo>
                    <a:pt x="10640" y="10657"/>
                  </a:lnTo>
                  <a:lnTo>
                    <a:pt x="25708" y="9172"/>
                  </a:lnTo>
                  <a:lnTo>
                    <a:pt x="20388" y="963"/>
                  </a:lnTo>
                  <a:cubicBezTo>
                    <a:pt x="20388" y="963"/>
                    <a:pt x="18000" y="1"/>
                    <a:pt x="15471" y="1"/>
                  </a:cubicBez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61"/>
            <p:cNvSpPr/>
            <p:nvPr/>
          </p:nvSpPr>
          <p:spPr>
            <a:xfrm>
              <a:off x="-1053975" y="4564288"/>
              <a:ext cx="81050" cy="60775"/>
            </a:xfrm>
            <a:custGeom>
              <a:avLst/>
              <a:gdLst/>
              <a:ahLst/>
              <a:cxnLst/>
              <a:rect l="l" t="t" r="r" b="b"/>
              <a:pathLst>
                <a:path w="3242" h="2431" extrusionOk="0">
                  <a:moveTo>
                    <a:pt x="3241" y="0"/>
                  </a:moveTo>
                  <a:lnTo>
                    <a:pt x="3241" y="0"/>
                  </a:lnTo>
                  <a:cubicBezTo>
                    <a:pt x="3241" y="0"/>
                    <a:pt x="1000" y="1026"/>
                    <a:pt x="1" y="2295"/>
                  </a:cubicBezTo>
                  <a:lnTo>
                    <a:pt x="649" y="2430"/>
                  </a:lnTo>
                  <a:cubicBezTo>
                    <a:pt x="973" y="1377"/>
                    <a:pt x="3241" y="0"/>
                    <a:pt x="3241" y="0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61"/>
            <p:cNvSpPr/>
            <p:nvPr/>
          </p:nvSpPr>
          <p:spPr>
            <a:xfrm>
              <a:off x="-997925" y="4570088"/>
              <a:ext cx="98575" cy="24600"/>
            </a:xfrm>
            <a:custGeom>
              <a:avLst/>
              <a:gdLst/>
              <a:ahLst/>
              <a:cxnLst/>
              <a:rect l="l" t="t" r="r" b="b"/>
              <a:pathLst>
                <a:path w="3943" h="984" extrusionOk="0">
                  <a:moveTo>
                    <a:pt x="2190" y="1"/>
                  </a:moveTo>
                  <a:cubicBezTo>
                    <a:pt x="1509" y="1"/>
                    <a:pt x="734" y="287"/>
                    <a:pt x="0" y="983"/>
                  </a:cubicBezTo>
                  <a:cubicBezTo>
                    <a:pt x="748" y="458"/>
                    <a:pt x="1433" y="227"/>
                    <a:pt x="2069" y="227"/>
                  </a:cubicBezTo>
                  <a:cubicBezTo>
                    <a:pt x="2741" y="227"/>
                    <a:pt x="3360" y="485"/>
                    <a:pt x="3943" y="929"/>
                  </a:cubicBezTo>
                  <a:cubicBezTo>
                    <a:pt x="3613" y="370"/>
                    <a:pt x="2962" y="1"/>
                    <a:pt x="2190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61"/>
            <p:cNvSpPr/>
            <p:nvPr/>
          </p:nvSpPr>
          <p:spPr>
            <a:xfrm>
              <a:off x="-837950" y="4525788"/>
              <a:ext cx="162050" cy="93200"/>
            </a:xfrm>
            <a:custGeom>
              <a:avLst/>
              <a:gdLst/>
              <a:ahLst/>
              <a:cxnLst/>
              <a:rect l="l" t="t" r="r" b="b"/>
              <a:pathLst>
                <a:path w="6482" h="3728" extrusionOk="0">
                  <a:moveTo>
                    <a:pt x="6482" y="1"/>
                  </a:moveTo>
                  <a:lnTo>
                    <a:pt x="6482" y="1"/>
                  </a:lnTo>
                  <a:cubicBezTo>
                    <a:pt x="6481" y="1"/>
                    <a:pt x="1702" y="190"/>
                    <a:pt x="1" y="3727"/>
                  </a:cubicBezTo>
                  <a:lnTo>
                    <a:pt x="541" y="3727"/>
                  </a:lnTo>
                  <a:cubicBezTo>
                    <a:pt x="1891" y="1405"/>
                    <a:pt x="3997" y="433"/>
                    <a:pt x="6482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61"/>
            <p:cNvSpPr/>
            <p:nvPr/>
          </p:nvSpPr>
          <p:spPr>
            <a:xfrm>
              <a:off x="-742750" y="4536413"/>
              <a:ext cx="151925" cy="23850"/>
            </a:xfrm>
            <a:custGeom>
              <a:avLst/>
              <a:gdLst/>
              <a:ahLst/>
              <a:cxnLst/>
              <a:rect l="l" t="t" r="r" b="b"/>
              <a:pathLst>
                <a:path w="6077" h="954" extrusionOk="0">
                  <a:moveTo>
                    <a:pt x="3227" y="1"/>
                  </a:moveTo>
                  <a:cubicBezTo>
                    <a:pt x="2104" y="1"/>
                    <a:pt x="979" y="320"/>
                    <a:pt x="0" y="953"/>
                  </a:cubicBezTo>
                  <a:cubicBezTo>
                    <a:pt x="987" y="460"/>
                    <a:pt x="2035" y="224"/>
                    <a:pt x="3133" y="224"/>
                  </a:cubicBezTo>
                  <a:cubicBezTo>
                    <a:pt x="4080" y="224"/>
                    <a:pt x="5064" y="400"/>
                    <a:pt x="6076" y="737"/>
                  </a:cubicBezTo>
                  <a:cubicBezTo>
                    <a:pt x="5194" y="245"/>
                    <a:pt x="4211" y="1"/>
                    <a:pt x="3227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61"/>
            <p:cNvSpPr/>
            <p:nvPr/>
          </p:nvSpPr>
          <p:spPr>
            <a:xfrm>
              <a:off x="-877100" y="4605913"/>
              <a:ext cx="40525" cy="25475"/>
            </a:xfrm>
            <a:custGeom>
              <a:avLst/>
              <a:gdLst/>
              <a:ahLst/>
              <a:cxnLst/>
              <a:rect l="l" t="t" r="r" b="b"/>
              <a:pathLst>
                <a:path w="1621" h="1019" extrusionOk="0">
                  <a:moveTo>
                    <a:pt x="906" y="0"/>
                  </a:moveTo>
                  <a:cubicBezTo>
                    <a:pt x="597" y="0"/>
                    <a:pt x="303" y="178"/>
                    <a:pt x="136" y="441"/>
                  </a:cubicBezTo>
                  <a:cubicBezTo>
                    <a:pt x="1" y="738"/>
                    <a:pt x="217" y="981"/>
                    <a:pt x="595" y="1009"/>
                  </a:cubicBezTo>
                  <a:cubicBezTo>
                    <a:pt x="639" y="1015"/>
                    <a:pt x="684" y="1019"/>
                    <a:pt x="728" y="1019"/>
                  </a:cubicBezTo>
                  <a:cubicBezTo>
                    <a:pt x="1033" y="1019"/>
                    <a:pt x="1324" y="859"/>
                    <a:pt x="1513" y="576"/>
                  </a:cubicBezTo>
                  <a:cubicBezTo>
                    <a:pt x="1621" y="306"/>
                    <a:pt x="1432" y="36"/>
                    <a:pt x="1027" y="9"/>
                  </a:cubicBezTo>
                  <a:cubicBezTo>
                    <a:pt x="987" y="3"/>
                    <a:pt x="946" y="0"/>
                    <a:pt x="906" y="0"/>
                  </a:cubicBezTo>
                  <a:close/>
                </a:path>
              </a:pathLst>
            </a:custGeom>
            <a:solidFill>
              <a:srgbClr val="725D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61"/>
            <p:cNvSpPr/>
            <p:nvPr/>
          </p:nvSpPr>
          <p:spPr>
            <a:xfrm>
              <a:off x="-1074225" y="4544038"/>
              <a:ext cx="714950" cy="347000"/>
            </a:xfrm>
            <a:custGeom>
              <a:avLst/>
              <a:gdLst/>
              <a:ahLst/>
              <a:cxnLst/>
              <a:rect l="l" t="t" r="r" b="b"/>
              <a:pathLst>
                <a:path w="28598" h="13880" extrusionOk="0">
                  <a:moveTo>
                    <a:pt x="21604" y="0"/>
                  </a:moveTo>
                  <a:lnTo>
                    <a:pt x="9560" y="2781"/>
                  </a:lnTo>
                  <a:lnTo>
                    <a:pt x="8426" y="2916"/>
                  </a:lnTo>
                  <a:lnTo>
                    <a:pt x="136" y="2916"/>
                  </a:lnTo>
                  <a:lnTo>
                    <a:pt x="1" y="3321"/>
                  </a:lnTo>
                  <a:lnTo>
                    <a:pt x="8237" y="12746"/>
                  </a:lnTo>
                  <a:lnTo>
                    <a:pt x="16446" y="13880"/>
                  </a:lnTo>
                  <a:lnTo>
                    <a:pt x="20226" y="13880"/>
                  </a:lnTo>
                  <a:lnTo>
                    <a:pt x="28597" y="11558"/>
                  </a:lnTo>
                  <a:lnTo>
                    <a:pt x="2160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61"/>
            <p:cNvSpPr/>
            <p:nvPr/>
          </p:nvSpPr>
          <p:spPr>
            <a:xfrm>
              <a:off x="-815650" y="4565638"/>
              <a:ext cx="407775" cy="318650"/>
            </a:xfrm>
            <a:custGeom>
              <a:avLst/>
              <a:gdLst/>
              <a:ahLst/>
              <a:cxnLst/>
              <a:rect l="l" t="t" r="r" b="b"/>
              <a:pathLst>
                <a:path w="16311" h="12746" extrusionOk="0">
                  <a:moveTo>
                    <a:pt x="10774" y="270"/>
                  </a:moveTo>
                  <a:lnTo>
                    <a:pt x="15959" y="9802"/>
                  </a:lnTo>
                  <a:lnTo>
                    <a:pt x="7507" y="12476"/>
                  </a:lnTo>
                  <a:lnTo>
                    <a:pt x="405" y="2782"/>
                  </a:lnTo>
                  <a:lnTo>
                    <a:pt x="10774" y="270"/>
                  </a:lnTo>
                  <a:close/>
                  <a:moveTo>
                    <a:pt x="10855" y="0"/>
                  </a:moveTo>
                  <a:lnTo>
                    <a:pt x="162" y="2620"/>
                  </a:lnTo>
                  <a:lnTo>
                    <a:pt x="0" y="2647"/>
                  </a:lnTo>
                  <a:lnTo>
                    <a:pt x="7345" y="12665"/>
                  </a:lnTo>
                  <a:lnTo>
                    <a:pt x="7399" y="12746"/>
                  </a:lnTo>
                  <a:lnTo>
                    <a:pt x="16310" y="9964"/>
                  </a:lnTo>
                  <a:lnTo>
                    <a:pt x="10855" y="0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61"/>
            <p:cNvSpPr/>
            <p:nvPr/>
          </p:nvSpPr>
          <p:spPr>
            <a:xfrm>
              <a:off x="-1074225" y="4627063"/>
              <a:ext cx="411150" cy="263975"/>
            </a:xfrm>
            <a:custGeom>
              <a:avLst/>
              <a:gdLst/>
              <a:ahLst/>
              <a:cxnLst/>
              <a:rect l="l" t="t" r="r" b="b"/>
              <a:pathLst>
                <a:path w="16446" h="10559" extrusionOk="0">
                  <a:moveTo>
                    <a:pt x="1" y="0"/>
                  </a:moveTo>
                  <a:lnTo>
                    <a:pt x="8237" y="9425"/>
                  </a:lnTo>
                  <a:lnTo>
                    <a:pt x="16446" y="10559"/>
                  </a:lnTo>
                  <a:lnTo>
                    <a:pt x="16446" y="10559"/>
                  </a:lnTo>
                  <a:lnTo>
                    <a:pt x="8426" y="13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61"/>
            <p:cNvSpPr/>
            <p:nvPr/>
          </p:nvSpPr>
          <p:spPr>
            <a:xfrm>
              <a:off x="-1049250" y="4639888"/>
              <a:ext cx="346350" cy="230900"/>
            </a:xfrm>
            <a:custGeom>
              <a:avLst/>
              <a:gdLst/>
              <a:ahLst/>
              <a:cxnLst/>
              <a:rect l="l" t="t" r="r" b="b"/>
              <a:pathLst>
                <a:path w="13854" h="9236" extrusionOk="0">
                  <a:moveTo>
                    <a:pt x="568" y="271"/>
                  </a:moveTo>
                  <a:lnTo>
                    <a:pt x="7049" y="649"/>
                  </a:lnTo>
                  <a:lnTo>
                    <a:pt x="13341" y="9020"/>
                  </a:lnTo>
                  <a:lnTo>
                    <a:pt x="13341" y="9020"/>
                  </a:lnTo>
                  <a:lnTo>
                    <a:pt x="7535" y="8237"/>
                  </a:lnTo>
                  <a:lnTo>
                    <a:pt x="568" y="271"/>
                  </a:lnTo>
                  <a:close/>
                  <a:moveTo>
                    <a:pt x="1" y="1"/>
                  </a:moveTo>
                  <a:lnTo>
                    <a:pt x="7292" y="8372"/>
                  </a:lnTo>
                  <a:lnTo>
                    <a:pt x="13854" y="9236"/>
                  </a:lnTo>
                  <a:lnTo>
                    <a:pt x="13854" y="9236"/>
                  </a:lnTo>
                  <a:lnTo>
                    <a:pt x="13827" y="9182"/>
                  </a:lnTo>
                  <a:lnTo>
                    <a:pt x="7211" y="406"/>
                  </a:lnTo>
                  <a:lnTo>
                    <a:pt x="7076" y="40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606C0DC5-50FF-5DC6-1DF3-96A02F74DC51}"/>
              </a:ext>
            </a:extLst>
          </p:cNvPr>
          <p:cNvSpPr txBox="1"/>
          <p:nvPr/>
        </p:nvSpPr>
        <p:spPr>
          <a:xfrm>
            <a:off x="1184865" y="1391494"/>
            <a:ext cx="691830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Проблем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Традиционните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библиотеки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често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използват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тромави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хартиени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каталози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или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остарели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софтуерни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системи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които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затрудняват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следенето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наличности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и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крайни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срокове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Цел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Създаване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модерно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уеб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приложение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което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позволява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бързо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търсене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сигурна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регистрация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потребители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и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автоматизирано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следене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заеманията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0" name="Google Shape;3410;p69"/>
          <p:cNvSpPr txBox="1">
            <a:spLocks noGrp="1"/>
          </p:cNvSpPr>
          <p:nvPr>
            <p:ph type="title"/>
          </p:nvPr>
        </p:nvSpPr>
        <p:spPr>
          <a:xfrm>
            <a:off x="415328" y="515965"/>
            <a:ext cx="77040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bg-BG" dirty="0"/>
              <a:t>Изследване на съществуващи решения</a:t>
            </a:r>
            <a:endParaRPr dirty="0"/>
          </a:p>
        </p:txBody>
      </p:sp>
      <p:grpSp>
        <p:nvGrpSpPr>
          <p:cNvPr id="3428" name="Google Shape;3428;p69"/>
          <p:cNvGrpSpPr/>
          <p:nvPr/>
        </p:nvGrpSpPr>
        <p:grpSpPr>
          <a:xfrm rot="1321491" flipH="1">
            <a:off x="7978064" y="4248133"/>
            <a:ext cx="714934" cy="378491"/>
            <a:chOff x="-1074225" y="4512538"/>
            <a:chExt cx="714950" cy="378500"/>
          </a:xfrm>
        </p:grpSpPr>
        <p:sp>
          <p:nvSpPr>
            <p:cNvPr id="3429" name="Google Shape;3429;p69"/>
            <p:cNvSpPr/>
            <p:nvPr/>
          </p:nvSpPr>
          <p:spPr>
            <a:xfrm>
              <a:off x="-962825" y="4548088"/>
              <a:ext cx="188375" cy="120175"/>
            </a:xfrm>
            <a:custGeom>
              <a:avLst/>
              <a:gdLst/>
              <a:ahLst/>
              <a:cxnLst/>
              <a:rect l="l" t="t" r="r" b="b"/>
              <a:pathLst>
                <a:path w="7535" h="4807" extrusionOk="0">
                  <a:moveTo>
                    <a:pt x="2269" y="0"/>
                  </a:moveTo>
                  <a:lnTo>
                    <a:pt x="0" y="2619"/>
                  </a:lnTo>
                  <a:lnTo>
                    <a:pt x="7534" y="4807"/>
                  </a:lnTo>
                  <a:lnTo>
                    <a:pt x="2269" y="0"/>
                  </a:ln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0" name="Google Shape;3430;p69"/>
            <p:cNvSpPr/>
            <p:nvPr/>
          </p:nvSpPr>
          <p:spPr>
            <a:xfrm>
              <a:off x="-1064100" y="4512538"/>
              <a:ext cx="642725" cy="266450"/>
            </a:xfrm>
            <a:custGeom>
              <a:avLst/>
              <a:gdLst/>
              <a:ahLst/>
              <a:cxnLst/>
              <a:rect l="l" t="t" r="r" b="b"/>
              <a:pathLst>
                <a:path w="25709" h="10658" extrusionOk="0">
                  <a:moveTo>
                    <a:pt x="15471" y="1"/>
                  </a:moveTo>
                  <a:cubicBezTo>
                    <a:pt x="14774" y="1"/>
                    <a:pt x="14066" y="74"/>
                    <a:pt x="13395" y="261"/>
                  </a:cubicBezTo>
                  <a:cubicBezTo>
                    <a:pt x="10532" y="1044"/>
                    <a:pt x="8696" y="3582"/>
                    <a:pt x="8696" y="3582"/>
                  </a:cubicBezTo>
                  <a:lnTo>
                    <a:pt x="8075" y="3636"/>
                  </a:lnTo>
                  <a:cubicBezTo>
                    <a:pt x="8075" y="3636"/>
                    <a:pt x="6914" y="1152"/>
                    <a:pt x="5375" y="1098"/>
                  </a:cubicBezTo>
                  <a:cubicBezTo>
                    <a:pt x="5293" y="1094"/>
                    <a:pt x="5208" y="1091"/>
                    <a:pt x="5120" y="1091"/>
                  </a:cubicBezTo>
                  <a:cubicBezTo>
                    <a:pt x="4135" y="1091"/>
                    <a:pt x="2728" y="1465"/>
                    <a:pt x="1" y="4365"/>
                  </a:cubicBezTo>
                  <a:lnTo>
                    <a:pt x="10640" y="10657"/>
                  </a:lnTo>
                  <a:lnTo>
                    <a:pt x="25708" y="9172"/>
                  </a:lnTo>
                  <a:lnTo>
                    <a:pt x="20388" y="963"/>
                  </a:lnTo>
                  <a:cubicBezTo>
                    <a:pt x="20388" y="963"/>
                    <a:pt x="18000" y="1"/>
                    <a:pt x="15471" y="1"/>
                  </a:cubicBez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1" name="Google Shape;3431;p69"/>
            <p:cNvSpPr/>
            <p:nvPr/>
          </p:nvSpPr>
          <p:spPr>
            <a:xfrm>
              <a:off x="-1053975" y="4564288"/>
              <a:ext cx="81050" cy="60775"/>
            </a:xfrm>
            <a:custGeom>
              <a:avLst/>
              <a:gdLst/>
              <a:ahLst/>
              <a:cxnLst/>
              <a:rect l="l" t="t" r="r" b="b"/>
              <a:pathLst>
                <a:path w="3242" h="2431" extrusionOk="0">
                  <a:moveTo>
                    <a:pt x="3241" y="0"/>
                  </a:moveTo>
                  <a:lnTo>
                    <a:pt x="3241" y="0"/>
                  </a:lnTo>
                  <a:cubicBezTo>
                    <a:pt x="3241" y="0"/>
                    <a:pt x="1000" y="1026"/>
                    <a:pt x="1" y="2295"/>
                  </a:cubicBezTo>
                  <a:lnTo>
                    <a:pt x="649" y="2430"/>
                  </a:lnTo>
                  <a:cubicBezTo>
                    <a:pt x="973" y="1377"/>
                    <a:pt x="3241" y="0"/>
                    <a:pt x="3241" y="0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2" name="Google Shape;3432;p69"/>
            <p:cNvSpPr/>
            <p:nvPr/>
          </p:nvSpPr>
          <p:spPr>
            <a:xfrm>
              <a:off x="-997925" y="4570088"/>
              <a:ext cx="98575" cy="24600"/>
            </a:xfrm>
            <a:custGeom>
              <a:avLst/>
              <a:gdLst/>
              <a:ahLst/>
              <a:cxnLst/>
              <a:rect l="l" t="t" r="r" b="b"/>
              <a:pathLst>
                <a:path w="3943" h="984" extrusionOk="0">
                  <a:moveTo>
                    <a:pt x="2190" y="1"/>
                  </a:moveTo>
                  <a:cubicBezTo>
                    <a:pt x="1509" y="1"/>
                    <a:pt x="734" y="287"/>
                    <a:pt x="0" y="983"/>
                  </a:cubicBezTo>
                  <a:cubicBezTo>
                    <a:pt x="748" y="458"/>
                    <a:pt x="1433" y="227"/>
                    <a:pt x="2069" y="227"/>
                  </a:cubicBezTo>
                  <a:cubicBezTo>
                    <a:pt x="2741" y="227"/>
                    <a:pt x="3360" y="485"/>
                    <a:pt x="3943" y="929"/>
                  </a:cubicBezTo>
                  <a:cubicBezTo>
                    <a:pt x="3613" y="370"/>
                    <a:pt x="2962" y="1"/>
                    <a:pt x="2190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3" name="Google Shape;3433;p69"/>
            <p:cNvSpPr/>
            <p:nvPr/>
          </p:nvSpPr>
          <p:spPr>
            <a:xfrm>
              <a:off x="-837950" y="4525788"/>
              <a:ext cx="162050" cy="93200"/>
            </a:xfrm>
            <a:custGeom>
              <a:avLst/>
              <a:gdLst/>
              <a:ahLst/>
              <a:cxnLst/>
              <a:rect l="l" t="t" r="r" b="b"/>
              <a:pathLst>
                <a:path w="6482" h="3728" extrusionOk="0">
                  <a:moveTo>
                    <a:pt x="6482" y="1"/>
                  </a:moveTo>
                  <a:lnTo>
                    <a:pt x="6482" y="1"/>
                  </a:lnTo>
                  <a:cubicBezTo>
                    <a:pt x="6481" y="1"/>
                    <a:pt x="1702" y="190"/>
                    <a:pt x="1" y="3727"/>
                  </a:cubicBezTo>
                  <a:lnTo>
                    <a:pt x="541" y="3727"/>
                  </a:lnTo>
                  <a:cubicBezTo>
                    <a:pt x="1891" y="1405"/>
                    <a:pt x="3997" y="433"/>
                    <a:pt x="6482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4" name="Google Shape;3434;p69"/>
            <p:cNvSpPr/>
            <p:nvPr/>
          </p:nvSpPr>
          <p:spPr>
            <a:xfrm>
              <a:off x="-742750" y="4536413"/>
              <a:ext cx="151925" cy="23850"/>
            </a:xfrm>
            <a:custGeom>
              <a:avLst/>
              <a:gdLst/>
              <a:ahLst/>
              <a:cxnLst/>
              <a:rect l="l" t="t" r="r" b="b"/>
              <a:pathLst>
                <a:path w="6077" h="954" extrusionOk="0">
                  <a:moveTo>
                    <a:pt x="3227" y="1"/>
                  </a:moveTo>
                  <a:cubicBezTo>
                    <a:pt x="2104" y="1"/>
                    <a:pt x="979" y="320"/>
                    <a:pt x="0" y="953"/>
                  </a:cubicBezTo>
                  <a:cubicBezTo>
                    <a:pt x="987" y="460"/>
                    <a:pt x="2035" y="224"/>
                    <a:pt x="3133" y="224"/>
                  </a:cubicBezTo>
                  <a:cubicBezTo>
                    <a:pt x="4080" y="224"/>
                    <a:pt x="5064" y="400"/>
                    <a:pt x="6076" y="737"/>
                  </a:cubicBezTo>
                  <a:cubicBezTo>
                    <a:pt x="5194" y="245"/>
                    <a:pt x="4211" y="1"/>
                    <a:pt x="3227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5" name="Google Shape;3435;p69"/>
            <p:cNvSpPr/>
            <p:nvPr/>
          </p:nvSpPr>
          <p:spPr>
            <a:xfrm>
              <a:off x="-877100" y="4605913"/>
              <a:ext cx="40525" cy="25475"/>
            </a:xfrm>
            <a:custGeom>
              <a:avLst/>
              <a:gdLst/>
              <a:ahLst/>
              <a:cxnLst/>
              <a:rect l="l" t="t" r="r" b="b"/>
              <a:pathLst>
                <a:path w="1621" h="1019" extrusionOk="0">
                  <a:moveTo>
                    <a:pt x="906" y="0"/>
                  </a:moveTo>
                  <a:cubicBezTo>
                    <a:pt x="597" y="0"/>
                    <a:pt x="303" y="178"/>
                    <a:pt x="136" y="441"/>
                  </a:cubicBezTo>
                  <a:cubicBezTo>
                    <a:pt x="1" y="738"/>
                    <a:pt x="217" y="981"/>
                    <a:pt x="595" y="1009"/>
                  </a:cubicBezTo>
                  <a:cubicBezTo>
                    <a:pt x="639" y="1015"/>
                    <a:pt x="684" y="1019"/>
                    <a:pt x="728" y="1019"/>
                  </a:cubicBezTo>
                  <a:cubicBezTo>
                    <a:pt x="1033" y="1019"/>
                    <a:pt x="1324" y="859"/>
                    <a:pt x="1513" y="576"/>
                  </a:cubicBezTo>
                  <a:cubicBezTo>
                    <a:pt x="1621" y="306"/>
                    <a:pt x="1432" y="36"/>
                    <a:pt x="1027" y="9"/>
                  </a:cubicBezTo>
                  <a:cubicBezTo>
                    <a:pt x="987" y="3"/>
                    <a:pt x="946" y="0"/>
                    <a:pt x="906" y="0"/>
                  </a:cubicBezTo>
                  <a:close/>
                </a:path>
              </a:pathLst>
            </a:custGeom>
            <a:solidFill>
              <a:srgbClr val="725D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6" name="Google Shape;3436;p69"/>
            <p:cNvSpPr/>
            <p:nvPr/>
          </p:nvSpPr>
          <p:spPr>
            <a:xfrm>
              <a:off x="-1074225" y="4544038"/>
              <a:ext cx="714950" cy="347000"/>
            </a:xfrm>
            <a:custGeom>
              <a:avLst/>
              <a:gdLst/>
              <a:ahLst/>
              <a:cxnLst/>
              <a:rect l="l" t="t" r="r" b="b"/>
              <a:pathLst>
                <a:path w="28598" h="13880" extrusionOk="0">
                  <a:moveTo>
                    <a:pt x="21604" y="0"/>
                  </a:moveTo>
                  <a:lnTo>
                    <a:pt x="9560" y="2781"/>
                  </a:lnTo>
                  <a:lnTo>
                    <a:pt x="8426" y="2916"/>
                  </a:lnTo>
                  <a:lnTo>
                    <a:pt x="136" y="2916"/>
                  </a:lnTo>
                  <a:lnTo>
                    <a:pt x="1" y="3321"/>
                  </a:lnTo>
                  <a:lnTo>
                    <a:pt x="8237" y="12746"/>
                  </a:lnTo>
                  <a:lnTo>
                    <a:pt x="16446" y="13880"/>
                  </a:lnTo>
                  <a:lnTo>
                    <a:pt x="20226" y="13880"/>
                  </a:lnTo>
                  <a:lnTo>
                    <a:pt x="28597" y="11558"/>
                  </a:lnTo>
                  <a:lnTo>
                    <a:pt x="2160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7" name="Google Shape;3437;p69"/>
            <p:cNvSpPr/>
            <p:nvPr/>
          </p:nvSpPr>
          <p:spPr>
            <a:xfrm>
              <a:off x="-815650" y="4565638"/>
              <a:ext cx="407775" cy="318650"/>
            </a:xfrm>
            <a:custGeom>
              <a:avLst/>
              <a:gdLst/>
              <a:ahLst/>
              <a:cxnLst/>
              <a:rect l="l" t="t" r="r" b="b"/>
              <a:pathLst>
                <a:path w="16311" h="12746" extrusionOk="0">
                  <a:moveTo>
                    <a:pt x="10774" y="270"/>
                  </a:moveTo>
                  <a:lnTo>
                    <a:pt x="15959" y="9802"/>
                  </a:lnTo>
                  <a:lnTo>
                    <a:pt x="7507" y="12476"/>
                  </a:lnTo>
                  <a:lnTo>
                    <a:pt x="405" y="2782"/>
                  </a:lnTo>
                  <a:lnTo>
                    <a:pt x="10774" y="270"/>
                  </a:lnTo>
                  <a:close/>
                  <a:moveTo>
                    <a:pt x="10855" y="0"/>
                  </a:moveTo>
                  <a:lnTo>
                    <a:pt x="162" y="2620"/>
                  </a:lnTo>
                  <a:lnTo>
                    <a:pt x="0" y="2647"/>
                  </a:lnTo>
                  <a:lnTo>
                    <a:pt x="7345" y="12665"/>
                  </a:lnTo>
                  <a:lnTo>
                    <a:pt x="7399" y="12746"/>
                  </a:lnTo>
                  <a:lnTo>
                    <a:pt x="16310" y="9964"/>
                  </a:lnTo>
                  <a:lnTo>
                    <a:pt x="10855" y="0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8" name="Google Shape;3438;p69"/>
            <p:cNvSpPr/>
            <p:nvPr/>
          </p:nvSpPr>
          <p:spPr>
            <a:xfrm>
              <a:off x="-1074225" y="4627063"/>
              <a:ext cx="411150" cy="263975"/>
            </a:xfrm>
            <a:custGeom>
              <a:avLst/>
              <a:gdLst/>
              <a:ahLst/>
              <a:cxnLst/>
              <a:rect l="l" t="t" r="r" b="b"/>
              <a:pathLst>
                <a:path w="16446" h="10559" extrusionOk="0">
                  <a:moveTo>
                    <a:pt x="1" y="0"/>
                  </a:moveTo>
                  <a:lnTo>
                    <a:pt x="8237" y="9425"/>
                  </a:lnTo>
                  <a:lnTo>
                    <a:pt x="16446" y="10559"/>
                  </a:lnTo>
                  <a:lnTo>
                    <a:pt x="16446" y="10559"/>
                  </a:lnTo>
                  <a:lnTo>
                    <a:pt x="8426" y="13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9" name="Google Shape;3439;p69"/>
            <p:cNvSpPr/>
            <p:nvPr/>
          </p:nvSpPr>
          <p:spPr>
            <a:xfrm>
              <a:off x="-1049250" y="4639888"/>
              <a:ext cx="346350" cy="230900"/>
            </a:xfrm>
            <a:custGeom>
              <a:avLst/>
              <a:gdLst/>
              <a:ahLst/>
              <a:cxnLst/>
              <a:rect l="l" t="t" r="r" b="b"/>
              <a:pathLst>
                <a:path w="13854" h="9236" extrusionOk="0">
                  <a:moveTo>
                    <a:pt x="568" y="271"/>
                  </a:moveTo>
                  <a:lnTo>
                    <a:pt x="7049" y="649"/>
                  </a:lnTo>
                  <a:lnTo>
                    <a:pt x="13341" y="9020"/>
                  </a:lnTo>
                  <a:lnTo>
                    <a:pt x="13341" y="9020"/>
                  </a:lnTo>
                  <a:lnTo>
                    <a:pt x="7535" y="8237"/>
                  </a:lnTo>
                  <a:lnTo>
                    <a:pt x="568" y="271"/>
                  </a:lnTo>
                  <a:close/>
                  <a:moveTo>
                    <a:pt x="1" y="1"/>
                  </a:moveTo>
                  <a:lnTo>
                    <a:pt x="7292" y="8372"/>
                  </a:lnTo>
                  <a:lnTo>
                    <a:pt x="13854" y="9236"/>
                  </a:lnTo>
                  <a:lnTo>
                    <a:pt x="13854" y="9236"/>
                  </a:lnTo>
                  <a:lnTo>
                    <a:pt x="13827" y="9182"/>
                  </a:lnTo>
                  <a:lnTo>
                    <a:pt x="7211" y="406"/>
                  </a:lnTo>
                  <a:lnTo>
                    <a:pt x="7076" y="40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40" name="Google Shape;3440;p69"/>
          <p:cNvGrpSpPr/>
          <p:nvPr/>
        </p:nvGrpSpPr>
        <p:grpSpPr>
          <a:xfrm>
            <a:off x="713225" y="960550"/>
            <a:ext cx="714950" cy="378500"/>
            <a:chOff x="-1074225" y="4512538"/>
            <a:chExt cx="714950" cy="378500"/>
          </a:xfrm>
        </p:grpSpPr>
        <p:sp>
          <p:nvSpPr>
            <p:cNvPr id="3441" name="Google Shape;3441;p69"/>
            <p:cNvSpPr/>
            <p:nvPr/>
          </p:nvSpPr>
          <p:spPr>
            <a:xfrm>
              <a:off x="-962825" y="4548088"/>
              <a:ext cx="188375" cy="120175"/>
            </a:xfrm>
            <a:custGeom>
              <a:avLst/>
              <a:gdLst/>
              <a:ahLst/>
              <a:cxnLst/>
              <a:rect l="l" t="t" r="r" b="b"/>
              <a:pathLst>
                <a:path w="7535" h="4807" extrusionOk="0">
                  <a:moveTo>
                    <a:pt x="2269" y="0"/>
                  </a:moveTo>
                  <a:lnTo>
                    <a:pt x="0" y="2619"/>
                  </a:lnTo>
                  <a:lnTo>
                    <a:pt x="7534" y="4807"/>
                  </a:lnTo>
                  <a:lnTo>
                    <a:pt x="2269" y="0"/>
                  </a:ln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2" name="Google Shape;3442;p69"/>
            <p:cNvSpPr/>
            <p:nvPr/>
          </p:nvSpPr>
          <p:spPr>
            <a:xfrm>
              <a:off x="-1064100" y="4512538"/>
              <a:ext cx="642725" cy="266450"/>
            </a:xfrm>
            <a:custGeom>
              <a:avLst/>
              <a:gdLst/>
              <a:ahLst/>
              <a:cxnLst/>
              <a:rect l="l" t="t" r="r" b="b"/>
              <a:pathLst>
                <a:path w="25709" h="10658" extrusionOk="0">
                  <a:moveTo>
                    <a:pt x="15471" y="1"/>
                  </a:moveTo>
                  <a:cubicBezTo>
                    <a:pt x="14774" y="1"/>
                    <a:pt x="14066" y="74"/>
                    <a:pt x="13395" y="261"/>
                  </a:cubicBezTo>
                  <a:cubicBezTo>
                    <a:pt x="10532" y="1044"/>
                    <a:pt x="8696" y="3582"/>
                    <a:pt x="8696" y="3582"/>
                  </a:cubicBezTo>
                  <a:lnTo>
                    <a:pt x="8075" y="3636"/>
                  </a:lnTo>
                  <a:cubicBezTo>
                    <a:pt x="8075" y="3636"/>
                    <a:pt x="6914" y="1152"/>
                    <a:pt x="5375" y="1098"/>
                  </a:cubicBezTo>
                  <a:cubicBezTo>
                    <a:pt x="5293" y="1094"/>
                    <a:pt x="5208" y="1091"/>
                    <a:pt x="5120" y="1091"/>
                  </a:cubicBezTo>
                  <a:cubicBezTo>
                    <a:pt x="4135" y="1091"/>
                    <a:pt x="2728" y="1465"/>
                    <a:pt x="1" y="4365"/>
                  </a:cubicBezTo>
                  <a:lnTo>
                    <a:pt x="10640" y="10657"/>
                  </a:lnTo>
                  <a:lnTo>
                    <a:pt x="25708" y="9172"/>
                  </a:lnTo>
                  <a:lnTo>
                    <a:pt x="20388" y="963"/>
                  </a:lnTo>
                  <a:cubicBezTo>
                    <a:pt x="20388" y="963"/>
                    <a:pt x="18000" y="1"/>
                    <a:pt x="15471" y="1"/>
                  </a:cubicBez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3" name="Google Shape;3443;p69"/>
            <p:cNvSpPr/>
            <p:nvPr/>
          </p:nvSpPr>
          <p:spPr>
            <a:xfrm>
              <a:off x="-1053975" y="4564288"/>
              <a:ext cx="81050" cy="60775"/>
            </a:xfrm>
            <a:custGeom>
              <a:avLst/>
              <a:gdLst/>
              <a:ahLst/>
              <a:cxnLst/>
              <a:rect l="l" t="t" r="r" b="b"/>
              <a:pathLst>
                <a:path w="3242" h="2431" extrusionOk="0">
                  <a:moveTo>
                    <a:pt x="3241" y="0"/>
                  </a:moveTo>
                  <a:lnTo>
                    <a:pt x="3241" y="0"/>
                  </a:lnTo>
                  <a:cubicBezTo>
                    <a:pt x="3241" y="0"/>
                    <a:pt x="1000" y="1026"/>
                    <a:pt x="1" y="2295"/>
                  </a:cubicBezTo>
                  <a:lnTo>
                    <a:pt x="649" y="2430"/>
                  </a:lnTo>
                  <a:cubicBezTo>
                    <a:pt x="973" y="1377"/>
                    <a:pt x="3241" y="0"/>
                    <a:pt x="3241" y="0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4" name="Google Shape;3444;p69"/>
            <p:cNvSpPr/>
            <p:nvPr/>
          </p:nvSpPr>
          <p:spPr>
            <a:xfrm>
              <a:off x="-997925" y="4570088"/>
              <a:ext cx="98575" cy="24600"/>
            </a:xfrm>
            <a:custGeom>
              <a:avLst/>
              <a:gdLst/>
              <a:ahLst/>
              <a:cxnLst/>
              <a:rect l="l" t="t" r="r" b="b"/>
              <a:pathLst>
                <a:path w="3943" h="984" extrusionOk="0">
                  <a:moveTo>
                    <a:pt x="2190" y="1"/>
                  </a:moveTo>
                  <a:cubicBezTo>
                    <a:pt x="1509" y="1"/>
                    <a:pt x="734" y="287"/>
                    <a:pt x="0" y="983"/>
                  </a:cubicBezTo>
                  <a:cubicBezTo>
                    <a:pt x="748" y="458"/>
                    <a:pt x="1433" y="227"/>
                    <a:pt x="2069" y="227"/>
                  </a:cubicBezTo>
                  <a:cubicBezTo>
                    <a:pt x="2741" y="227"/>
                    <a:pt x="3360" y="485"/>
                    <a:pt x="3943" y="929"/>
                  </a:cubicBezTo>
                  <a:cubicBezTo>
                    <a:pt x="3613" y="370"/>
                    <a:pt x="2962" y="1"/>
                    <a:pt x="2190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5" name="Google Shape;3445;p69"/>
            <p:cNvSpPr/>
            <p:nvPr/>
          </p:nvSpPr>
          <p:spPr>
            <a:xfrm>
              <a:off x="-837950" y="4525788"/>
              <a:ext cx="162050" cy="93200"/>
            </a:xfrm>
            <a:custGeom>
              <a:avLst/>
              <a:gdLst/>
              <a:ahLst/>
              <a:cxnLst/>
              <a:rect l="l" t="t" r="r" b="b"/>
              <a:pathLst>
                <a:path w="6482" h="3728" extrusionOk="0">
                  <a:moveTo>
                    <a:pt x="6482" y="1"/>
                  </a:moveTo>
                  <a:lnTo>
                    <a:pt x="6482" y="1"/>
                  </a:lnTo>
                  <a:cubicBezTo>
                    <a:pt x="6481" y="1"/>
                    <a:pt x="1702" y="190"/>
                    <a:pt x="1" y="3727"/>
                  </a:cubicBezTo>
                  <a:lnTo>
                    <a:pt x="541" y="3727"/>
                  </a:lnTo>
                  <a:cubicBezTo>
                    <a:pt x="1891" y="1405"/>
                    <a:pt x="3997" y="433"/>
                    <a:pt x="6482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6" name="Google Shape;3446;p69"/>
            <p:cNvSpPr/>
            <p:nvPr/>
          </p:nvSpPr>
          <p:spPr>
            <a:xfrm>
              <a:off x="-742750" y="4536413"/>
              <a:ext cx="151925" cy="23850"/>
            </a:xfrm>
            <a:custGeom>
              <a:avLst/>
              <a:gdLst/>
              <a:ahLst/>
              <a:cxnLst/>
              <a:rect l="l" t="t" r="r" b="b"/>
              <a:pathLst>
                <a:path w="6077" h="954" extrusionOk="0">
                  <a:moveTo>
                    <a:pt x="3227" y="1"/>
                  </a:moveTo>
                  <a:cubicBezTo>
                    <a:pt x="2104" y="1"/>
                    <a:pt x="979" y="320"/>
                    <a:pt x="0" y="953"/>
                  </a:cubicBezTo>
                  <a:cubicBezTo>
                    <a:pt x="987" y="460"/>
                    <a:pt x="2035" y="224"/>
                    <a:pt x="3133" y="224"/>
                  </a:cubicBezTo>
                  <a:cubicBezTo>
                    <a:pt x="4080" y="224"/>
                    <a:pt x="5064" y="400"/>
                    <a:pt x="6076" y="737"/>
                  </a:cubicBezTo>
                  <a:cubicBezTo>
                    <a:pt x="5194" y="245"/>
                    <a:pt x="4211" y="1"/>
                    <a:pt x="3227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7" name="Google Shape;3447;p69"/>
            <p:cNvSpPr/>
            <p:nvPr/>
          </p:nvSpPr>
          <p:spPr>
            <a:xfrm>
              <a:off x="-877100" y="4605913"/>
              <a:ext cx="40525" cy="25475"/>
            </a:xfrm>
            <a:custGeom>
              <a:avLst/>
              <a:gdLst/>
              <a:ahLst/>
              <a:cxnLst/>
              <a:rect l="l" t="t" r="r" b="b"/>
              <a:pathLst>
                <a:path w="1621" h="1019" extrusionOk="0">
                  <a:moveTo>
                    <a:pt x="906" y="0"/>
                  </a:moveTo>
                  <a:cubicBezTo>
                    <a:pt x="597" y="0"/>
                    <a:pt x="303" y="178"/>
                    <a:pt x="136" y="441"/>
                  </a:cubicBezTo>
                  <a:cubicBezTo>
                    <a:pt x="1" y="738"/>
                    <a:pt x="217" y="981"/>
                    <a:pt x="595" y="1009"/>
                  </a:cubicBezTo>
                  <a:cubicBezTo>
                    <a:pt x="639" y="1015"/>
                    <a:pt x="684" y="1019"/>
                    <a:pt x="728" y="1019"/>
                  </a:cubicBezTo>
                  <a:cubicBezTo>
                    <a:pt x="1033" y="1019"/>
                    <a:pt x="1324" y="859"/>
                    <a:pt x="1513" y="576"/>
                  </a:cubicBezTo>
                  <a:cubicBezTo>
                    <a:pt x="1621" y="306"/>
                    <a:pt x="1432" y="36"/>
                    <a:pt x="1027" y="9"/>
                  </a:cubicBezTo>
                  <a:cubicBezTo>
                    <a:pt x="987" y="3"/>
                    <a:pt x="946" y="0"/>
                    <a:pt x="906" y="0"/>
                  </a:cubicBezTo>
                  <a:close/>
                </a:path>
              </a:pathLst>
            </a:custGeom>
            <a:solidFill>
              <a:srgbClr val="725D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8" name="Google Shape;3448;p69"/>
            <p:cNvSpPr/>
            <p:nvPr/>
          </p:nvSpPr>
          <p:spPr>
            <a:xfrm>
              <a:off x="-1074225" y="4544038"/>
              <a:ext cx="714950" cy="347000"/>
            </a:xfrm>
            <a:custGeom>
              <a:avLst/>
              <a:gdLst/>
              <a:ahLst/>
              <a:cxnLst/>
              <a:rect l="l" t="t" r="r" b="b"/>
              <a:pathLst>
                <a:path w="28598" h="13880" extrusionOk="0">
                  <a:moveTo>
                    <a:pt x="21604" y="0"/>
                  </a:moveTo>
                  <a:lnTo>
                    <a:pt x="9560" y="2781"/>
                  </a:lnTo>
                  <a:lnTo>
                    <a:pt x="8426" y="2916"/>
                  </a:lnTo>
                  <a:lnTo>
                    <a:pt x="136" y="2916"/>
                  </a:lnTo>
                  <a:lnTo>
                    <a:pt x="1" y="3321"/>
                  </a:lnTo>
                  <a:lnTo>
                    <a:pt x="8237" y="12746"/>
                  </a:lnTo>
                  <a:lnTo>
                    <a:pt x="16446" y="13880"/>
                  </a:lnTo>
                  <a:lnTo>
                    <a:pt x="20226" y="13880"/>
                  </a:lnTo>
                  <a:lnTo>
                    <a:pt x="28597" y="11558"/>
                  </a:lnTo>
                  <a:lnTo>
                    <a:pt x="2160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9" name="Google Shape;3449;p69"/>
            <p:cNvSpPr/>
            <p:nvPr/>
          </p:nvSpPr>
          <p:spPr>
            <a:xfrm>
              <a:off x="-836575" y="4548088"/>
              <a:ext cx="382800" cy="253850"/>
            </a:xfrm>
            <a:custGeom>
              <a:avLst/>
              <a:gdLst/>
              <a:ahLst/>
              <a:cxnLst/>
              <a:rect l="l" t="t" r="r" b="b"/>
              <a:pathLst>
                <a:path w="15312" h="10154" extrusionOk="0">
                  <a:moveTo>
                    <a:pt x="12126" y="0"/>
                  </a:moveTo>
                  <a:lnTo>
                    <a:pt x="82" y="2781"/>
                  </a:lnTo>
                  <a:lnTo>
                    <a:pt x="1" y="2781"/>
                  </a:lnTo>
                  <a:cubicBezTo>
                    <a:pt x="838" y="4699"/>
                    <a:pt x="2107" y="6373"/>
                    <a:pt x="3727" y="7642"/>
                  </a:cubicBezTo>
                  <a:cubicBezTo>
                    <a:pt x="5795" y="9315"/>
                    <a:pt x="8089" y="10154"/>
                    <a:pt x="10091" y="10154"/>
                  </a:cubicBezTo>
                  <a:cubicBezTo>
                    <a:pt x="11934" y="10154"/>
                    <a:pt x="13530" y="9444"/>
                    <a:pt x="14475" y="8020"/>
                  </a:cubicBezTo>
                  <a:cubicBezTo>
                    <a:pt x="14988" y="7183"/>
                    <a:pt x="15285" y="6238"/>
                    <a:pt x="15312" y="5266"/>
                  </a:cubicBezTo>
                  <a:lnTo>
                    <a:pt x="121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0" name="Google Shape;3450;p69"/>
            <p:cNvSpPr/>
            <p:nvPr/>
          </p:nvSpPr>
          <p:spPr>
            <a:xfrm>
              <a:off x="-815650" y="4565638"/>
              <a:ext cx="407775" cy="318650"/>
            </a:xfrm>
            <a:custGeom>
              <a:avLst/>
              <a:gdLst/>
              <a:ahLst/>
              <a:cxnLst/>
              <a:rect l="l" t="t" r="r" b="b"/>
              <a:pathLst>
                <a:path w="16311" h="12746" extrusionOk="0">
                  <a:moveTo>
                    <a:pt x="10774" y="270"/>
                  </a:moveTo>
                  <a:lnTo>
                    <a:pt x="15959" y="9802"/>
                  </a:lnTo>
                  <a:lnTo>
                    <a:pt x="7507" y="12476"/>
                  </a:lnTo>
                  <a:lnTo>
                    <a:pt x="405" y="2782"/>
                  </a:lnTo>
                  <a:lnTo>
                    <a:pt x="10774" y="270"/>
                  </a:lnTo>
                  <a:close/>
                  <a:moveTo>
                    <a:pt x="10855" y="0"/>
                  </a:moveTo>
                  <a:lnTo>
                    <a:pt x="162" y="2620"/>
                  </a:lnTo>
                  <a:lnTo>
                    <a:pt x="0" y="2647"/>
                  </a:lnTo>
                  <a:lnTo>
                    <a:pt x="7345" y="12665"/>
                  </a:lnTo>
                  <a:lnTo>
                    <a:pt x="7399" y="12746"/>
                  </a:lnTo>
                  <a:lnTo>
                    <a:pt x="16310" y="9964"/>
                  </a:lnTo>
                  <a:lnTo>
                    <a:pt x="10855" y="0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1" name="Google Shape;3451;p69"/>
            <p:cNvSpPr/>
            <p:nvPr/>
          </p:nvSpPr>
          <p:spPr>
            <a:xfrm>
              <a:off x="-1074225" y="4627063"/>
              <a:ext cx="411150" cy="263975"/>
            </a:xfrm>
            <a:custGeom>
              <a:avLst/>
              <a:gdLst/>
              <a:ahLst/>
              <a:cxnLst/>
              <a:rect l="l" t="t" r="r" b="b"/>
              <a:pathLst>
                <a:path w="16446" h="10559" extrusionOk="0">
                  <a:moveTo>
                    <a:pt x="1" y="0"/>
                  </a:moveTo>
                  <a:lnTo>
                    <a:pt x="8237" y="9425"/>
                  </a:lnTo>
                  <a:lnTo>
                    <a:pt x="16446" y="10559"/>
                  </a:lnTo>
                  <a:lnTo>
                    <a:pt x="16446" y="10559"/>
                  </a:lnTo>
                  <a:lnTo>
                    <a:pt x="8426" y="13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2" name="Google Shape;3452;p69"/>
            <p:cNvSpPr/>
            <p:nvPr/>
          </p:nvSpPr>
          <p:spPr>
            <a:xfrm>
              <a:off x="-1049250" y="4639888"/>
              <a:ext cx="346350" cy="230900"/>
            </a:xfrm>
            <a:custGeom>
              <a:avLst/>
              <a:gdLst/>
              <a:ahLst/>
              <a:cxnLst/>
              <a:rect l="l" t="t" r="r" b="b"/>
              <a:pathLst>
                <a:path w="13854" h="9236" extrusionOk="0">
                  <a:moveTo>
                    <a:pt x="568" y="271"/>
                  </a:moveTo>
                  <a:lnTo>
                    <a:pt x="7049" y="649"/>
                  </a:lnTo>
                  <a:lnTo>
                    <a:pt x="13341" y="9020"/>
                  </a:lnTo>
                  <a:lnTo>
                    <a:pt x="13341" y="9020"/>
                  </a:lnTo>
                  <a:lnTo>
                    <a:pt x="7535" y="8237"/>
                  </a:lnTo>
                  <a:lnTo>
                    <a:pt x="568" y="271"/>
                  </a:lnTo>
                  <a:close/>
                  <a:moveTo>
                    <a:pt x="1" y="1"/>
                  </a:moveTo>
                  <a:lnTo>
                    <a:pt x="7292" y="8372"/>
                  </a:lnTo>
                  <a:lnTo>
                    <a:pt x="13854" y="9236"/>
                  </a:lnTo>
                  <a:lnTo>
                    <a:pt x="13854" y="9236"/>
                  </a:lnTo>
                  <a:lnTo>
                    <a:pt x="13827" y="9182"/>
                  </a:lnTo>
                  <a:lnTo>
                    <a:pt x="7211" y="406"/>
                  </a:lnTo>
                  <a:lnTo>
                    <a:pt x="7076" y="40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53" name="Google Shape;3453;p69"/>
          <p:cNvGrpSpPr/>
          <p:nvPr/>
        </p:nvGrpSpPr>
        <p:grpSpPr>
          <a:xfrm>
            <a:off x="7715851" y="445296"/>
            <a:ext cx="714936" cy="971200"/>
            <a:chOff x="638276" y="3526008"/>
            <a:chExt cx="714936" cy="971200"/>
          </a:xfrm>
        </p:grpSpPr>
        <p:sp>
          <p:nvSpPr>
            <p:cNvPr id="3454" name="Google Shape;3454;p69"/>
            <p:cNvSpPr/>
            <p:nvPr/>
          </p:nvSpPr>
          <p:spPr>
            <a:xfrm>
              <a:off x="801537" y="3817400"/>
              <a:ext cx="388460" cy="388464"/>
            </a:xfrm>
            <a:custGeom>
              <a:avLst/>
              <a:gdLst/>
              <a:ahLst/>
              <a:cxnLst/>
              <a:rect l="l" t="t" r="r" b="b"/>
              <a:pathLst>
                <a:path w="91295" h="91296" extrusionOk="0">
                  <a:moveTo>
                    <a:pt x="75084" y="16212"/>
                  </a:moveTo>
                  <a:cubicBezTo>
                    <a:pt x="91295" y="32466"/>
                    <a:pt x="91295" y="58788"/>
                    <a:pt x="75084" y="75041"/>
                  </a:cubicBezTo>
                  <a:cubicBezTo>
                    <a:pt x="58830" y="91295"/>
                    <a:pt x="32466" y="91295"/>
                    <a:pt x="16255" y="75041"/>
                  </a:cubicBezTo>
                  <a:cubicBezTo>
                    <a:pt x="1" y="58788"/>
                    <a:pt x="1" y="32466"/>
                    <a:pt x="16255" y="16212"/>
                  </a:cubicBezTo>
                  <a:cubicBezTo>
                    <a:pt x="32466" y="1"/>
                    <a:pt x="58830" y="1"/>
                    <a:pt x="75084" y="16212"/>
                  </a:cubicBezTo>
                  <a:close/>
                </a:path>
              </a:pathLst>
            </a:custGeom>
            <a:gradFill>
              <a:gsLst>
                <a:gs pos="0">
                  <a:srgbClr val="F9EBAB">
                    <a:alpha val="21960"/>
                    <a:alpha val="21910"/>
                  </a:srgbClr>
                </a:gs>
                <a:gs pos="41000">
                  <a:srgbClr val="F9EBAB">
                    <a:alpha val="53333"/>
                    <a:alpha val="21910"/>
                  </a:srgbClr>
                </a:gs>
                <a:gs pos="100000">
                  <a:srgbClr val="F9EBAB">
                    <a:alpha val="77254"/>
                    <a:alpha val="2191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55" name="Google Shape;3455;p69"/>
            <p:cNvGrpSpPr/>
            <p:nvPr/>
          </p:nvGrpSpPr>
          <p:grpSpPr>
            <a:xfrm>
              <a:off x="638276" y="3526008"/>
              <a:ext cx="714936" cy="971200"/>
              <a:chOff x="9141124" y="2771118"/>
              <a:chExt cx="319239" cy="433649"/>
            </a:xfrm>
          </p:grpSpPr>
          <p:sp>
            <p:nvSpPr>
              <p:cNvPr id="3456" name="Google Shape;3456;p69"/>
              <p:cNvSpPr/>
              <p:nvPr/>
            </p:nvSpPr>
            <p:spPr>
              <a:xfrm>
                <a:off x="9271960" y="3034862"/>
                <a:ext cx="17824" cy="25355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1579" extrusionOk="0">
                    <a:moveTo>
                      <a:pt x="641" y="0"/>
                    </a:moveTo>
                    <a:cubicBezTo>
                      <a:pt x="385" y="0"/>
                      <a:pt x="129" y="384"/>
                      <a:pt x="43" y="811"/>
                    </a:cubicBezTo>
                    <a:cubicBezTo>
                      <a:pt x="1" y="1237"/>
                      <a:pt x="214" y="1579"/>
                      <a:pt x="470" y="1579"/>
                    </a:cubicBezTo>
                    <a:cubicBezTo>
                      <a:pt x="769" y="1579"/>
                      <a:pt x="1025" y="1237"/>
                      <a:pt x="1067" y="811"/>
                    </a:cubicBezTo>
                    <a:cubicBezTo>
                      <a:pt x="1110" y="384"/>
                      <a:pt x="939" y="0"/>
                      <a:pt x="641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7" name="Google Shape;3457;p69"/>
              <p:cNvSpPr/>
              <p:nvPr/>
            </p:nvSpPr>
            <p:spPr>
              <a:xfrm>
                <a:off x="9267175" y="2928674"/>
                <a:ext cx="54965" cy="93728"/>
              </a:xfrm>
              <a:custGeom>
                <a:avLst/>
                <a:gdLst/>
                <a:ahLst/>
                <a:cxnLst/>
                <a:rect l="l" t="t" r="r" b="b"/>
                <a:pathLst>
                  <a:path w="3423" h="5837" extrusionOk="0">
                    <a:moveTo>
                      <a:pt x="1195" y="1"/>
                    </a:moveTo>
                    <a:cubicBezTo>
                      <a:pt x="1195" y="1"/>
                      <a:pt x="1962" y="1707"/>
                      <a:pt x="1109" y="2518"/>
                    </a:cubicBezTo>
                    <a:cubicBezTo>
                      <a:pt x="85" y="3499"/>
                      <a:pt x="0" y="5419"/>
                      <a:pt x="1579" y="5803"/>
                    </a:cubicBezTo>
                    <a:cubicBezTo>
                      <a:pt x="1673" y="5826"/>
                      <a:pt x="1762" y="5837"/>
                      <a:pt x="1847" y="5837"/>
                    </a:cubicBezTo>
                    <a:cubicBezTo>
                      <a:pt x="3190" y="5837"/>
                      <a:pt x="3423" y="3127"/>
                      <a:pt x="2901" y="1963"/>
                    </a:cubicBezTo>
                    <a:cubicBezTo>
                      <a:pt x="2517" y="1195"/>
                      <a:pt x="1920" y="513"/>
                      <a:pt x="1195" y="1"/>
                    </a:cubicBezTo>
                    <a:close/>
                  </a:path>
                </a:pathLst>
              </a:custGeom>
              <a:solidFill>
                <a:srgbClr val="F2D3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8" name="Google Shape;3458;p69"/>
              <p:cNvSpPr/>
              <p:nvPr/>
            </p:nvSpPr>
            <p:spPr>
              <a:xfrm>
                <a:off x="9274706" y="3031330"/>
                <a:ext cx="53439" cy="115213"/>
              </a:xfrm>
              <a:custGeom>
                <a:avLst/>
                <a:gdLst/>
                <a:ahLst/>
                <a:cxnLst/>
                <a:rect l="l" t="t" r="r" b="b"/>
                <a:pathLst>
                  <a:path w="3328" h="7175" extrusionOk="0">
                    <a:moveTo>
                      <a:pt x="2456" y="0"/>
                    </a:moveTo>
                    <a:cubicBezTo>
                      <a:pt x="2434" y="0"/>
                      <a:pt x="2411" y="3"/>
                      <a:pt x="2389" y="7"/>
                    </a:cubicBezTo>
                    <a:lnTo>
                      <a:pt x="726" y="135"/>
                    </a:lnTo>
                    <a:cubicBezTo>
                      <a:pt x="512" y="135"/>
                      <a:pt x="342" y="306"/>
                      <a:pt x="342" y="519"/>
                    </a:cubicBezTo>
                    <a:cubicBezTo>
                      <a:pt x="171" y="3207"/>
                      <a:pt x="0" y="5937"/>
                      <a:pt x="214" y="7174"/>
                    </a:cubicBezTo>
                    <a:lnTo>
                      <a:pt x="3115" y="7174"/>
                    </a:lnTo>
                    <a:cubicBezTo>
                      <a:pt x="3328" y="5852"/>
                      <a:pt x="2944" y="3036"/>
                      <a:pt x="2859" y="391"/>
                    </a:cubicBezTo>
                    <a:cubicBezTo>
                      <a:pt x="2859" y="161"/>
                      <a:pt x="2653" y="0"/>
                      <a:pt x="2456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9" name="Google Shape;3459;p69"/>
              <p:cNvSpPr/>
              <p:nvPr/>
            </p:nvSpPr>
            <p:spPr>
              <a:xfrm>
                <a:off x="9209625" y="3132139"/>
                <a:ext cx="185657" cy="54804"/>
              </a:xfrm>
              <a:custGeom>
                <a:avLst/>
                <a:gdLst/>
                <a:ahLst/>
                <a:cxnLst/>
                <a:rect l="l" t="t" r="r" b="b"/>
                <a:pathLst>
                  <a:path w="11562" h="3413" extrusionOk="0">
                    <a:moveTo>
                      <a:pt x="5760" y="0"/>
                    </a:moveTo>
                    <a:cubicBezTo>
                      <a:pt x="3669" y="0"/>
                      <a:pt x="1" y="1067"/>
                      <a:pt x="1" y="1920"/>
                    </a:cubicBezTo>
                    <a:cubicBezTo>
                      <a:pt x="1" y="2730"/>
                      <a:pt x="2560" y="3413"/>
                      <a:pt x="5760" y="3413"/>
                    </a:cubicBezTo>
                    <a:cubicBezTo>
                      <a:pt x="8959" y="3413"/>
                      <a:pt x="11562" y="2730"/>
                      <a:pt x="11562" y="1920"/>
                    </a:cubicBezTo>
                    <a:cubicBezTo>
                      <a:pt x="11562" y="1067"/>
                      <a:pt x="7893" y="0"/>
                      <a:pt x="5760" y="0"/>
                    </a:cubicBezTo>
                    <a:close/>
                  </a:path>
                </a:pathLst>
              </a:custGeom>
              <a:solidFill>
                <a:srgbClr val="D8934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0" name="Google Shape;3460;p69"/>
              <p:cNvSpPr/>
              <p:nvPr/>
            </p:nvSpPr>
            <p:spPr>
              <a:xfrm>
                <a:off x="9193872" y="2882091"/>
                <a:ext cx="15078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39" h="18047" extrusionOk="0">
                    <a:moveTo>
                      <a:pt x="0" y="1"/>
                    </a:moveTo>
                    <a:lnTo>
                      <a:pt x="0" y="18046"/>
                    </a:lnTo>
                    <a:lnTo>
                      <a:pt x="939" y="18046"/>
                    </a:lnTo>
                    <a:lnTo>
                      <a:pt x="939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1" name="Google Shape;3461;p69"/>
              <p:cNvSpPr/>
              <p:nvPr/>
            </p:nvSpPr>
            <p:spPr>
              <a:xfrm>
                <a:off x="9392520" y="2882091"/>
                <a:ext cx="15094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18047" extrusionOk="0">
                    <a:moveTo>
                      <a:pt x="1" y="1"/>
                    </a:moveTo>
                    <a:lnTo>
                      <a:pt x="1" y="18046"/>
                    </a:lnTo>
                    <a:lnTo>
                      <a:pt x="940" y="18046"/>
                    </a:lnTo>
                    <a:lnTo>
                      <a:pt x="940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2" name="Google Shape;3462;p69"/>
              <p:cNvSpPr/>
              <p:nvPr/>
            </p:nvSpPr>
            <p:spPr>
              <a:xfrm>
                <a:off x="9338406" y="2882091"/>
                <a:ext cx="15094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18047" extrusionOk="0">
                    <a:moveTo>
                      <a:pt x="1" y="1"/>
                    </a:moveTo>
                    <a:lnTo>
                      <a:pt x="1" y="18046"/>
                    </a:lnTo>
                    <a:lnTo>
                      <a:pt x="939" y="18046"/>
                    </a:lnTo>
                    <a:lnTo>
                      <a:pt x="939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3" name="Google Shape;3463;p69"/>
              <p:cNvSpPr/>
              <p:nvPr/>
            </p:nvSpPr>
            <p:spPr>
              <a:xfrm>
                <a:off x="9182231" y="2880726"/>
                <a:ext cx="237025" cy="17824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110" extrusionOk="0">
                    <a:moveTo>
                      <a:pt x="0" y="1"/>
                    </a:moveTo>
                    <a:lnTo>
                      <a:pt x="0" y="299"/>
                    </a:lnTo>
                    <a:cubicBezTo>
                      <a:pt x="0" y="768"/>
                      <a:pt x="384" y="1110"/>
                      <a:pt x="811" y="1110"/>
                    </a:cubicBezTo>
                    <a:lnTo>
                      <a:pt x="13993" y="1110"/>
                    </a:lnTo>
                    <a:cubicBezTo>
                      <a:pt x="14419" y="1110"/>
                      <a:pt x="14761" y="768"/>
                      <a:pt x="14761" y="299"/>
                    </a:cubicBezTo>
                    <a:lnTo>
                      <a:pt x="14761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4" name="Google Shape;3464;p69"/>
              <p:cNvSpPr/>
              <p:nvPr/>
            </p:nvSpPr>
            <p:spPr>
              <a:xfrm>
                <a:off x="9182231" y="3152676"/>
                <a:ext cx="237025" cy="30172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879" extrusionOk="0">
                    <a:moveTo>
                      <a:pt x="1024" y="1"/>
                    </a:moveTo>
                    <a:cubicBezTo>
                      <a:pt x="469" y="1"/>
                      <a:pt x="0" y="470"/>
                      <a:pt x="0" y="1025"/>
                    </a:cubicBezTo>
                    <a:lnTo>
                      <a:pt x="0" y="1878"/>
                    </a:lnTo>
                    <a:lnTo>
                      <a:pt x="14761" y="1878"/>
                    </a:lnTo>
                    <a:lnTo>
                      <a:pt x="14761" y="1025"/>
                    </a:lnTo>
                    <a:cubicBezTo>
                      <a:pt x="14761" y="470"/>
                      <a:pt x="14334" y="1"/>
                      <a:pt x="13737" y="1"/>
                    </a:cubicBez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5" name="Google Shape;3465;p69"/>
              <p:cNvSpPr/>
              <p:nvPr/>
            </p:nvSpPr>
            <p:spPr>
              <a:xfrm>
                <a:off x="9180175" y="2803313"/>
                <a:ext cx="254158" cy="68533"/>
              </a:xfrm>
              <a:custGeom>
                <a:avLst/>
                <a:gdLst/>
                <a:ahLst/>
                <a:cxnLst/>
                <a:rect l="l" t="t" r="r" b="b"/>
                <a:pathLst>
                  <a:path w="15828" h="4268" extrusionOk="0">
                    <a:moveTo>
                      <a:pt x="7892" y="1"/>
                    </a:moveTo>
                    <a:cubicBezTo>
                      <a:pt x="3882" y="1"/>
                      <a:pt x="555" y="1835"/>
                      <a:pt x="0" y="4267"/>
                    </a:cubicBezTo>
                    <a:lnTo>
                      <a:pt x="15827" y="4267"/>
                    </a:lnTo>
                    <a:cubicBezTo>
                      <a:pt x="15230" y="1835"/>
                      <a:pt x="11902" y="1"/>
                      <a:pt x="7892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6" name="Google Shape;3466;p69"/>
              <p:cNvSpPr/>
              <p:nvPr/>
            </p:nvSpPr>
            <p:spPr>
              <a:xfrm>
                <a:off x="9296624" y="2771118"/>
                <a:ext cx="20570" cy="35648"/>
              </a:xfrm>
              <a:custGeom>
                <a:avLst/>
                <a:gdLst/>
                <a:ahLst/>
                <a:cxnLst/>
                <a:rect l="l" t="t" r="r" b="b"/>
                <a:pathLst>
                  <a:path w="1281" h="2220" extrusionOk="0">
                    <a:moveTo>
                      <a:pt x="640" y="1"/>
                    </a:moveTo>
                    <a:cubicBezTo>
                      <a:pt x="320" y="1"/>
                      <a:pt x="0" y="257"/>
                      <a:pt x="0" y="769"/>
                    </a:cubicBezTo>
                    <a:lnTo>
                      <a:pt x="0" y="2219"/>
                    </a:lnTo>
                    <a:lnTo>
                      <a:pt x="1280" y="2219"/>
                    </a:lnTo>
                    <a:lnTo>
                      <a:pt x="1280" y="769"/>
                    </a:lnTo>
                    <a:cubicBezTo>
                      <a:pt x="1280" y="257"/>
                      <a:pt x="960" y="1"/>
                      <a:pt x="640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7" name="Google Shape;3467;p69"/>
              <p:cNvSpPr/>
              <p:nvPr/>
            </p:nvSpPr>
            <p:spPr>
              <a:xfrm>
                <a:off x="9141124" y="2856062"/>
                <a:ext cx="319239" cy="28791"/>
              </a:xfrm>
              <a:custGeom>
                <a:avLst/>
                <a:gdLst/>
                <a:ahLst/>
                <a:cxnLst/>
                <a:rect l="l" t="t" r="r" b="b"/>
                <a:pathLst>
                  <a:path w="19881" h="1793" extrusionOk="0">
                    <a:moveTo>
                      <a:pt x="1707" y="1"/>
                    </a:moveTo>
                    <a:cubicBezTo>
                      <a:pt x="1" y="1"/>
                      <a:pt x="1" y="1793"/>
                      <a:pt x="1707" y="1793"/>
                    </a:cubicBezTo>
                    <a:lnTo>
                      <a:pt x="18217" y="1793"/>
                    </a:lnTo>
                    <a:cubicBezTo>
                      <a:pt x="19880" y="1793"/>
                      <a:pt x="19880" y="1"/>
                      <a:pt x="18217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8" name="Google Shape;3468;p69"/>
              <p:cNvSpPr/>
              <p:nvPr/>
            </p:nvSpPr>
            <p:spPr>
              <a:xfrm>
                <a:off x="9152091" y="3174611"/>
                <a:ext cx="301415" cy="30156"/>
              </a:xfrm>
              <a:custGeom>
                <a:avLst/>
                <a:gdLst/>
                <a:ahLst/>
                <a:cxnLst/>
                <a:rect l="l" t="t" r="r" b="b"/>
                <a:pathLst>
                  <a:path w="18771" h="1878" extrusionOk="0">
                    <a:moveTo>
                      <a:pt x="1024" y="0"/>
                    </a:moveTo>
                    <a:cubicBezTo>
                      <a:pt x="0" y="0"/>
                      <a:pt x="0" y="1877"/>
                      <a:pt x="1024" y="1877"/>
                    </a:cubicBezTo>
                    <a:lnTo>
                      <a:pt x="17534" y="1877"/>
                    </a:lnTo>
                    <a:cubicBezTo>
                      <a:pt x="18771" y="1877"/>
                      <a:pt x="18771" y="0"/>
                      <a:pt x="17534" y="0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9" name="Google Shape;3469;p69"/>
              <p:cNvSpPr/>
              <p:nvPr/>
            </p:nvSpPr>
            <p:spPr>
              <a:xfrm>
                <a:off x="9215101" y="2803281"/>
                <a:ext cx="197989" cy="42584"/>
              </a:xfrm>
              <a:custGeom>
                <a:avLst/>
                <a:gdLst/>
                <a:ahLst/>
                <a:cxnLst/>
                <a:rect l="l" t="t" r="r" b="b"/>
                <a:pathLst>
                  <a:path w="12330" h="2652" extrusionOk="0">
                    <a:moveTo>
                      <a:pt x="5486" y="0"/>
                    </a:moveTo>
                    <a:cubicBezTo>
                      <a:pt x="3561" y="0"/>
                      <a:pt x="1683" y="512"/>
                      <a:pt x="1" y="1496"/>
                    </a:cubicBezTo>
                    <a:cubicBezTo>
                      <a:pt x="2270" y="2266"/>
                      <a:pt x="4655" y="2651"/>
                      <a:pt x="7010" y="2651"/>
                    </a:cubicBezTo>
                    <a:cubicBezTo>
                      <a:pt x="7134" y="2651"/>
                      <a:pt x="7257" y="2650"/>
                      <a:pt x="7381" y="2648"/>
                    </a:cubicBezTo>
                    <a:cubicBezTo>
                      <a:pt x="9045" y="2648"/>
                      <a:pt x="10709" y="2477"/>
                      <a:pt x="12330" y="2179"/>
                    </a:cubicBezTo>
                    <a:cubicBezTo>
                      <a:pt x="10879" y="856"/>
                      <a:pt x="8490" y="3"/>
                      <a:pt x="5717" y="3"/>
                    </a:cubicBezTo>
                    <a:cubicBezTo>
                      <a:pt x="5640" y="1"/>
                      <a:pt x="5563" y="0"/>
                      <a:pt x="5486" y="0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0" name="Google Shape;3470;p69"/>
              <p:cNvSpPr/>
              <p:nvPr/>
            </p:nvSpPr>
            <p:spPr>
              <a:xfrm>
                <a:off x="9150710" y="2856062"/>
                <a:ext cx="300741" cy="14516"/>
              </a:xfrm>
              <a:custGeom>
                <a:avLst/>
                <a:gdLst/>
                <a:ahLst/>
                <a:cxnLst/>
                <a:rect l="l" t="t" r="r" b="b"/>
                <a:pathLst>
                  <a:path w="18729" h="904" extrusionOk="0">
                    <a:moveTo>
                      <a:pt x="1110" y="1"/>
                    </a:moveTo>
                    <a:cubicBezTo>
                      <a:pt x="683" y="1"/>
                      <a:pt x="257" y="129"/>
                      <a:pt x="1" y="470"/>
                    </a:cubicBezTo>
                    <a:cubicBezTo>
                      <a:pt x="231" y="738"/>
                      <a:pt x="598" y="903"/>
                      <a:pt x="979" y="903"/>
                    </a:cubicBezTo>
                    <a:cubicBezTo>
                      <a:pt x="1023" y="903"/>
                      <a:pt x="1066" y="901"/>
                      <a:pt x="1110" y="897"/>
                    </a:cubicBezTo>
                    <a:lnTo>
                      <a:pt x="17620" y="897"/>
                    </a:lnTo>
                    <a:cubicBezTo>
                      <a:pt x="17659" y="901"/>
                      <a:pt x="17698" y="903"/>
                      <a:pt x="17738" y="903"/>
                    </a:cubicBezTo>
                    <a:cubicBezTo>
                      <a:pt x="18089" y="903"/>
                      <a:pt x="18461" y="738"/>
                      <a:pt x="18729" y="470"/>
                    </a:cubicBezTo>
                    <a:cubicBezTo>
                      <a:pt x="18430" y="129"/>
                      <a:pt x="18004" y="1"/>
                      <a:pt x="17620" y="1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1" name="Google Shape;3471;p69"/>
              <p:cNvSpPr/>
              <p:nvPr/>
            </p:nvSpPr>
            <p:spPr>
              <a:xfrm>
                <a:off x="9158257" y="3174498"/>
                <a:ext cx="289083" cy="13826"/>
              </a:xfrm>
              <a:custGeom>
                <a:avLst/>
                <a:gdLst/>
                <a:ahLst/>
                <a:cxnLst/>
                <a:rect l="l" t="t" r="r" b="b"/>
                <a:pathLst>
                  <a:path w="18003" h="861" extrusionOk="0">
                    <a:moveTo>
                      <a:pt x="17253" y="1"/>
                    </a:moveTo>
                    <a:cubicBezTo>
                      <a:pt x="17219" y="1"/>
                      <a:pt x="17184" y="3"/>
                      <a:pt x="17150" y="7"/>
                    </a:cubicBezTo>
                    <a:lnTo>
                      <a:pt x="640" y="7"/>
                    </a:lnTo>
                    <a:cubicBezTo>
                      <a:pt x="341" y="7"/>
                      <a:pt x="85" y="178"/>
                      <a:pt x="0" y="434"/>
                    </a:cubicBezTo>
                    <a:cubicBezTo>
                      <a:pt x="85" y="690"/>
                      <a:pt x="341" y="860"/>
                      <a:pt x="640" y="860"/>
                    </a:cubicBezTo>
                    <a:lnTo>
                      <a:pt x="17150" y="860"/>
                    </a:lnTo>
                    <a:cubicBezTo>
                      <a:pt x="17491" y="860"/>
                      <a:pt x="17790" y="690"/>
                      <a:pt x="18003" y="434"/>
                    </a:cubicBezTo>
                    <a:cubicBezTo>
                      <a:pt x="17811" y="166"/>
                      <a:pt x="17551" y="1"/>
                      <a:pt x="17253" y="1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2" name="Google Shape;3472;p69"/>
              <p:cNvSpPr/>
              <p:nvPr/>
            </p:nvSpPr>
            <p:spPr>
              <a:xfrm>
                <a:off x="9187016" y="3174611"/>
                <a:ext cx="79485" cy="13713"/>
              </a:xfrm>
              <a:custGeom>
                <a:avLst/>
                <a:gdLst/>
                <a:ahLst/>
                <a:cxnLst/>
                <a:rect l="l" t="t" r="r" b="b"/>
                <a:pathLst>
                  <a:path w="4950" h="854" extrusionOk="0">
                    <a:moveTo>
                      <a:pt x="214" y="0"/>
                    </a:moveTo>
                    <a:cubicBezTo>
                      <a:pt x="129" y="0"/>
                      <a:pt x="86" y="171"/>
                      <a:pt x="43" y="427"/>
                    </a:cubicBezTo>
                    <a:cubicBezTo>
                      <a:pt x="1" y="640"/>
                      <a:pt x="129" y="853"/>
                      <a:pt x="214" y="853"/>
                    </a:cubicBezTo>
                    <a:lnTo>
                      <a:pt x="4693" y="853"/>
                    </a:lnTo>
                    <a:cubicBezTo>
                      <a:pt x="4821" y="853"/>
                      <a:pt x="4907" y="640"/>
                      <a:pt x="4949" y="427"/>
                    </a:cubicBezTo>
                    <a:cubicBezTo>
                      <a:pt x="4907" y="171"/>
                      <a:pt x="4821" y="0"/>
                      <a:pt x="4693" y="0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3" name="Google Shape;3473;p69"/>
              <p:cNvSpPr/>
              <p:nvPr/>
            </p:nvSpPr>
            <p:spPr>
              <a:xfrm>
                <a:off x="9277436" y="3031426"/>
                <a:ext cx="40433" cy="80175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4993" extrusionOk="0">
                    <a:moveTo>
                      <a:pt x="2219" y="1"/>
                    </a:moveTo>
                    <a:lnTo>
                      <a:pt x="598" y="172"/>
                    </a:lnTo>
                    <a:cubicBezTo>
                      <a:pt x="385" y="172"/>
                      <a:pt x="214" y="342"/>
                      <a:pt x="172" y="556"/>
                    </a:cubicBezTo>
                    <a:cubicBezTo>
                      <a:pt x="129" y="1665"/>
                      <a:pt x="44" y="2817"/>
                      <a:pt x="1" y="3840"/>
                    </a:cubicBezTo>
                    <a:cubicBezTo>
                      <a:pt x="257" y="4523"/>
                      <a:pt x="641" y="4992"/>
                      <a:pt x="1068" y="4992"/>
                    </a:cubicBezTo>
                    <a:cubicBezTo>
                      <a:pt x="1835" y="4992"/>
                      <a:pt x="2518" y="3371"/>
                      <a:pt x="2518" y="1323"/>
                    </a:cubicBezTo>
                    <a:cubicBezTo>
                      <a:pt x="2518" y="897"/>
                      <a:pt x="2475" y="428"/>
                      <a:pt x="2390" y="1"/>
                    </a:cubicBezTo>
                    <a:close/>
                  </a:path>
                </a:pathLst>
              </a:custGeom>
              <a:solidFill>
                <a:srgbClr val="F7D8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4" name="Google Shape;3474;p69"/>
              <p:cNvSpPr/>
              <p:nvPr/>
            </p:nvSpPr>
            <p:spPr>
              <a:xfrm>
                <a:off x="9277436" y="2974582"/>
                <a:ext cx="40433" cy="47900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2983" extrusionOk="0">
                    <a:moveTo>
                      <a:pt x="1409" y="0"/>
                    </a:moveTo>
                    <a:cubicBezTo>
                      <a:pt x="684" y="0"/>
                      <a:pt x="86" y="1024"/>
                      <a:pt x="1" y="2346"/>
                    </a:cubicBezTo>
                    <a:cubicBezTo>
                      <a:pt x="214" y="2645"/>
                      <a:pt x="556" y="2858"/>
                      <a:pt x="940" y="2944"/>
                    </a:cubicBezTo>
                    <a:cubicBezTo>
                      <a:pt x="1039" y="2970"/>
                      <a:pt x="1134" y="2982"/>
                      <a:pt x="1223" y="2982"/>
                    </a:cubicBezTo>
                    <a:cubicBezTo>
                      <a:pt x="2013" y="2982"/>
                      <a:pt x="2403" y="2020"/>
                      <a:pt x="2518" y="1024"/>
                    </a:cubicBezTo>
                    <a:cubicBezTo>
                      <a:pt x="2219" y="384"/>
                      <a:pt x="1835" y="0"/>
                      <a:pt x="1409" y="0"/>
                    </a:cubicBezTo>
                    <a:close/>
                  </a:path>
                </a:pathLst>
              </a:custGeom>
              <a:solidFill>
                <a:srgbClr val="FFAD6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5" name="Google Shape;3475;p69"/>
              <p:cNvSpPr/>
              <p:nvPr/>
            </p:nvSpPr>
            <p:spPr>
              <a:xfrm>
                <a:off x="9284983" y="2993065"/>
                <a:ext cx="24680" cy="28582"/>
              </a:xfrm>
              <a:custGeom>
                <a:avLst/>
                <a:gdLst/>
                <a:ahLst/>
                <a:cxnLst/>
                <a:rect l="l" t="t" r="r" b="b"/>
                <a:pathLst>
                  <a:path w="1537" h="1780" extrusionOk="0">
                    <a:moveTo>
                      <a:pt x="853" y="1"/>
                    </a:moveTo>
                    <a:cubicBezTo>
                      <a:pt x="427" y="1"/>
                      <a:pt x="86" y="598"/>
                      <a:pt x="0" y="1409"/>
                    </a:cubicBezTo>
                    <a:cubicBezTo>
                      <a:pt x="171" y="1579"/>
                      <a:pt x="384" y="1707"/>
                      <a:pt x="598" y="1750"/>
                    </a:cubicBezTo>
                    <a:cubicBezTo>
                      <a:pt x="667" y="1770"/>
                      <a:pt x="732" y="1779"/>
                      <a:pt x="793" y="1779"/>
                    </a:cubicBezTo>
                    <a:cubicBezTo>
                      <a:pt x="1252" y="1779"/>
                      <a:pt x="1461" y="1239"/>
                      <a:pt x="1536" y="598"/>
                    </a:cubicBezTo>
                    <a:cubicBezTo>
                      <a:pt x="1365" y="214"/>
                      <a:pt x="1152" y="1"/>
                      <a:pt x="853" y="1"/>
                    </a:cubicBezTo>
                    <a:close/>
                  </a:path>
                </a:pathLst>
              </a:custGeom>
              <a:solidFill>
                <a:srgbClr val="F2D3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6" name="Google Shape;3476;p69"/>
              <p:cNvSpPr/>
              <p:nvPr/>
            </p:nvSpPr>
            <p:spPr>
              <a:xfrm>
                <a:off x="9278817" y="3075279"/>
                <a:ext cx="26736" cy="19189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1195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86" y="683"/>
                      <a:pt x="427" y="1195"/>
                      <a:pt x="854" y="1195"/>
                    </a:cubicBezTo>
                    <a:cubicBezTo>
                      <a:pt x="1237" y="1195"/>
                      <a:pt x="1579" y="726"/>
                      <a:pt x="1664" y="128"/>
                    </a:cubicBezTo>
                    <a:lnTo>
                      <a:pt x="1664" y="128"/>
                    </a:lnTo>
                    <a:cubicBezTo>
                      <a:pt x="1493" y="384"/>
                      <a:pt x="1195" y="555"/>
                      <a:pt x="854" y="555"/>
                    </a:cubicBezTo>
                    <a:cubicBezTo>
                      <a:pt x="512" y="512"/>
                      <a:pt x="171" y="342"/>
                      <a:pt x="0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7" name="Google Shape;3477;p69"/>
              <p:cNvSpPr/>
              <p:nvPr/>
            </p:nvSpPr>
            <p:spPr>
              <a:xfrm>
                <a:off x="9293879" y="3036918"/>
                <a:ext cx="26045" cy="20586"/>
              </a:xfrm>
              <a:custGeom>
                <a:avLst/>
                <a:gdLst/>
                <a:ahLst/>
                <a:cxnLst/>
                <a:rect l="l" t="t" r="r" b="b"/>
                <a:pathLst>
                  <a:path w="1622" h="1282" extrusionOk="0">
                    <a:moveTo>
                      <a:pt x="1579" y="0"/>
                    </a:moveTo>
                    <a:lnTo>
                      <a:pt x="1579" y="0"/>
                    </a:lnTo>
                    <a:cubicBezTo>
                      <a:pt x="1451" y="299"/>
                      <a:pt x="1195" y="555"/>
                      <a:pt x="897" y="726"/>
                    </a:cubicBezTo>
                    <a:cubicBezTo>
                      <a:pt x="802" y="753"/>
                      <a:pt x="699" y="767"/>
                      <a:pt x="596" y="767"/>
                    </a:cubicBezTo>
                    <a:cubicBezTo>
                      <a:pt x="372" y="767"/>
                      <a:pt x="147" y="701"/>
                      <a:pt x="1" y="555"/>
                    </a:cubicBezTo>
                    <a:lnTo>
                      <a:pt x="1" y="555"/>
                    </a:lnTo>
                    <a:cubicBezTo>
                      <a:pt x="141" y="976"/>
                      <a:pt x="455" y="1282"/>
                      <a:pt x="776" y="1282"/>
                    </a:cubicBezTo>
                    <a:cubicBezTo>
                      <a:pt x="845" y="1282"/>
                      <a:pt x="914" y="1268"/>
                      <a:pt x="982" y="1237"/>
                    </a:cubicBezTo>
                    <a:cubicBezTo>
                      <a:pt x="1409" y="981"/>
                      <a:pt x="1622" y="512"/>
                      <a:pt x="1579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8" name="Google Shape;3478;p69"/>
              <p:cNvSpPr/>
              <p:nvPr/>
            </p:nvSpPr>
            <p:spPr>
              <a:xfrm>
                <a:off x="9208934" y="2856062"/>
                <a:ext cx="85651" cy="14404"/>
              </a:xfrm>
              <a:custGeom>
                <a:avLst/>
                <a:gdLst/>
                <a:ahLst/>
                <a:cxnLst/>
                <a:rect l="l" t="t" r="r" b="b"/>
                <a:pathLst>
                  <a:path w="5334" h="897" extrusionOk="0">
                    <a:moveTo>
                      <a:pt x="300" y="1"/>
                    </a:moveTo>
                    <a:cubicBezTo>
                      <a:pt x="129" y="1"/>
                      <a:pt x="44" y="214"/>
                      <a:pt x="1" y="470"/>
                    </a:cubicBezTo>
                    <a:cubicBezTo>
                      <a:pt x="44" y="726"/>
                      <a:pt x="129" y="897"/>
                      <a:pt x="300" y="897"/>
                    </a:cubicBezTo>
                    <a:lnTo>
                      <a:pt x="5035" y="897"/>
                    </a:lnTo>
                    <a:cubicBezTo>
                      <a:pt x="5163" y="897"/>
                      <a:pt x="5291" y="726"/>
                      <a:pt x="5334" y="470"/>
                    </a:cubicBezTo>
                    <a:cubicBezTo>
                      <a:pt x="5291" y="214"/>
                      <a:pt x="5163" y="1"/>
                      <a:pt x="5035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9" name="Google Shape;3479;p69"/>
              <p:cNvSpPr/>
              <p:nvPr/>
            </p:nvSpPr>
            <p:spPr>
              <a:xfrm>
                <a:off x="9312377" y="2856062"/>
                <a:ext cx="52765" cy="14404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897" extrusionOk="0">
                    <a:moveTo>
                      <a:pt x="214" y="1"/>
                    </a:moveTo>
                    <a:cubicBezTo>
                      <a:pt x="129" y="1"/>
                      <a:pt x="86" y="214"/>
                      <a:pt x="43" y="470"/>
                    </a:cubicBezTo>
                    <a:cubicBezTo>
                      <a:pt x="1" y="726"/>
                      <a:pt x="129" y="897"/>
                      <a:pt x="214" y="897"/>
                    </a:cubicBezTo>
                    <a:lnTo>
                      <a:pt x="3072" y="897"/>
                    </a:lnTo>
                    <a:cubicBezTo>
                      <a:pt x="3158" y="897"/>
                      <a:pt x="3243" y="726"/>
                      <a:pt x="3243" y="470"/>
                    </a:cubicBezTo>
                    <a:cubicBezTo>
                      <a:pt x="3286" y="214"/>
                      <a:pt x="3158" y="1"/>
                      <a:pt x="3072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0" name="Google Shape;3480;p69"/>
              <p:cNvSpPr/>
              <p:nvPr/>
            </p:nvSpPr>
            <p:spPr>
              <a:xfrm>
                <a:off x="9339097" y="2819499"/>
                <a:ext cx="47289" cy="17422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1085" extrusionOk="0">
                    <a:moveTo>
                      <a:pt x="845" y="1"/>
                    </a:moveTo>
                    <a:cubicBezTo>
                      <a:pt x="387" y="1"/>
                      <a:pt x="73" y="96"/>
                      <a:pt x="43" y="273"/>
                    </a:cubicBezTo>
                    <a:cubicBezTo>
                      <a:pt x="0" y="529"/>
                      <a:pt x="555" y="870"/>
                      <a:pt x="1366" y="998"/>
                    </a:cubicBezTo>
                    <a:cubicBezTo>
                      <a:pt x="1644" y="1057"/>
                      <a:pt x="1907" y="1085"/>
                      <a:pt x="2134" y="1085"/>
                    </a:cubicBezTo>
                    <a:cubicBezTo>
                      <a:pt x="2569" y="1085"/>
                      <a:pt x="2873" y="981"/>
                      <a:pt x="2901" y="785"/>
                    </a:cubicBezTo>
                    <a:cubicBezTo>
                      <a:pt x="2944" y="529"/>
                      <a:pt x="2347" y="230"/>
                      <a:pt x="1536" y="59"/>
                    </a:cubicBezTo>
                    <a:cubicBezTo>
                      <a:pt x="1285" y="20"/>
                      <a:pt x="1051" y="1"/>
                      <a:pt x="845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1" name="Google Shape;3481;p69"/>
              <p:cNvSpPr/>
              <p:nvPr/>
            </p:nvSpPr>
            <p:spPr>
              <a:xfrm>
                <a:off x="9306901" y="2808805"/>
                <a:ext cx="30846" cy="10293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641" extrusionOk="0">
                    <a:moveTo>
                      <a:pt x="939" y="0"/>
                    </a:moveTo>
                    <a:cubicBezTo>
                      <a:pt x="384" y="0"/>
                      <a:pt x="0" y="171"/>
                      <a:pt x="0" y="342"/>
                    </a:cubicBezTo>
                    <a:cubicBezTo>
                      <a:pt x="0" y="512"/>
                      <a:pt x="427" y="640"/>
                      <a:pt x="939" y="640"/>
                    </a:cubicBezTo>
                    <a:cubicBezTo>
                      <a:pt x="1494" y="640"/>
                      <a:pt x="1920" y="469"/>
                      <a:pt x="1920" y="299"/>
                    </a:cubicBezTo>
                    <a:cubicBezTo>
                      <a:pt x="1920" y="128"/>
                      <a:pt x="1451" y="0"/>
                      <a:pt x="939" y="0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BD3E6910-E62D-8176-2EDE-3E13029196CC}"/>
              </a:ext>
            </a:extLst>
          </p:cNvPr>
          <p:cNvSpPr txBox="1"/>
          <p:nvPr/>
        </p:nvSpPr>
        <p:spPr>
          <a:xfrm>
            <a:off x="501583" y="1549605"/>
            <a:ext cx="839552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Популярни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решения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Системи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като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Koha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или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големи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търговски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платформи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Предимства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Богата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функционалност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Недостатъци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Сложна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инсталация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висока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цена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или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недружелюбен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интерфейс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малки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организации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Моето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решение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Фокусира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се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върху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лекота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работа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мобилна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съвместимост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и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интуитивен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дизайн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чрез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ASP.NET Core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7">
          <a:extLst>
            <a:ext uri="{FF2B5EF4-FFF2-40B4-BE49-F238E27FC236}">
              <a16:creationId xmlns:a16="http://schemas.microsoft.com/office/drawing/2014/main" id="{4D1861A4-E0E2-5DD6-4D4F-6CE1AC061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0" name="Google Shape;3410;p69">
            <a:extLst>
              <a:ext uri="{FF2B5EF4-FFF2-40B4-BE49-F238E27FC236}">
                <a16:creationId xmlns:a16="http://schemas.microsoft.com/office/drawing/2014/main" id="{CF7DD190-6547-95AA-11F2-BF15C48BA4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328" y="515965"/>
            <a:ext cx="77040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bg-BG" dirty="0"/>
              <a:t>Избор на технологии</a:t>
            </a:r>
            <a:endParaRPr dirty="0"/>
          </a:p>
        </p:txBody>
      </p:sp>
      <p:grpSp>
        <p:nvGrpSpPr>
          <p:cNvPr id="3428" name="Google Shape;3428;p69">
            <a:extLst>
              <a:ext uri="{FF2B5EF4-FFF2-40B4-BE49-F238E27FC236}">
                <a16:creationId xmlns:a16="http://schemas.microsoft.com/office/drawing/2014/main" id="{6ADA4239-25F6-934A-157B-3E312E572026}"/>
              </a:ext>
            </a:extLst>
          </p:cNvPr>
          <p:cNvGrpSpPr/>
          <p:nvPr/>
        </p:nvGrpSpPr>
        <p:grpSpPr>
          <a:xfrm rot="1321491" flipH="1">
            <a:off x="7978064" y="4248133"/>
            <a:ext cx="714934" cy="378491"/>
            <a:chOff x="-1074225" y="4512538"/>
            <a:chExt cx="714950" cy="378500"/>
          </a:xfrm>
        </p:grpSpPr>
        <p:sp>
          <p:nvSpPr>
            <p:cNvPr id="3429" name="Google Shape;3429;p69">
              <a:extLst>
                <a:ext uri="{FF2B5EF4-FFF2-40B4-BE49-F238E27FC236}">
                  <a16:creationId xmlns:a16="http://schemas.microsoft.com/office/drawing/2014/main" id="{DF87505C-EA6B-4BA4-1CDB-B16B90FDD234}"/>
                </a:ext>
              </a:extLst>
            </p:cNvPr>
            <p:cNvSpPr/>
            <p:nvPr/>
          </p:nvSpPr>
          <p:spPr>
            <a:xfrm>
              <a:off x="-962825" y="4548088"/>
              <a:ext cx="188375" cy="120175"/>
            </a:xfrm>
            <a:custGeom>
              <a:avLst/>
              <a:gdLst/>
              <a:ahLst/>
              <a:cxnLst/>
              <a:rect l="l" t="t" r="r" b="b"/>
              <a:pathLst>
                <a:path w="7535" h="4807" extrusionOk="0">
                  <a:moveTo>
                    <a:pt x="2269" y="0"/>
                  </a:moveTo>
                  <a:lnTo>
                    <a:pt x="0" y="2619"/>
                  </a:lnTo>
                  <a:lnTo>
                    <a:pt x="7534" y="4807"/>
                  </a:lnTo>
                  <a:lnTo>
                    <a:pt x="2269" y="0"/>
                  </a:ln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0" name="Google Shape;3430;p69">
              <a:extLst>
                <a:ext uri="{FF2B5EF4-FFF2-40B4-BE49-F238E27FC236}">
                  <a16:creationId xmlns:a16="http://schemas.microsoft.com/office/drawing/2014/main" id="{3A9E5184-DC87-2639-B8EF-DC1BA12C121B}"/>
                </a:ext>
              </a:extLst>
            </p:cNvPr>
            <p:cNvSpPr/>
            <p:nvPr/>
          </p:nvSpPr>
          <p:spPr>
            <a:xfrm>
              <a:off x="-1064100" y="4512538"/>
              <a:ext cx="642725" cy="266450"/>
            </a:xfrm>
            <a:custGeom>
              <a:avLst/>
              <a:gdLst/>
              <a:ahLst/>
              <a:cxnLst/>
              <a:rect l="l" t="t" r="r" b="b"/>
              <a:pathLst>
                <a:path w="25709" h="10658" extrusionOk="0">
                  <a:moveTo>
                    <a:pt x="15471" y="1"/>
                  </a:moveTo>
                  <a:cubicBezTo>
                    <a:pt x="14774" y="1"/>
                    <a:pt x="14066" y="74"/>
                    <a:pt x="13395" y="261"/>
                  </a:cubicBezTo>
                  <a:cubicBezTo>
                    <a:pt x="10532" y="1044"/>
                    <a:pt x="8696" y="3582"/>
                    <a:pt x="8696" y="3582"/>
                  </a:cubicBezTo>
                  <a:lnTo>
                    <a:pt x="8075" y="3636"/>
                  </a:lnTo>
                  <a:cubicBezTo>
                    <a:pt x="8075" y="3636"/>
                    <a:pt x="6914" y="1152"/>
                    <a:pt x="5375" y="1098"/>
                  </a:cubicBezTo>
                  <a:cubicBezTo>
                    <a:pt x="5293" y="1094"/>
                    <a:pt x="5208" y="1091"/>
                    <a:pt x="5120" y="1091"/>
                  </a:cubicBezTo>
                  <a:cubicBezTo>
                    <a:pt x="4135" y="1091"/>
                    <a:pt x="2728" y="1465"/>
                    <a:pt x="1" y="4365"/>
                  </a:cubicBezTo>
                  <a:lnTo>
                    <a:pt x="10640" y="10657"/>
                  </a:lnTo>
                  <a:lnTo>
                    <a:pt x="25708" y="9172"/>
                  </a:lnTo>
                  <a:lnTo>
                    <a:pt x="20388" y="963"/>
                  </a:lnTo>
                  <a:cubicBezTo>
                    <a:pt x="20388" y="963"/>
                    <a:pt x="18000" y="1"/>
                    <a:pt x="15471" y="1"/>
                  </a:cubicBez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1" name="Google Shape;3431;p69">
              <a:extLst>
                <a:ext uri="{FF2B5EF4-FFF2-40B4-BE49-F238E27FC236}">
                  <a16:creationId xmlns:a16="http://schemas.microsoft.com/office/drawing/2014/main" id="{28952DBC-912F-398E-1B40-912F52F216B7}"/>
                </a:ext>
              </a:extLst>
            </p:cNvPr>
            <p:cNvSpPr/>
            <p:nvPr/>
          </p:nvSpPr>
          <p:spPr>
            <a:xfrm>
              <a:off x="-1053975" y="4564288"/>
              <a:ext cx="81050" cy="60775"/>
            </a:xfrm>
            <a:custGeom>
              <a:avLst/>
              <a:gdLst/>
              <a:ahLst/>
              <a:cxnLst/>
              <a:rect l="l" t="t" r="r" b="b"/>
              <a:pathLst>
                <a:path w="3242" h="2431" extrusionOk="0">
                  <a:moveTo>
                    <a:pt x="3241" y="0"/>
                  </a:moveTo>
                  <a:lnTo>
                    <a:pt x="3241" y="0"/>
                  </a:lnTo>
                  <a:cubicBezTo>
                    <a:pt x="3241" y="0"/>
                    <a:pt x="1000" y="1026"/>
                    <a:pt x="1" y="2295"/>
                  </a:cubicBezTo>
                  <a:lnTo>
                    <a:pt x="649" y="2430"/>
                  </a:lnTo>
                  <a:cubicBezTo>
                    <a:pt x="973" y="1377"/>
                    <a:pt x="3241" y="0"/>
                    <a:pt x="3241" y="0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2" name="Google Shape;3432;p69">
              <a:extLst>
                <a:ext uri="{FF2B5EF4-FFF2-40B4-BE49-F238E27FC236}">
                  <a16:creationId xmlns:a16="http://schemas.microsoft.com/office/drawing/2014/main" id="{3AC8C75F-1611-BD63-F45E-B3B12070BEB0}"/>
                </a:ext>
              </a:extLst>
            </p:cNvPr>
            <p:cNvSpPr/>
            <p:nvPr/>
          </p:nvSpPr>
          <p:spPr>
            <a:xfrm>
              <a:off x="-997925" y="4570088"/>
              <a:ext cx="98575" cy="24600"/>
            </a:xfrm>
            <a:custGeom>
              <a:avLst/>
              <a:gdLst/>
              <a:ahLst/>
              <a:cxnLst/>
              <a:rect l="l" t="t" r="r" b="b"/>
              <a:pathLst>
                <a:path w="3943" h="984" extrusionOk="0">
                  <a:moveTo>
                    <a:pt x="2190" y="1"/>
                  </a:moveTo>
                  <a:cubicBezTo>
                    <a:pt x="1509" y="1"/>
                    <a:pt x="734" y="287"/>
                    <a:pt x="0" y="983"/>
                  </a:cubicBezTo>
                  <a:cubicBezTo>
                    <a:pt x="748" y="458"/>
                    <a:pt x="1433" y="227"/>
                    <a:pt x="2069" y="227"/>
                  </a:cubicBezTo>
                  <a:cubicBezTo>
                    <a:pt x="2741" y="227"/>
                    <a:pt x="3360" y="485"/>
                    <a:pt x="3943" y="929"/>
                  </a:cubicBezTo>
                  <a:cubicBezTo>
                    <a:pt x="3613" y="370"/>
                    <a:pt x="2962" y="1"/>
                    <a:pt x="2190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3" name="Google Shape;3433;p69">
              <a:extLst>
                <a:ext uri="{FF2B5EF4-FFF2-40B4-BE49-F238E27FC236}">
                  <a16:creationId xmlns:a16="http://schemas.microsoft.com/office/drawing/2014/main" id="{27E44BFE-1E7D-22E0-D119-D641CFF875BE}"/>
                </a:ext>
              </a:extLst>
            </p:cNvPr>
            <p:cNvSpPr/>
            <p:nvPr/>
          </p:nvSpPr>
          <p:spPr>
            <a:xfrm>
              <a:off x="-837950" y="4525788"/>
              <a:ext cx="162050" cy="93200"/>
            </a:xfrm>
            <a:custGeom>
              <a:avLst/>
              <a:gdLst/>
              <a:ahLst/>
              <a:cxnLst/>
              <a:rect l="l" t="t" r="r" b="b"/>
              <a:pathLst>
                <a:path w="6482" h="3728" extrusionOk="0">
                  <a:moveTo>
                    <a:pt x="6482" y="1"/>
                  </a:moveTo>
                  <a:lnTo>
                    <a:pt x="6482" y="1"/>
                  </a:lnTo>
                  <a:cubicBezTo>
                    <a:pt x="6481" y="1"/>
                    <a:pt x="1702" y="190"/>
                    <a:pt x="1" y="3727"/>
                  </a:cubicBezTo>
                  <a:lnTo>
                    <a:pt x="541" y="3727"/>
                  </a:lnTo>
                  <a:cubicBezTo>
                    <a:pt x="1891" y="1405"/>
                    <a:pt x="3997" y="433"/>
                    <a:pt x="6482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4" name="Google Shape;3434;p69">
              <a:extLst>
                <a:ext uri="{FF2B5EF4-FFF2-40B4-BE49-F238E27FC236}">
                  <a16:creationId xmlns:a16="http://schemas.microsoft.com/office/drawing/2014/main" id="{8ADE433A-E872-09AA-4702-86E5641282F7}"/>
                </a:ext>
              </a:extLst>
            </p:cNvPr>
            <p:cNvSpPr/>
            <p:nvPr/>
          </p:nvSpPr>
          <p:spPr>
            <a:xfrm>
              <a:off x="-742750" y="4536413"/>
              <a:ext cx="151925" cy="23850"/>
            </a:xfrm>
            <a:custGeom>
              <a:avLst/>
              <a:gdLst/>
              <a:ahLst/>
              <a:cxnLst/>
              <a:rect l="l" t="t" r="r" b="b"/>
              <a:pathLst>
                <a:path w="6077" h="954" extrusionOk="0">
                  <a:moveTo>
                    <a:pt x="3227" y="1"/>
                  </a:moveTo>
                  <a:cubicBezTo>
                    <a:pt x="2104" y="1"/>
                    <a:pt x="979" y="320"/>
                    <a:pt x="0" y="953"/>
                  </a:cubicBezTo>
                  <a:cubicBezTo>
                    <a:pt x="987" y="460"/>
                    <a:pt x="2035" y="224"/>
                    <a:pt x="3133" y="224"/>
                  </a:cubicBezTo>
                  <a:cubicBezTo>
                    <a:pt x="4080" y="224"/>
                    <a:pt x="5064" y="400"/>
                    <a:pt x="6076" y="737"/>
                  </a:cubicBezTo>
                  <a:cubicBezTo>
                    <a:pt x="5194" y="245"/>
                    <a:pt x="4211" y="1"/>
                    <a:pt x="3227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5" name="Google Shape;3435;p69">
              <a:extLst>
                <a:ext uri="{FF2B5EF4-FFF2-40B4-BE49-F238E27FC236}">
                  <a16:creationId xmlns:a16="http://schemas.microsoft.com/office/drawing/2014/main" id="{D0C4C241-5601-53DE-1677-328B2478ACF5}"/>
                </a:ext>
              </a:extLst>
            </p:cNvPr>
            <p:cNvSpPr/>
            <p:nvPr/>
          </p:nvSpPr>
          <p:spPr>
            <a:xfrm>
              <a:off x="-877100" y="4605913"/>
              <a:ext cx="40525" cy="25475"/>
            </a:xfrm>
            <a:custGeom>
              <a:avLst/>
              <a:gdLst/>
              <a:ahLst/>
              <a:cxnLst/>
              <a:rect l="l" t="t" r="r" b="b"/>
              <a:pathLst>
                <a:path w="1621" h="1019" extrusionOk="0">
                  <a:moveTo>
                    <a:pt x="906" y="0"/>
                  </a:moveTo>
                  <a:cubicBezTo>
                    <a:pt x="597" y="0"/>
                    <a:pt x="303" y="178"/>
                    <a:pt x="136" y="441"/>
                  </a:cubicBezTo>
                  <a:cubicBezTo>
                    <a:pt x="1" y="738"/>
                    <a:pt x="217" y="981"/>
                    <a:pt x="595" y="1009"/>
                  </a:cubicBezTo>
                  <a:cubicBezTo>
                    <a:pt x="639" y="1015"/>
                    <a:pt x="684" y="1019"/>
                    <a:pt x="728" y="1019"/>
                  </a:cubicBezTo>
                  <a:cubicBezTo>
                    <a:pt x="1033" y="1019"/>
                    <a:pt x="1324" y="859"/>
                    <a:pt x="1513" y="576"/>
                  </a:cubicBezTo>
                  <a:cubicBezTo>
                    <a:pt x="1621" y="306"/>
                    <a:pt x="1432" y="36"/>
                    <a:pt x="1027" y="9"/>
                  </a:cubicBezTo>
                  <a:cubicBezTo>
                    <a:pt x="987" y="3"/>
                    <a:pt x="946" y="0"/>
                    <a:pt x="906" y="0"/>
                  </a:cubicBezTo>
                  <a:close/>
                </a:path>
              </a:pathLst>
            </a:custGeom>
            <a:solidFill>
              <a:srgbClr val="725D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6" name="Google Shape;3436;p69">
              <a:extLst>
                <a:ext uri="{FF2B5EF4-FFF2-40B4-BE49-F238E27FC236}">
                  <a16:creationId xmlns:a16="http://schemas.microsoft.com/office/drawing/2014/main" id="{486784BE-365B-717E-AC39-010FACB7CD0A}"/>
                </a:ext>
              </a:extLst>
            </p:cNvPr>
            <p:cNvSpPr/>
            <p:nvPr/>
          </p:nvSpPr>
          <p:spPr>
            <a:xfrm>
              <a:off x="-1074225" y="4544038"/>
              <a:ext cx="714950" cy="347000"/>
            </a:xfrm>
            <a:custGeom>
              <a:avLst/>
              <a:gdLst/>
              <a:ahLst/>
              <a:cxnLst/>
              <a:rect l="l" t="t" r="r" b="b"/>
              <a:pathLst>
                <a:path w="28598" h="13880" extrusionOk="0">
                  <a:moveTo>
                    <a:pt x="21604" y="0"/>
                  </a:moveTo>
                  <a:lnTo>
                    <a:pt x="9560" y="2781"/>
                  </a:lnTo>
                  <a:lnTo>
                    <a:pt x="8426" y="2916"/>
                  </a:lnTo>
                  <a:lnTo>
                    <a:pt x="136" y="2916"/>
                  </a:lnTo>
                  <a:lnTo>
                    <a:pt x="1" y="3321"/>
                  </a:lnTo>
                  <a:lnTo>
                    <a:pt x="8237" y="12746"/>
                  </a:lnTo>
                  <a:lnTo>
                    <a:pt x="16446" y="13880"/>
                  </a:lnTo>
                  <a:lnTo>
                    <a:pt x="20226" y="13880"/>
                  </a:lnTo>
                  <a:lnTo>
                    <a:pt x="28597" y="11558"/>
                  </a:lnTo>
                  <a:lnTo>
                    <a:pt x="2160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7" name="Google Shape;3437;p69">
              <a:extLst>
                <a:ext uri="{FF2B5EF4-FFF2-40B4-BE49-F238E27FC236}">
                  <a16:creationId xmlns:a16="http://schemas.microsoft.com/office/drawing/2014/main" id="{B8F9E9CA-0A6D-4ABE-9F20-88B1C5745DC5}"/>
                </a:ext>
              </a:extLst>
            </p:cNvPr>
            <p:cNvSpPr/>
            <p:nvPr/>
          </p:nvSpPr>
          <p:spPr>
            <a:xfrm>
              <a:off x="-815650" y="4565638"/>
              <a:ext cx="407775" cy="318650"/>
            </a:xfrm>
            <a:custGeom>
              <a:avLst/>
              <a:gdLst/>
              <a:ahLst/>
              <a:cxnLst/>
              <a:rect l="l" t="t" r="r" b="b"/>
              <a:pathLst>
                <a:path w="16311" h="12746" extrusionOk="0">
                  <a:moveTo>
                    <a:pt x="10774" y="270"/>
                  </a:moveTo>
                  <a:lnTo>
                    <a:pt x="15959" y="9802"/>
                  </a:lnTo>
                  <a:lnTo>
                    <a:pt x="7507" y="12476"/>
                  </a:lnTo>
                  <a:lnTo>
                    <a:pt x="405" y="2782"/>
                  </a:lnTo>
                  <a:lnTo>
                    <a:pt x="10774" y="270"/>
                  </a:lnTo>
                  <a:close/>
                  <a:moveTo>
                    <a:pt x="10855" y="0"/>
                  </a:moveTo>
                  <a:lnTo>
                    <a:pt x="162" y="2620"/>
                  </a:lnTo>
                  <a:lnTo>
                    <a:pt x="0" y="2647"/>
                  </a:lnTo>
                  <a:lnTo>
                    <a:pt x="7345" y="12665"/>
                  </a:lnTo>
                  <a:lnTo>
                    <a:pt x="7399" y="12746"/>
                  </a:lnTo>
                  <a:lnTo>
                    <a:pt x="16310" y="9964"/>
                  </a:lnTo>
                  <a:lnTo>
                    <a:pt x="10855" y="0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8" name="Google Shape;3438;p69">
              <a:extLst>
                <a:ext uri="{FF2B5EF4-FFF2-40B4-BE49-F238E27FC236}">
                  <a16:creationId xmlns:a16="http://schemas.microsoft.com/office/drawing/2014/main" id="{DB188995-377B-F8CF-AEA4-3D26F212CC06}"/>
                </a:ext>
              </a:extLst>
            </p:cNvPr>
            <p:cNvSpPr/>
            <p:nvPr/>
          </p:nvSpPr>
          <p:spPr>
            <a:xfrm>
              <a:off x="-1074225" y="4627063"/>
              <a:ext cx="411150" cy="263975"/>
            </a:xfrm>
            <a:custGeom>
              <a:avLst/>
              <a:gdLst/>
              <a:ahLst/>
              <a:cxnLst/>
              <a:rect l="l" t="t" r="r" b="b"/>
              <a:pathLst>
                <a:path w="16446" h="10559" extrusionOk="0">
                  <a:moveTo>
                    <a:pt x="1" y="0"/>
                  </a:moveTo>
                  <a:lnTo>
                    <a:pt x="8237" y="9425"/>
                  </a:lnTo>
                  <a:lnTo>
                    <a:pt x="16446" y="10559"/>
                  </a:lnTo>
                  <a:lnTo>
                    <a:pt x="16446" y="10559"/>
                  </a:lnTo>
                  <a:lnTo>
                    <a:pt x="8426" y="13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9" name="Google Shape;3439;p69">
              <a:extLst>
                <a:ext uri="{FF2B5EF4-FFF2-40B4-BE49-F238E27FC236}">
                  <a16:creationId xmlns:a16="http://schemas.microsoft.com/office/drawing/2014/main" id="{479855AB-7589-16C8-2544-3812D87FB6F2}"/>
                </a:ext>
              </a:extLst>
            </p:cNvPr>
            <p:cNvSpPr/>
            <p:nvPr/>
          </p:nvSpPr>
          <p:spPr>
            <a:xfrm>
              <a:off x="-1049250" y="4639888"/>
              <a:ext cx="346350" cy="230900"/>
            </a:xfrm>
            <a:custGeom>
              <a:avLst/>
              <a:gdLst/>
              <a:ahLst/>
              <a:cxnLst/>
              <a:rect l="l" t="t" r="r" b="b"/>
              <a:pathLst>
                <a:path w="13854" h="9236" extrusionOk="0">
                  <a:moveTo>
                    <a:pt x="568" y="271"/>
                  </a:moveTo>
                  <a:lnTo>
                    <a:pt x="7049" y="649"/>
                  </a:lnTo>
                  <a:lnTo>
                    <a:pt x="13341" y="9020"/>
                  </a:lnTo>
                  <a:lnTo>
                    <a:pt x="13341" y="9020"/>
                  </a:lnTo>
                  <a:lnTo>
                    <a:pt x="7535" y="8237"/>
                  </a:lnTo>
                  <a:lnTo>
                    <a:pt x="568" y="271"/>
                  </a:lnTo>
                  <a:close/>
                  <a:moveTo>
                    <a:pt x="1" y="1"/>
                  </a:moveTo>
                  <a:lnTo>
                    <a:pt x="7292" y="8372"/>
                  </a:lnTo>
                  <a:lnTo>
                    <a:pt x="13854" y="9236"/>
                  </a:lnTo>
                  <a:lnTo>
                    <a:pt x="13854" y="9236"/>
                  </a:lnTo>
                  <a:lnTo>
                    <a:pt x="13827" y="9182"/>
                  </a:lnTo>
                  <a:lnTo>
                    <a:pt x="7211" y="406"/>
                  </a:lnTo>
                  <a:lnTo>
                    <a:pt x="7076" y="40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40" name="Google Shape;3440;p69">
            <a:extLst>
              <a:ext uri="{FF2B5EF4-FFF2-40B4-BE49-F238E27FC236}">
                <a16:creationId xmlns:a16="http://schemas.microsoft.com/office/drawing/2014/main" id="{7D6206A5-0FB4-60E6-2916-37F2DBB90E8C}"/>
              </a:ext>
            </a:extLst>
          </p:cNvPr>
          <p:cNvGrpSpPr/>
          <p:nvPr/>
        </p:nvGrpSpPr>
        <p:grpSpPr>
          <a:xfrm>
            <a:off x="713225" y="960550"/>
            <a:ext cx="714950" cy="378500"/>
            <a:chOff x="-1074225" y="4512538"/>
            <a:chExt cx="714950" cy="378500"/>
          </a:xfrm>
        </p:grpSpPr>
        <p:sp>
          <p:nvSpPr>
            <p:cNvPr id="3441" name="Google Shape;3441;p69">
              <a:extLst>
                <a:ext uri="{FF2B5EF4-FFF2-40B4-BE49-F238E27FC236}">
                  <a16:creationId xmlns:a16="http://schemas.microsoft.com/office/drawing/2014/main" id="{0296E389-D545-810F-BF3E-BA505CEB8AE2}"/>
                </a:ext>
              </a:extLst>
            </p:cNvPr>
            <p:cNvSpPr/>
            <p:nvPr/>
          </p:nvSpPr>
          <p:spPr>
            <a:xfrm>
              <a:off x="-962825" y="4548088"/>
              <a:ext cx="188375" cy="120175"/>
            </a:xfrm>
            <a:custGeom>
              <a:avLst/>
              <a:gdLst/>
              <a:ahLst/>
              <a:cxnLst/>
              <a:rect l="l" t="t" r="r" b="b"/>
              <a:pathLst>
                <a:path w="7535" h="4807" extrusionOk="0">
                  <a:moveTo>
                    <a:pt x="2269" y="0"/>
                  </a:moveTo>
                  <a:lnTo>
                    <a:pt x="0" y="2619"/>
                  </a:lnTo>
                  <a:lnTo>
                    <a:pt x="7534" y="4807"/>
                  </a:lnTo>
                  <a:lnTo>
                    <a:pt x="2269" y="0"/>
                  </a:ln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2" name="Google Shape;3442;p69">
              <a:extLst>
                <a:ext uri="{FF2B5EF4-FFF2-40B4-BE49-F238E27FC236}">
                  <a16:creationId xmlns:a16="http://schemas.microsoft.com/office/drawing/2014/main" id="{211F5E3E-9570-A5D2-4DB3-44A641362061}"/>
                </a:ext>
              </a:extLst>
            </p:cNvPr>
            <p:cNvSpPr/>
            <p:nvPr/>
          </p:nvSpPr>
          <p:spPr>
            <a:xfrm>
              <a:off x="-1064100" y="4512538"/>
              <a:ext cx="642725" cy="266450"/>
            </a:xfrm>
            <a:custGeom>
              <a:avLst/>
              <a:gdLst/>
              <a:ahLst/>
              <a:cxnLst/>
              <a:rect l="l" t="t" r="r" b="b"/>
              <a:pathLst>
                <a:path w="25709" h="10658" extrusionOk="0">
                  <a:moveTo>
                    <a:pt x="15471" y="1"/>
                  </a:moveTo>
                  <a:cubicBezTo>
                    <a:pt x="14774" y="1"/>
                    <a:pt x="14066" y="74"/>
                    <a:pt x="13395" y="261"/>
                  </a:cubicBezTo>
                  <a:cubicBezTo>
                    <a:pt x="10532" y="1044"/>
                    <a:pt x="8696" y="3582"/>
                    <a:pt x="8696" y="3582"/>
                  </a:cubicBezTo>
                  <a:lnTo>
                    <a:pt x="8075" y="3636"/>
                  </a:lnTo>
                  <a:cubicBezTo>
                    <a:pt x="8075" y="3636"/>
                    <a:pt x="6914" y="1152"/>
                    <a:pt x="5375" y="1098"/>
                  </a:cubicBezTo>
                  <a:cubicBezTo>
                    <a:pt x="5293" y="1094"/>
                    <a:pt x="5208" y="1091"/>
                    <a:pt x="5120" y="1091"/>
                  </a:cubicBezTo>
                  <a:cubicBezTo>
                    <a:pt x="4135" y="1091"/>
                    <a:pt x="2728" y="1465"/>
                    <a:pt x="1" y="4365"/>
                  </a:cubicBezTo>
                  <a:lnTo>
                    <a:pt x="10640" y="10657"/>
                  </a:lnTo>
                  <a:lnTo>
                    <a:pt x="25708" y="9172"/>
                  </a:lnTo>
                  <a:lnTo>
                    <a:pt x="20388" y="963"/>
                  </a:lnTo>
                  <a:cubicBezTo>
                    <a:pt x="20388" y="963"/>
                    <a:pt x="18000" y="1"/>
                    <a:pt x="15471" y="1"/>
                  </a:cubicBez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3" name="Google Shape;3443;p69">
              <a:extLst>
                <a:ext uri="{FF2B5EF4-FFF2-40B4-BE49-F238E27FC236}">
                  <a16:creationId xmlns:a16="http://schemas.microsoft.com/office/drawing/2014/main" id="{B8D0140F-3B86-47A7-8E0E-93672C9985AE}"/>
                </a:ext>
              </a:extLst>
            </p:cNvPr>
            <p:cNvSpPr/>
            <p:nvPr/>
          </p:nvSpPr>
          <p:spPr>
            <a:xfrm>
              <a:off x="-1053975" y="4564288"/>
              <a:ext cx="81050" cy="60775"/>
            </a:xfrm>
            <a:custGeom>
              <a:avLst/>
              <a:gdLst/>
              <a:ahLst/>
              <a:cxnLst/>
              <a:rect l="l" t="t" r="r" b="b"/>
              <a:pathLst>
                <a:path w="3242" h="2431" extrusionOk="0">
                  <a:moveTo>
                    <a:pt x="3241" y="0"/>
                  </a:moveTo>
                  <a:lnTo>
                    <a:pt x="3241" y="0"/>
                  </a:lnTo>
                  <a:cubicBezTo>
                    <a:pt x="3241" y="0"/>
                    <a:pt x="1000" y="1026"/>
                    <a:pt x="1" y="2295"/>
                  </a:cubicBezTo>
                  <a:lnTo>
                    <a:pt x="649" y="2430"/>
                  </a:lnTo>
                  <a:cubicBezTo>
                    <a:pt x="973" y="1377"/>
                    <a:pt x="3241" y="0"/>
                    <a:pt x="3241" y="0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4" name="Google Shape;3444;p69">
              <a:extLst>
                <a:ext uri="{FF2B5EF4-FFF2-40B4-BE49-F238E27FC236}">
                  <a16:creationId xmlns:a16="http://schemas.microsoft.com/office/drawing/2014/main" id="{8642B94F-B3E9-E30B-A920-3EE0DEE89C9F}"/>
                </a:ext>
              </a:extLst>
            </p:cNvPr>
            <p:cNvSpPr/>
            <p:nvPr/>
          </p:nvSpPr>
          <p:spPr>
            <a:xfrm>
              <a:off x="-997925" y="4570088"/>
              <a:ext cx="98575" cy="24600"/>
            </a:xfrm>
            <a:custGeom>
              <a:avLst/>
              <a:gdLst/>
              <a:ahLst/>
              <a:cxnLst/>
              <a:rect l="l" t="t" r="r" b="b"/>
              <a:pathLst>
                <a:path w="3943" h="984" extrusionOk="0">
                  <a:moveTo>
                    <a:pt x="2190" y="1"/>
                  </a:moveTo>
                  <a:cubicBezTo>
                    <a:pt x="1509" y="1"/>
                    <a:pt x="734" y="287"/>
                    <a:pt x="0" y="983"/>
                  </a:cubicBezTo>
                  <a:cubicBezTo>
                    <a:pt x="748" y="458"/>
                    <a:pt x="1433" y="227"/>
                    <a:pt x="2069" y="227"/>
                  </a:cubicBezTo>
                  <a:cubicBezTo>
                    <a:pt x="2741" y="227"/>
                    <a:pt x="3360" y="485"/>
                    <a:pt x="3943" y="929"/>
                  </a:cubicBezTo>
                  <a:cubicBezTo>
                    <a:pt x="3613" y="370"/>
                    <a:pt x="2962" y="1"/>
                    <a:pt x="2190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5" name="Google Shape;3445;p69">
              <a:extLst>
                <a:ext uri="{FF2B5EF4-FFF2-40B4-BE49-F238E27FC236}">
                  <a16:creationId xmlns:a16="http://schemas.microsoft.com/office/drawing/2014/main" id="{00335EF3-7041-4131-7860-1A0C17136D07}"/>
                </a:ext>
              </a:extLst>
            </p:cNvPr>
            <p:cNvSpPr/>
            <p:nvPr/>
          </p:nvSpPr>
          <p:spPr>
            <a:xfrm>
              <a:off x="-837950" y="4525788"/>
              <a:ext cx="162050" cy="93200"/>
            </a:xfrm>
            <a:custGeom>
              <a:avLst/>
              <a:gdLst/>
              <a:ahLst/>
              <a:cxnLst/>
              <a:rect l="l" t="t" r="r" b="b"/>
              <a:pathLst>
                <a:path w="6482" h="3728" extrusionOk="0">
                  <a:moveTo>
                    <a:pt x="6482" y="1"/>
                  </a:moveTo>
                  <a:lnTo>
                    <a:pt x="6482" y="1"/>
                  </a:lnTo>
                  <a:cubicBezTo>
                    <a:pt x="6481" y="1"/>
                    <a:pt x="1702" y="190"/>
                    <a:pt x="1" y="3727"/>
                  </a:cubicBezTo>
                  <a:lnTo>
                    <a:pt x="541" y="3727"/>
                  </a:lnTo>
                  <a:cubicBezTo>
                    <a:pt x="1891" y="1405"/>
                    <a:pt x="3997" y="433"/>
                    <a:pt x="6482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6" name="Google Shape;3446;p69">
              <a:extLst>
                <a:ext uri="{FF2B5EF4-FFF2-40B4-BE49-F238E27FC236}">
                  <a16:creationId xmlns:a16="http://schemas.microsoft.com/office/drawing/2014/main" id="{16982585-07F9-625F-6C06-319BABD4F1F7}"/>
                </a:ext>
              </a:extLst>
            </p:cNvPr>
            <p:cNvSpPr/>
            <p:nvPr/>
          </p:nvSpPr>
          <p:spPr>
            <a:xfrm>
              <a:off x="-742750" y="4536413"/>
              <a:ext cx="151925" cy="23850"/>
            </a:xfrm>
            <a:custGeom>
              <a:avLst/>
              <a:gdLst/>
              <a:ahLst/>
              <a:cxnLst/>
              <a:rect l="l" t="t" r="r" b="b"/>
              <a:pathLst>
                <a:path w="6077" h="954" extrusionOk="0">
                  <a:moveTo>
                    <a:pt x="3227" y="1"/>
                  </a:moveTo>
                  <a:cubicBezTo>
                    <a:pt x="2104" y="1"/>
                    <a:pt x="979" y="320"/>
                    <a:pt x="0" y="953"/>
                  </a:cubicBezTo>
                  <a:cubicBezTo>
                    <a:pt x="987" y="460"/>
                    <a:pt x="2035" y="224"/>
                    <a:pt x="3133" y="224"/>
                  </a:cubicBezTo>
                  <a:cubicBezTo>
                    <a:pt x="4080" y="224"/>
                    <a:pt x="5064" y="400"/>
                    <a:pt x="6076" y="737"/>
                  </a:cubicBezTo>
                  <a:cubicBezTo>
                    <a:pt x="5194" y="245"/>
                    <a:pt x="4211" y="1"/>
                    <a:pt x="3227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7" name="Google Shape;3447;p69">
              <a:extLst>
                <a:ext uri="{FF2B5EF4-FFF2-40B4-BE49-F238E27FC236}">
                  <a16:creationId xmlns:a16="http://schemas.microsoft.com/office/drawing/2014/main" id="{704E675B-5775-396D-0472-EF879FC6100D}"/>
                </a:ext>
              </a:extLst>
            </p:cNvPr>
            <p:cNvSpPr/>
            <p:nvPr/>
          </p:nvSpPr>
          <p:spPr>
            <a:xfrm>
              <a:off x="-877100" y="4605913"/>
              <a:ext cx="40525" cy="25475"/>
            </a:xfrm>
            <a:custGeom>
              <a:avLst/>
              <a:gdLst/>
              <a:ahLst/>
              <a:cxnLst/>
              <a:rect l="l" t="t" r="r" b="b"/>
              <a:pathLst>
                <a:path w="1621" h="1019" extrusionOk="0">
                  <a:moveTo>
                    <a:pt x="906" y="0"/>
                  </a:moveTo>
                  <a:cubicBezTo>
                    <a:pt x="597" y="0"/>
                    <a:pt x="303" y="178"/>
                    <a:pt x="136" y="441"/>
                  </a:cubicBezTo>
                  <a:cubicBezTo>
                    <a:pt x="1" y="738"/>
                    <a:pt x="217" y="981"/>
                    <a:pt x="595" y="1009"/>
                  </a:cubicBezTo>
                  <a:cubicBezTo>
                    <a:pt x="639" y="1015"/>
                    <a:pt x="684" y="1019"/>
                    <a:pt x="728" y="1019"/>
                  </a:cubicBezTo>
                  <a:cubicBezTo>
                    <a:pt x="1033" y="1019"/>
                    <a:pt x="1324" y="859"/>
                    <a:pt x="1513" y="576"/>
                  </a:cubicBezTo>
                  <a:cubicBezTo>
                    <a:pt x="1621" y="306"/>
                    <a:pt x="1432" y="36"/>
                    <a:pt x="1027" y="9"/>
                  </a:cubicBezTo>
                  <a:cubicBezTo>
                    <a:pt x="987" y="3"/>
                    <a:pt x="946" y="0"/>
                    <a:pt x="906" y="0"/>
                  </a:cubicBezTo>
                  <a:close/>
                </a:path>
              </a:pathLst>
            </a:custGeom>
            <a:solidFill>
              <a:srgbClr val="725D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8" name="Google Shape;3448;p69">
              <a:extLst>
                <a:ext uri="{FF2B5EF4-FFF2-40B4-BE49-F238E27FC236}">
                  <a16:creationId xmlns:a16="http://schemas.microsoft.com/office/drawing/2014/main" id="{E5547A36-9F86-6D88-C9A8-08B5B4DF3E10}"/>
                </a:ext>
              </a:extLst>
            </p:cNvPr>
            <p:cNvSpPr/>
            <p:nvPr/>
          </p:nvSpPr>
          <p:spPr>
            <a:xfrm>
              <a:off x="-1074225" y="4544038"/>
              <a:ext cx="714950" cy="347000"/>
            </a:xfrm>
            <a:custGeom>
              <a:avLst/>
              <a:gdLst/>
              <a:ahLst/>
              <a:cxnLst/>
              <a:rect l="l" t="t" r="r" b="b"/>
              <a:pathLst>
                <a:path w="28598" h="13880" extrusionOk="0">
                  <a:moveTo>
                    <a:pt x="21604" y="0"/>
                  </a:moveTo>
                  <a:lnTo>
                    <a:pt x="9560" y="2781"/>
                  </a:lnTo>
                  <a:lnTo>
                    <a:pt x="8426" y="2916"/>
                  </a:lnTo>
                  <a:lnTo>
                    <a:pt x="136" y="2916"/>
                  </a:lnTo>
                  <a:lnTo>
                    <a:pt x="1" y="3321"/>
                  </a:lnTo>
                  <a:lnTo>
                    <a:pt x="8237" y="12746"/>
                  </a:lnTo>
                  <a:lnTo>
                    <a:pt x="16446" y="13880"/>
                  </a:lnTo>
                  <a:lnTo>
                    <a:pt x="20226" y="13880"/>
                  </a:lnTo>
                  <a:lnTo>
                    <a:pt x="28597" y="11558"/>
                  </a:lnTo>
                  <a:lnTo>
                    <a:pt x="2160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9" name="Google Shape;3449;p69">
              <a:extLst>
                <a:ext uri="{FF2B5EF4-FFF2-40B4-BE49-F238E27FC236}">
                  <a16:creationId xmlns:a16="http://schemas.microsoft.com/office/drawing/2014/main" id="{668DB538-9B64-49B8-1D33-1E59F5377C8B}"/>
                </a:ext>
              </a:extLst>
            </p:cNvPr>
            <p:cNvSpPr/>
            <p:nvPr/>
          </p:nvSpPr>
          <p:spPr>
            <a:xfrm>
              <a:off x="-836575" y="4548088"/>
              <a:ext cx="382800" cy="253850"/>
            </a:xfrm>
            <a:custGeom>
              <a:avLst/>
              <a:gdLst/>
              <a:ahLst/>
              <a:cxnLst/>
              <a:rect l="l" t="t" r="r" b="b"/>
              <a:pathLst>
                <a:path w="15312" h="10154" extrusionOk="0">
                  <a:moveTo>
                    <a:pt x="12126" y="0"/>
                  </a:moveTo>
                  <a:lnTo>
                    <a:pt x="82" y="2781"/>
                  </a:lnTo>
                  <a:lnTo>
                    <a:pt x="1" y="2781"/>
                  </a:lnTo>
                  <a:cubicBezTo>
                    <a:pt x="838" y="4699"/>
                    <a:pt x="2107" y="6373"/>
                    <a:pt x="3727" y="7642"/>
                  </a:cubicBezTo>
                  <a:cubicBezTo>
                    <a:pt x="5795" y="9315"/>
                    <a:pt x="8089" y="10154"/>
                    <a:pt x="10091" y="10154"/>
                  </a:cubicBezTo>
                  <a:cubicBezTo>
                    <a:pt x="11934" y="10154"/>
                    <a:pt x="13530" y="9444"/>
                    <a:pt x="14475" y="8020"/>
                  </a:cubicBezTo>
                  <a:cubicBezTo>
                    <a:pt x="14988" y="7183"/>
                    <a:pt x="15285" y="6238"/>
                    <a:pt x="15312" y="5266"/>
                  </a:cubicBezTo>
                  <a:lnTo>
                    <a:pt x="121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0" name="Google Shape;3450;p69">
              <a:extLst>
                <a:ext uri="{FF2B5EF4-FFF2-40B4-BE49-F238E27FC236}">
                  <a16:creationId xmlns:a16="http://schemas.microsoft.com/office/drawing/2014/main" id="{EF06C436-5526-6A40-519A-F061047878FF}"/>
                </a:ext>
              </a:extLst>
            </p:cNvPr>
            <p:cNvSpPr/>
            <p:nvPr/>
          </p:nvSpPr>
          <p:spPr>
            <a:xfrm>
              <a:off x="-815650" y="4565638"/>
              <a:ext cx="407775" cy="318650"/>
            </a:xfrm>
            <a:custGeom>
              <a:avLst/>
              <a:gdLst/>
              <a:ahLst/>
              <a:cxnLst/>
              <a:rect l="l" t="t" r="r" b="b"/>
              <a:pathLst>
                <a:path w="16311" h="12746" extrusionOk="0">
                  <a:moveTo>
                    <a:pt x="10774" y="270"/>
                  </a:moveTo>
                  <a:lnTo>
                    <a:pt x="15959" y="9802"/>
                  </a:lnTo>
                  <a:lnTo>
                    <a:pt x="7507" y="12476"/>
                  </a:lnTo>
                  <a:lnTo>
                    <a:pt x="405" y="2782"/>
                  </a:lnTo>
                  <a:lnTo>
                    <a:pt x="10774" y="270"/>
                  </a:lnTo>
                  <a:close/>
                  <a:moveTo>
                    <a:pt x="10855" y="0"/>
                  </a:moveTo>
                  <a:lnTo>
                    <a:pt x="162" y="2620"/>
                  </a:lnTo>
                  <a:lnTo>
                    <a:pt x="0" y="2647"/>
                  </a:lnTo>
                  <a:lnTo>
                    <a:pt x="7345" y="12665"/>
                  </a:lnTo>
                  <a:lnTo>
                    <a:pt x="7399" y="12746"/>
                  </a:lnTo>
                  <a:lnTo>
                    <a:pt x="16310" y="9964"/>
                  </a:lnTo>
                  <a:lnTo>
                    <a:pt x="10855" y="0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1" name="Google Shape;3451;p69">
              <a:extLst>
                <a:ext uri="{FF2B5EF4-FFF2-40B4-BE49-F238E27FC236}">
                  <a16:creationId xmlns:a16="http://schemas.microsoft.com/office/drawing/2014/main" id="{0B4C94E0-81DF-D849-8DAA-4A85133AAC6D}"/>
                </a:ext>
              </a:extLst>
            </p:cNvPr>
            <p:cNvSpPr/>
            <p:nvPr/>
          </p:nvSpPr>
          <p:spPr>
            <a:xfrm>
              <a:off x="-1074225" y="4627063"/>
              <a:ext cx="411150" cy="263975"/>
            </a:xfrm>
            <a:custGeom>
              <a:avLst/>
              <a:gdLst/>
              <a:ahLst/>
              <a:cxnLst/>
              <a:rect l="l" t="t" r="r" b="b"/>
              <a:pathLst>
                <a:path w="16446" h="10559" extrusionOk="0">
                  <a:moveTo>
                    <a:pt x="1" y="0"/>
                  </a:moveTo>
                  <a:lnTo>
                    <a:pt x="8237" y="9425"/>
                  </a:lnTo>
                  <a:lnTo>
                    <a:pt x="16446" y="10559"/>
                  </a:lnTo>
                  <a:lnTo>
                    <a:pt x="16446" y="10559"/>
                  </a:lnTo>
                  <a:lnTo>
                    <a:pt x="8426" y="13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2" name="Google Shape;3452;p69">
              <a:extLst>
                <a:ext uri="{FF2B5EF4-FFF2-40B4-BE49-F238E27FC236}">
                  <a16:creationId xmlns:a16="http://schemas.microsoft.com/office/drawing/2014/main" id="{3B15A601-8244-2B27-868A-BA7F77AC7EE2}"/>
                </a:ext>
              </a:extLst>
            </p:cNvPr>
            <p:cNvSpPr/>
            <p:nvPr/>
          </p:nvSpPr>
          <p:spPr>
            <a:xfrm>
              <a:off x="-1049250" y="4639888"/>
              <a:ext cx="346350" cy="230900"/>
            </a:xfrm>
            <a:custGeom>
              <a:avLst/>
              <a:gdLst/>
              <a:ahLst/>
              <a:cxnLst/>
              <a:rect l="l" t="t" r="r" b="b"/>
              <a:pathLst>
                <a:path w="13854" h="9236" extrusionOk="0">
                  <a:moveTo>
                    <a:pt x="568" y="271"/>
                  </a:moveTo>
                  <a:lnTo>
                    <a:pt x="7049" y="649"/>
                  </a:lnTo>
                  <a:lnTo>
                    <a:pt x="13341" y="9020"/>
                  </a:lnTo>
                  <a:lnTo>
                    <a:pt x="13341" y="9020"/>
                  </a:lnTo>
                  <a:lnTo>
                    <a:pt x="7535" y="8237"/>
                  </a:lnTo>
                  <a:lnTo>
                    <a:pt x="568" y="271"/>
                  </a:lnTo>
                  <a:close/>
                  <a:moveTo>
                    <a:pt x="1" y="1"/>
                  </a:moveTo>
                  <a:lnTo>
                    <a:pt x="7292" y="8372"/>
                  </a:lnTo>
                  <a:lnTo>
                    <a:pt x="13854" y="9236"/>
                  </a:lnTo>
                  <a:lnTo>
                    <a:pt x="13854" y="9236"/>
                  </a:lnTo>
                  <a:lnTo>
                    <a:pt x="13827" y="9182"/>
                  </a:lnTo>
                  <a:lnTo>
                    <a:pt x="7211" y="406"/>
                  </a:lnTo>
                  <a:lnTo>
                    <a:pt x="7076" y="40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53" name="Google Shape;3453;p69">
            <a:extLst>
              <a:ext uri="{FF2B5EF4-FFF2-40B4-BE49-F238E27FC236}">
                <a16:creationId xmlns:a16="http://schemas.microsoft.com/office/drawing/2014/main" id="{1BD3EE2F-B078-5C51-EE46-3326E8289C66}"/>
              </a:ext>
            </a:extLst>
          </p:cNvPr>
          <p:cNvGrpSpPr/>
          <p:nvPr/>
        </p:nvGrpSpPr>
        <p:grpSpPr>
          <a:xfrm>
            <a:off x="7715851" y="445296"/>
            <a:ext cx="714936" cy="971200"/>
            <a:chOff x="638276" y="3526008"/>
            <a:chExt cx="714936" cy="971200"/>
          </a:xfrm>
        </p:grpSpPr>
        <p:sp>
          <p:nvSpPr>
            <p:cNvPr id="3454" name="Google Shape;3454;p69">
              <a:extLst>
                <a:ext uri="{FF2B5EF4-FFF2-40B4-BE49-F238E27FC236}">
                  <a16:creationId xmlns:a16="http://schemas.microsoft.com/office/drawing/2014/main" id="{8976A56D-C414-AADA-1760-830296DBCFB3}"/>
                </a:ext>
              </a:extLst>
            </p:cNvPr>
            <p:cNvSpPr/>
            <p:nvPr/>
          </p:nvSpPr>
          <p:spPr>
            <a:xfrm>
              <a:off x="801537" y="3817400"/>
              <a:ext cx="388460" cy="388464"/>
            </a:xfrm>
            <a:custGeom>
              <a:avLst/>
              <a:gdLst/>
              <a:ahLst/>
              <a:cxnLst/>
              <a:rect l="l" t="t" r="r" b="b"/>
              <a:pathLst>
                <a:path w="91295" h="91296" extrusionOk="0">
                  <a:moveTo>
                    <a:pt x="75084" y="16212"/>
                  </a:moveTo>
                  <a:cubicBezTo>
                    <a:pt x="91295" y="32466"/>
                    <a:pt x="91295" y="58788"/>
                    <a:pt x="75084" y="75041"/>
                  </a:cubicBezTo>
                  <a:cubicBezTo>
                    <a:pt x="58830" y="91295"/>
                    <a:pt x="32466" y="91295"/>
                    <a:pt x="16255" y="75041"/>
                  </a:cubicBezTo>
                  <a:cubicBezTo>
                    <a:pt x="1" y="58788"/>
                    <a:pt x="1" y="32466"/>
                    <a:pt x="16255" y="16212"/>
                  </a:cubicBezTo>
                  <a:cubicBezTo>
                    <a:pt x="32466" y="1"/>
                    <a:pt x="58830" y="1"/>
                    <a:pt x="75084" y="16212"/>
                  </a:cubicBezTo>
                  <a:close/>
                </a:path>
              </a:pathLst>
            </a:custGeom>
            <a:gradFill>
              <a:gsLst>
                <a:gs pos="0">
                  <a:srgbClr val="F9EBAB">
                    <a:alpha val="21960"/>
                    <a:alpha val="21910"/>
                  </a:srgbClr>
                </a:gs>
                <a:gs pos="41000">
                  <a:srgbClr val="F9EBAB">
                    <a:alpha val="53333"/>
                    <a:alpha val="21910"/>
                  </a:srgbClr>
                </a:gs>
                <a:gs pos="100000">
                  <a:srgbClr val="F9EBAB">
                    <a:alpha val="77254"/>
                    <a:alpha val="2191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55" name="Google Shape;3455;p69">
              <a:extLst>
                <a:ext uri="{FF2B5EF4-FFF2-40B4-BE49-F238E27FC236}">
                  <a16:creationId xmlns:a16="http://schemas.microsoft.com/office/drawing/2014/main" id="{75A7AB96-3DCA-D3A5-6105-9C00A02705C8}"/>
                </a:ext>
              </a:extLst>
            </p:cNvPr>
            <p:cNvGrpSpPr/>
            <p:nvPr/>
          </p:nvGrpSpPr>
          <p:grpSpPr>
            <a:xfrm>
              <a:off x="638276" y="3526008"/>
              <a:ext cx="714936" cy="971200"/>
              <a:chOff x="9141124" y="2771118"/>
              <a:chExt cx="319239" cy="433649"/>
            </a:xfrm>
          </p:grpSpPr>
          <p:sp>
            <p:nvSpPr>
              <p:cNvPr id="3456" name="Google Shape;3456;p69">
                <a:extLst>
                  <a:ext uri="{FF2B5EF4-FFF2-40B4-BE49-F238E27FC236}">
                    <a16:creationId xmlns:a16="http://schemas.microsoft.com/office/drawing/2014/main" id="{A2B0BF5E-2E29-A19D-CA3F-1F9FCFE23C8F}"/>
                  </a:ext>
                </a:extLst>
              </p:cNvPr>
              <p:cNvSpPr/>
              <p:nvPr/>
            </p:nvSpPr>
            <p:spPr>
              <a:xfrm>
                <a:off x="9271960" y="3034862"/>
                <a:ext cx="17824" cy="25355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1579" extrusionOk="0">
                    <a:moveTo>
                      <a:pt x="641" y="0"/>
                    </a:moveTo>
                    <a:cubicBezTo>
                      <a:pt x="385" y="0"/>
                      <a:pt x="129" y="384"/>
                      <a:pt x="43" y="811"/>
                    </a:cubicBezTo>
                    <a:cubicBezTo>
                      <a:pt x="1" y="1237"/>
                      <a:pt x="214" y="1579"/>
                      <a:pt x="470" y="1579"/>
                    </a:cubicBezTo>
                    <a:cubicBezTo>
                      <a:pt x="769" y="1579"/>
                      <a:pt x="1025" y="1237"/>
                      <a:pt x="1067" y="811"/>
                    </a:cubicBezTo>
                    <a:cubicBezTo>
                      <a:pt x="1110" y="384"/>
                      <a:pt x="939" y="0"/>
                      <a:pt x="641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7" name="Google Shape;3457;p69">
                <a:extLst>
                  <a:ext uri="{FF2B5EF4-FFF2-40B4-BE49-F238E27FC236}">
                    <a16:creationId xmlns:a16="http://schemas.microsoft.com/office/drawing/2014/main" id="{FB8BA818-BEB5-2746-2B91-BEAF51F3A25C}"/>
                  </a:ext>
                </a:extLst>
              </p:cNvPr>
              <p:cNvSpPr/>
              <p:nvPr/>
            </p:nvSpPr>
            <p:spPr>
              <a:xfrm>
                <a:off x="9267175" y="2928674"/>
                <a:ext cx="54965" cy="93728"/>
              </a:xfrm>
              <a:custGeom>
                <a:avLst/>
                <a:gdLst/>
                <a:ahLst/>
                <a:cxnLst/>
                <a:rect l="l" t="t" r="r" b="b"/>
                <a:pathLst>
                  <a:path w="3423" h="5837" extrusionOk="0">
                    <a:moveTo>
                      <a:pt x="1195" y="1"/>
                    </a:moveTo>
                    <a:cubicBezTo>
                      <a:pt x="1195" y="1"/>
                      <a:pt x="1962" y="1707"/>
                      <a:pt x="1109" y="2518"/>
                    </a:cubicBezTo>
                    <a:cubicBezTo>
                      <a:pt x="85" y="3499"/>
                      <a:pt x="0" y="5419"/>
                      <a:pt x="1579" y="5803"/>
                    </a:cubicBezTo>
                    <a:cubicBezTo>
                      <a:pt x="1673" y="5826"/>
                      <a:pt x="1762" y="5837"/>
                      <a:pt x="1847" y="5837"/>
                    </a:cubicBezTo>
                    <a:cubicBezTo>
                      <a:pt x="3190" y="5837"/>
                      <a:pt x="3423" y="3127"/>
                      <a:pt x="2901" y="1963"/>
                    </a:cubicBezTo>
                    <a:cubicBezTo>
                      <a:pt x="2517" y="1195"/>
                      <a:pt x="1920" y="513"/>
                      <a:pt x="1195" y="1"/>
                    </a:cubicBezTo>
                    <a:close/>
                  </a:path>
                </a:pathLst>
              </a:custGeom>
              <a:solidFill>
                <a:srgbClr val="F2D3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8" name="Google Shape;3458;p69">
                <a:extLst>
                  <a:ext uri="{FF2B5EF4-FFF2-40B4-BE49-F238E27FC236}">
                    <a16:creationId xmlns:a16="http://schemas.microsoft.com/office/drawing/2014/main" id="{9C62196B-B07C-A02A-6D33-6DBFEF4CDC53}"/>
                  </a:ext>
                </a:extLst>
              </p:cNvPr>
              <p:cNvSpPr/>
              <p:nvPr/>
            </p:nvSpPr>
            <p:spPr>
              <a:xfrm>
                <a:off x="9274706" y="3031330"/>
                <a:ext cx="53439" cy="115213"/>
              </a:xfrm>
              <a:custGeom>
                <a:avLst/>
                <a:gdLst/>
                <a:ahLst/>
                <a:cxnLst/>
                <a:rect l="l" t="t" r="r" b="b"/>
                <a:pathLst>
                  <a:path w="3328" h="7175" extrusionOk="0">
                    <a:moveTo>
                      <a:pt x="2456" y="0"/>
                    </a:moveTo>
                    <a:cubicBezTo>
                      <a:pt x="2434" y="0"/>
                      <a:pt x="2411" y="3"/>
                      <a:pt x="2389" y="7"/>
                    </a:cubicBezTo>
                    <a:lnTo>
                      <a:pt x="726" y="135"/>
                    </a:lnTo>
                    <a:cubicBezTo>
                      <a:pt x="512" y="135"/>
                      <a:pt x="342" y="306"/>
                      <a:pt x="342" y="519"/>
                    </a:cubicBezTo>
                    <a:cubicBezTo>
                      <a:pt x="171" y="3207"/>
                      <a:pt x="0" y="5937"/>
                      <a:pt x="214" y="7174"/>
                    </a:cubicBezTo>
                    <a:lnTo>
                      <a:pt x="3115" y="7174"/>
                    </a:lnTo>
                    <a:cubicBezTo>
                      <a:pt x="3328" y="5852"/>
                      <a:pt x="2944" y="3036"/>
                      <a:pt x="2859" y="391"/>
                    </a:cubicBezTo>
                    <a:cubicBezTo>
                      <a:pt x="2859" y="161"/>
                      <a:pt x="2653" y="0"/>
                      <a:pt x="2456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9" name="Google Shape;3459;p69">
                <a:extLst>
                  <a:ext uri="{FF2B5EF4-FFF2-40B4-BE49-F238E27FC236}">
                    <a16:creationId xmlns:a16="http://schemas.microsoft.com/office/drawing/2014/main" id="{FB767F43-463B-F306-6AE2-B54322CF6E47}"/>
                  </a:ext>
                </a:extLst>
              </p:cNvPr>
              <p:cNvSpPr/>
              <p:nvPr/>
            </p:nvSpPr>
            <p:spPr>
              <a:xfrm>
                <a:off x="9209625" y="3132139"/>
                <a:ext cx="185657" cy="54804"/>
              </a:xfrm>
              <a:custGeom>
                <a:avLst/>
                <a:gdLst/>
                <a:ahLst/>
                <a:cxnLst/>
                <a:rect l="l" t="t" r="r" b="b"/>
                <a:pathLst>
                  <a:path w="11562" h="3413" extrusionOk="0">
                    <a:moveTo>
                      <a:pt x="5760" y="0"/>
                    </a:moveTo>
                    <a:cubicBezTo>
                      <a:pt x="3669" y="0"/>
                      <a:pt x="1" y="1067"/>
                      <a:pt x="1" y="1920"/>
                    </a:cubicBezTo>
                    <a:cubicBezTo>
                      <a:pt x="1" y="2730"/>
                      <a:pt x="2560" y="3413"/>
                      <a:pt x="5760" y="3413"/>
                    </a:cubicBezTo>
                    <a:cubicBezTo>
                      <a:pt x="8959" y="3413"/>
                      <a:pt x="11562" y="2730"/>
                      <a:pt x="11562" y="1920"/>
                    </a:cubicBezTo>
                    <a:cubicBezTo>
                      <a:pt x="11562" y="1067"/>
                      <a:pt x="7893" y="0"/>
                      <a:pt x="5760" y="0"/>
                    </a:cubicBezTo>
                    <a:close/>
                  </a:path>
                </a:pathLst>
              </a:custGeom>
              <a:solidFill>
                <a:srgbClr val="D8934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0" name="Google Shape;3460;p69">
                <a:extLst>
                  <a:ext uri="{FF2B5EF4-FFF2-40B4-BE49-F238E27FC236}">
                    <a16:creationId xmlns:a16="http://schemas.microsoft.com/office/drawing/2014/main" id="{585100C7-B5D0-0D40-8360-B173257E35FD}"/>
                  </a:ext>
                </a:extLst>
              </p:cNvPr>
              <p:cNvSpPr/>
              <p:nvPr/>
            </p:nvSpPr>
            <p:spPr>
              <a:xfrm>
                <a:off x="9193872" y="2882091"/>
                <a:ext cx="15078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39" h="18047" extrusionOk="0">
                    <a:moveTo>
                      <a:pt x="0" y="1"/>
                    </a:moveTo>
                    <a:lnTo>
                      <a:pt x="0" y="18046"/>
                    </a:lnTo>
                    <a:lnTo>
                      <a:pt x="939" y="18046"/>
                    </a:lnTo>
                    <a:lnTo>
                      <a:pt x="939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1" name="Google Shape;3461;p69">
                <a:extLst>
                  <a:ext uri="{FF2B5EF4-FFF2-40B4-BE49-F238E27FC236}">
                    <a16:creationId xmlns:a16="http://schemas.microsoft.com/office/drawing/2014/main" id="{FF849361-1B45-87FF-7B50-1BFC10CD4740}"/>
                  </a:ext>
                </a:extLst>
              </p:cNvPr>
              <p:cNvSpPr/>
              <p:nvPr/>
            </p:nvSpPr>
            <p:spPr>
              <a:xfrm>
                <a:off x="9392520" y="2882091"/>
                <a:ext cx="15094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18047" extrusionOk="0">
                    <a:moveTo>
                      <a:pt x="1" y="1"/>
                    </a:moveTo>
                    <a:lnTo>
                      <a:pt x="1" y="18046"/>
                    </a:lnTo>
                    <a:lnTo>
                      <a:pt x="940" y="18046"/>
                    </a:lnTo>
                    <a:lnTo>
                      <a:pt x="940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2" name="Google Shape;3462;p69">
                <a:extLst>
                  <a:ext uri="{FF2B5EF4-FFF2-40B4-BE49-F238E27FC236}">
                    <a16:creationId xmlns:a16="http://schemas.microsoft.com/office/drawing/2014/main" id="{79B028E8-1D9E-BD98-D5EC-9E9738FC2C0D}"/>
                  </a:ext>
                </a:extLst>
              </p:cNvPr>
              <p:cNvSpPr/>
              <p:nvPr/>
            </p:nvSpPr>
            <p:spPr>
              <a:xfrm>
                <a:off x="9338406" y="2882091"/>
                <a:ext cx="15094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18047" extrusionOk="0">
                    <a:moveTo>
                      <a:pt x="1" y="1"/>
                    </a:moveTo>
                    <a:lnTo>
                      <a:pt x="1" y="18046"/>
                    </a:lnTo>
                    <a:lnTo>
                      <a:pt x="939" y="18046"/>
                    </a:lnTo>
                    <a:lnTo>
                      <a:pt x="939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3" name="Google Shape;3463;p69">
                <a:extLst>
                  <a:ext uri="{FF2B5EF4-FFF2-40B4-BE49-F238E27FC236}">
                    <a16:creationId xmlns:a16="http://schemas.microsoft.com/office/drawing/2014/main" id="{F95168B6-E87E-A5B5-F199-4B3FE152AC00}"/>
                  </a:ext>
                </a:extLst>
              </p:cNvPr>
              <p:cNvSpPr/>
              <p:nvPr/>
            </p:nvSpPr>
            <p:spPr>
              <a:xfrm>
                <a:off x="9182231" y="2880726"/>
                <a:ext cx="237025" cy="17824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110" extrusionOk="0">
                    <a:moveTo>
                      <a:pt x="0" y="1"/>
                    </a:moveTo>
                    <a:lnTo>
                      <a:pt x="0" y="299"/>
                    </a:lnTo>
                    <a:cubicBezTo>
                      <a:pt x="0" y="768"/>
                      <a:pt x="384" y="1110"/>
                      <a:pt x="811" y="1110"/>
                    </a:cubicBezTo>
                    <a:lnTo>
                      <a:pt x="13993" y="1110"/>
                    </a:lnTo>
                    <a:cubicBezTo>
                      <a:pt x="14419" y="1110"/>
                      <a:pt x="14761" y="768"/>
                      <a:pt x="14761" y="299"/>
                    </a:cubicBezTo>
                    <a:lnTo>
                      <a:pt x="14761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4" name="Google Shape;3464;p69">
                <a:extLst>
                  <a:ext uri="{FF2B5EF4-FFF2-40B4-BE49-F238E27FC236}">
                    <a16:creationId xmlns:a16="http://schemas.microsoft.com/office/drawing/2014/main" id="{A2E83BD6-EF2C-120F-C40A-C964211EFE1D}"/>
                  </a:ext>
                </a:extLst>
              </p:cNvPr>
              <p:cNvSpPr/>
              <p:nvPr/>
            </p:nvSpPr>
            <p:spPr>
              <a:xfrm>
                <a:off x="9182231" y="3152676"/>
                <a:ext cx="237025" cy="30172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879" extrusionOk="0">
                    <a:moveTo>
                      <a:pt x="1024" y="1"/>
                    </a:moveTo>
                    <a:cubicBezTo>
                      <a:pt x="469" y="1"/>
                      <a:pt x="0" y="470"/>
                      <a:pt x="0" y="1025"/>
                    </a:cubicBezTo>
                    <a:lnTo>
                      <a:pt x="0" y="1878"/>
                    </a:lnTo>
                    <a:lnTo>
                      <a:pt x="14761" y="1878"/>
                    </a:lnTo>
                    <a:lnTo>
                      <a:pt x="14761" y="1025"/>
                    </a:lnTo>
                    <a:cubicBezTo>
                      <a:pt x="14761" y="470"/>
                      <a:pt x="14334" y="1"/>
                      <a:pt x="13737" y="1"/>
                    </a:cubicBez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5" name="Google Shape;3465;p69">
                <a:extLst>
                  <a:ext uri="{FF2B5EF4-FFF2-40B4-BE49-F238E27FC236}">
                    <a16:creationId xmlns:a16="http://schemas.microsoft.com/office/drawing/2014/main" id="{BAD9587C-AECD-1792-568A-C101186EFFD9}"/>
                  </a:ext>
                </a:extLst>
              </p:cNvPr>
              <p:cNvSpPr/>
              <p:nvPr/>
            </p:nvSpPr>
            <p:spPr>
              <a:xfrm>
                <a:off x="9180175" y="2803313"/>
                <a:ext cx="254158" cy="68533"/>
              </a:xfrm>
              <a:custGeom>
                <a:avLst/>
                <a:gdLst/>
                <a:ahLst/>
                <a:cxnLst/>
                <a:rect l="l" t="t" r="r" b="b"/>
                <a:pathLst>
                  <a:path w="15828" h="4268" extrusionOk="0">
                    <a:moveTo>
                      <a:pt x="7892" y="1"/>
                    </a:moveTo>
                    <a:cubicBezTo>
                      <a:pt x="3882" y="1"/>
                      <a:pt x="555" y="1835"/>
                      <a:pt x="0" y="4267"/>
                    </a:cubicBezTo>
                    <a:lnTo>
                      <a:pt x="15827" y="4267"/>
                    </a:lnTo>
                    <a:cubicBezTo>
                      <a:pt x="15230" y="1835"/>
                      <a:pt x="11902" y="1"/>
                      <a:pt x="7892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6" name="Google Shape;3466;p69">
                <a:extLst>
                  <a:ext uri="{FF2B5EF4-FFF2-40B4-BE49-F238E27FC236}">
                    <a16:creationId xmlns:a16="http://schemas.microsoft.com/office/drawing/2014/main" id="{9F30CACB-D1D8-3C77-7318-DDBC864A4AC6}"/>
                  </a:ext>
                </a:extLst>
              </p:cNvPr>
              <p:cNvSpPr/>
              <p:nvPr/>
            </p:nvSpPr>
            <p:spPr>
              <a:xfrm>
                <a:off x="9296624" y="2771118"/>
                <a:ext cx="20570" cy="35648"/>
              </a:xfrm>
              <a:custGeom>
                <a:avLst/>
                <a:gdLst/>
                <a:ahLst/>
                <a:cxnLst/>
                <a:rect l="l" t="t" r="r" b="b"/>
                <a:pathLst>
                  <a:path w="1281" h="2220" extrusionOk="0">
                    <a:moveTo>
                      <a:pt x="640" y="1"/>
                    </a:moveTo>
                    <a:cubicBezTo>
                      <a:pt x="320" y="1"/>
                      <a:pt x="0" y="257"/>
                      <a:pt x="0" y="769"/>
                    </a:cubicBezTo>
                    <a:lnTo>
                      <a:pt x="0" y="2219"/>
                    </a:lnTo>
                    <a:lnTo>
                      <a:pt x="1280" y="2219"/>
                    </a:lnTo>
                    <a:lnTo>
                      <a:pt x="1280" y="769"/>
                    </a:lnTo>
                    <a:cubicBezTo>
                      <a:pt x="1280" y="257"/>
                      <a:pt x="960" y="1"/>
                      <a:pt x="640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7" name="Google Shape;3467;p69">
                <a:extLst>
                  <a:ext uri="{FF2B5EF4-FFF2-40B4-BE49-F238E27FC236}">
                    <a16:creationId xmlns:a16="http://schemas.microsoft.com/office/drawing/2014/main" id="{BDEF8257-D77D-EB42-BEAE-EF6ED5E41CCA}"/>
                  </a:ext>
                </a:extLst>
              </p:cNvPr>
              <p:cNvSpPr/>
              <p:nvPr/>
            </p:nvSpPr>
            <p:spPr>
              <a:xfrm>
                <a:off x="9141124" y="2856062"/>
                <a:ext cx="319239" cy="28791"/>
              </a:xfrm>
              <a:custGeom>
                <a:avLst/>
                <a:gdLst/>
                <a:ahLst/>
                <a:cxnLst/>
                <a:rect l="l" t="t" r="r" b="b"/>
                <a:pathLst>
                  <a:path w="19881" h="1793" extrusionOk="0">
                    <a:moveTo>
                      <a:pt x="1707" y="1"/>
                    </a:moveTo>
                    <a:cubicBezTo>
                      <a:pt x="1" y="1"/>
                      <a:pt x="1" y="1793"/>
                      <a:pt x="1707" y="1793"/>
                    </a:cubicBezTo>
                    <a:lnTo>
                      <a:pt x="18217" y="1793"/>
                    </a:lnTo>
                    <a:cubicBezTo>
                      <a:pt x="19880" y="1793"/>
                      <a:pt x="19880" y="1"/>
                      <a:pt x="18217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8" name="Google Shape;3468;p69">
                <a:extLst>
                  <a:ext uri="{FF2B5EF4-FFF2-40B4-BE49-F238E27FC236}">
                    <a16:creationId xmlns:a16="http://schemas.microsoft.com/office/drawing/2014/main" id="{FE52127B-7EAA-9347-CC1B-C30880E10006}"/>
                  </a:ext>
                </a:extLst>
              </p:cNvPr>
              <p:cNvSpPr/>
              <p:nvPr/>
            </p:nvSpPr>
            <p:spPr>
              <a:xfrm>
                <a:off x="9152091" y="3174611"/>
                <a:ext cx="301415" cy="30156"/>
              </a:xfrm>
              <a:custGeom>
                <a:avLst/>
                <a:gdLst/>
                <a:ahLst/>
                <a:cxnLst/>
                <a:rect l="l" t="t" r="r" b="b"/>
                <a:pathLst>
                  <a:path w="18771" h="1878" extrusionOk="0">
                    <a:moveTo>
                      <a:pt x="1024" y="0"/>
                    </a:moveTo>
                    <a:cubicBezTo>
                      <a:pt x="0" y="0"/>
                      <a:pt x="0" y="1877"/>
                      <a:pt x="1024" y="1877"/>
                    </a:cubicBezTo>
                    <a:lnTo>
                      <a:pt x="17534" y="1877"/>
                    </a:lnTo>
                    <a:cubicBezTo>
                      <a:pt x="18771" y="1877"/>
                      <a:pt x="18771" y="0"/>
                      <a:pt x="17534" y="0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9" name="Google Shape;3469;p69">
                <a:extLst>
                  <a:ext uri="{FF2B5EF4-FFF2-40B4-BE49-F238E27FC236}">
                    <a16:creationId xmlns:a16="http://schemas.microsoft.com/office/drawing/2014/main" id="{8866C5F5-0B9B-536F-356E-F2312531B8A2}"/>
                  </a:ext>
                </a:extLst>
              </p:cNvPr>
              <p:cNvSpPr/>
              <p:nvPr/>
            </p:nvSpPr>
            <p:spPr>
              <a:xfrm>
                <a:off x="9215101" y="2803281"/>
                <a:ext cx="197989" cy="42584"/>
              </a:xfrm>
              <a:custGeom>
                <a:avLst/>
                <a:gdLst/>
                <a:ahLst/>
                <a:cxnLst/>
                <a:rect l="l" t="t" r="r" b="b"/>
                <a:pathLst>
                  <a:path w="12330" h="2652" extrusionOk="0">
                    <a:moveTo>
                      <a:pt x="5486" y="0"/>
                    </a:moveTo>
                    <a:cubicBezTo>
                      <a:pt x="3561" y="0"/>
                      <a:pt x="1683" y="512"/>
                      <a:pt x="1" y="1496"/>
                    </a:cubicBezTo>
                    <a:cubicBezTo>
                      <a:pt x="2270" y="2266"/>
                      <a:pt x="4655" y="2651"/>
                      <a:pt x="7010" y="2651"/>
                    </a:cubicBezTo>
                    <a:cubicBezTo>
                      <a:pt x="7134" y="2651"/>
                      <a:pt x="7257" y="2650"/>
                      <a:pt x="7381" y="2648"/>
                    </a:cubicBezTo>
                    <a:cubicBezTo>
                      <a:pt x="9045" y="2648"/>
                      <a:pt x="10709" y="2477"/>
                      <a:pt x="12330" y="2179"/>
                    </a:cubicBezTo>
                    <a:cubicBezTo>
                      <a:pt x="10879" y="856"/>
                      <a:pt x="8490" y="3"/>
                      <a:pt x="5717" y="3"/>
                    </a:cubicBezTo>
                    <a:cubicBezTo>
                      <a:pt x="5640" y="1"/>
                      <a:pt x="5563" y="0"/>
                      <a:pt x="5486" y="0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0" name="Google Shape;3470;p69">
                <a:extLst>
                  <a:ext uri="{FF2B5EF4-FFF2-40B4-BE49-F238E27FC236}">
                    <a16:creationId xmlns:a16="http://schemas.microsoft.com/office/drawing/2014/main" id="{89353F66-1C18-CFDE-0E53-55A6A9EF5CC3}"/>
                  </a:ext>
                </a:extLst>
              </p:cNvPr>
              <p:cNvSpPr/>
              <p:nvPr/>
            </p:nvSpPr>
            <p:spPr>
              <a:xfrm>
                <a:off x="9150710" y="2856062"/>
                <a:ext cx="300741" cy="14516"/>
              </a:xfrm>
              <a:custGeom>
                <a:avLst/>
                <a:gdLst/>
                <a:ahLst/>
                <a:cxnLst/>
                <a:rect l="l" t="t" r="r" b="b"/>
                <a:pathLst>
                  <a:path w="18729" h="904" extrusionOk="0">
                    <a:moveTo>
                      <a:pt x="1110" y="1"/>
                    </a:moveTo>
                    <a:cubicBezTo>
                      <a:pt x="683" y="1"/>
                      <a:pt x="257" y="129"/>
                      <a:pt x="1" y="470"/>
                    </a:cubicBezTo>
                    <a:cubicBezTo>
                      <a:pt x="231" y="738"/>
                      <a:pt x="598" y="903"/>
                      <a:pt x="979" y="903"/>
                    </a:cubicBezTo>
                    <a:cubicBezTo>
                      <a:pt x="1023" y="903"/>
                      <a:pt x="1066" y="901"/>
                      <a:pt x="1110" y="897"/>
                    </a:cubicBezTo>
                    <a:lnTo>
                      <a:pt x="17620" y="897"/>
                    </a:lnTo>
                    <a:cubicBezTo>
                      <a:pt x="17659" y="901"/>
                      <a:pt x="17698" y="903"/>
                      <a:pt x="17738" y="903"/>
                    </a:cubicBezTo>
                    <a:cubicBezTo>
                      <a:pt x="18089" y="903"/>
                      <a:pt x="18461" y="738"/>
                      <a:pt x="18729" y="470"/>
                    </a:cubicBezTo>
                    <a:cubicBezTo>
                      <a:pt x="18430" y="129"/>
                      <a:pt x="18004" y="1"/>
                      <a:pt x="17620" y="1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1" name="Google Shape;3471;p69">
                <a:extLst>
                  <a:ext uri="{FF2B5EF4-FFF2-40B4-BE49-F238E27FC236}">
                    <a16:creationId xmlns:a16="http://schemas.microsoft.com/office/drawing/2014/main" id="{29550B1B-C5F4-B7E3-563D-7CE2506FF3CC}"/>
                  </a:ext>
                </a:extLst>
              </p:cNvPr>
              <p:cNvSpPr/>
              <p:nvPr/>
            </p:nvSpPr>
            <p:spPr>
              <a:xfrm>
                <a:off x="9158257" y="3174498"/>
                <a:ext cx="289083" cy="13826"/>
              </a:xfrm>
              <a:custGeom>
                <a:avLst/>
                <a:gdLst/>
                <a:ahLst/>
                <a:cxnLst/>
                <a:rect l="l" t="t" r="r" b="b"/>
                <a:pathLst>
                  <a:path w="18003" h="861" extrusionOk="0">
                    <a:moveTo>
                      <a:pt x="17253" y="1"/>
                    </a:moveTo>
                    <a:cubicBezTo>
                      <a:pt x="17219" y="1"/>
                      <a:pt x="17184" y="3"/>
                      <a:pt x="17150" y="7"/>
                    </a:cubicBezTo>
                    <a:lnTo>
                      <a:pt x="640" y="7"/>
                    </a:lnTo>
                    <a:cubicBezTo>
                      <a:pt x="341" y="7"/>
                      <a:pt x="85" y="178"/>
                      <a:pt x="0" y="434"/>
                    </a:cubicBezTo>
                    <a:cubicBezTo>
                      <a:pt x="85" y="690"/>
                      <a:pt x="341" y="860"/>
                      <a:pt x="640" y="860"/>
                    </a:cubicBezTo>
                    <a:lnTo>
                      <a:pt x="17150" y="860"/>
                    </a:lnTo>
                    <a:cubicBezTo>
                      <a:pt x="17491" y="860"/>
                      <a:pt x="17790" y="690"/>
                      <a:pt x="18003" y="434"/>
                    </a:cubicBezTo>
                    <a:cubicBezTo>
                      <a:pt x="17811" y="166"/>
                      <a:pt x="17551" y="1"/>
                      <a:pt x="17253" y="1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2" name="Google Shape;3472;p69">
                <a:extLst>
                  <a:ext uri="{FF2B5EF4-FFF2-40B4-BE49-F238E27FC236}">
                    <a16:creationId xmlns:a16="http://schemas.microsoft.com/office/drawing/2014/main" id="{3997E8FC-2A91-7BBD-3344-1BE945898F7A}"/>
                  </a:ext>
                </a:extLst>
              </p:cNvPr>
              <p:cNvSpPr/>
              <p:nvPr/>
            </p:nvSpPr>
            <p:spPr>
              <a:xfrm>
                <a:off x="9187016" y="3174611"/>
                <a:ext cx="79485" cy="13713"/>
              </a:xfrm>
              <a:custGeom>
                <a:avLst/>
                <a:gdLst/>
                <a:ahLst/>
                <a:cxnLst/>
                <a:rect l="l" t="t" r="r" b="b"/>
                <a:pathLst>
                  <a:path w="4950" h="854" extrusionOk="0">
                    <a:moveTo>
                      <a:pt x="214" y="0"/>
                    </a:moveTo>
                    <a:cubicBezTo>
                      <a:pt x="129" y="0"/>
                      <a:pt x="86" y="171"/>
                      <a:pt x="43" y="427"/>
                    </a:cubicBezTo>
                    <a:cubicBezTo>
                      <a:pt x="1" y="640"/>
                      <a:pt x="129" y="853"/>
                      <a:pt x="214" y="853"/>
                    </a:cubicBezTo>
                    <a:lnTo>
                      <a:pt x="4693" y="853"/>
                    </a:lnTo>
                    <a:cubicBezTo>
                      <a:pt x="4821" y="853"/>
                      <a:pt x="4907" y="640"/>
                      <a:pt x="4949" y="427"/>
                    </a:cubicBezTo>
                    <a:cubicBezTo>
                      <a:pt x="4907" y="171"/>
                      <a:pt x="4821" y="0"/>
                      <a:pt x="4693" y="0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3" name="Google Shape;3473;p69">
                <a:extLst>
                  <a:ext uri="{FF2B5EF4-FFF2-40B4-BE49-F238E27FC236}">
                    <a16:creationId xmlns:a16="http://schemas.microsoft.com/office/drawing/2014/main" id="{26FEAA23-64DA-07D6-2C43-E3FD596A5F1C}"/>
                  </a:ext>
                </a:extLst>
              </p:cNvPr>
              <p:cNvSpPr/>
              <p:nvPr/>
            </p:nvSpPr>
            <p:spPr>
              <a:xfrm>
                <a:off x="9277436" y="3031426"/>
                <a:ext cx="40433" cy="80175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4993" extrusionOk="0">
                    <a:moveTo>
                      <a:pt x="2219" y="1"/>
                    </a:moveTo>
                    <a:lnTo>
                      <a:pt x="598" y="172"/>
                    </a:lnTo>
                    <a:cubicBezTo>
                      <a:pt x="385" y="172"/>
                      <a:pt x="214" y="342"/>
                      <a:pt x="172" y="556"/>
                    </a:cubicBezTo>
                    <a:cubicBezTo>
                      <a:pt x="129" y="1665"/>
                      <a:pt x="44" y="2817"/>
                      <a:pt x="1" y="3840"/>
                    </a:cubicBezTo>
                    <a:cubicBezTo>
                      <a:pt x="257" y="4523"/>
                      <a:pt x="641" y="4992"/>
                      <a:pt x="1068" y="4992"/>
                    </a:cubicBezTo>
                    <a:cubicBezTo>
                      <a:pt x="1835" y="4992"/>
                      <a:pt x="2518" y="3371"/>
                      <a:pt x="2518" y="1323"/>
                    </a:cubicBezTo>
                    <a:cubicBezTo>
                      <a:pt x="2518" y="897"/>
                      <a:pt x="2475" y="428"/>
                      <a:pt x="2390" y="1"/>
                    </a:cubicBezTo>
                    <a:close/>
                  </a:path>
                </a:pathLst>
              </a:custGeom>
              <a:solidFill>
                <a:srgbClr val="F7D8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4" name="Google Shape;3474;p69">
                <a:extLst>
                  <a:ext uri="{FF2B5EF4-FFF2-40B4-BE49-F238E27FC236}">
                    <a16:creationId xmlns:a16="http://schemas.microsoft.com/office/drawing/2014/main" id="{590B0586-BD72-D97B-92BC-A981C783EE71}"/>
                  </a:ext>
                </a:extLst>
              </p:cNvPr>
              <p:cNvSpPr/>
              <p:nvPr/>
            </p:nvSpPr>
            <p:spPr>
              <a:xfrm>
                <a:off x="9277436" y="2974582"/>
                <a:ext cx="40433" cy="47900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2983" extrusionOk="0">
                    <a:moveTo>
                      <a:pt x="1409" y="0"/>
                    </a:moveTo>
                    <a:cubicBezTo>
                      <a:pt x="684" y="0"/>
                      <a:pt x="86" y="1024"/>
                      <a:pt x="1" y="2346"/>
                    </a:cubicBezTo>
                    <a:cubicBezTo>
                      <a:pt x="214" y="2645"/>
                      <a:pt x="556" y="2858"/>
                      <a:pt x="940" y="2944"/>
                    </a:cubicBezTo>
                    <a:cubicBezTo>
                      <a:pt x="1039" y="2970"/>
                      <a:pt x="1134" y="2982"/>
                      <a:pt x="1223" y="2982"/>
                    </a:cubicBezTo>
                    <a:cubicBezTo>
                      <a:pt x="2013" y="2982"/>
                      <a:pt x="2403" y="2020"/>
                      <a:pt x="2518" y="1024"/>
                    </a:cubicBezTo>
                    <a:cubicBezTo>
                      <a:pt x="2219" y="384"/>
                      <a:pt x="1835" y="0"/>
                      <a:pt x="1409" y="0"/>
                    </a:cubicBezTo>
                    <a:close/>
                  </a:path>
                </a:pathLst>
              </a:custGeom>
              <a:solidFill>
                <a:srgbClr val="FFAD6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5" name="Google Shape;3475;p69">
                <a:extLst>
                  <a:ext uri="{FF2B5EF4-FFF2-40B4-BE49-F238E27FC236}">
                    <a16:creationId xmlns:a16="http://schemas.microsoft.com/office/drawing/2014/main" id="{1291F104-0226-C3BB-57CD-99235EB33993}"/>
                  </a:ext>
                </a:extLst>
              </p:cNvPr>
              <p:cNvSpPr/>
              <p:nvPr/>
            </p:nvSpPr>
            <p:spPr>
              <a:xfrm>
                <a:off x="9284983" y="2993065"/>
                <a:ext cx="24680" cy="28582"/>
              </a:xfrm>
              <a:custGeom>
                <a:avLst/>
                <a:gdLst/>
                <a:ahLst/>
                <a:cxnLst/>
                <a:rect l="l" t="t" r="r" b="b"/>
                <a:pathLst>
                  <a:path w="1537" h="1780" extrusionOk="0">
                    <a:moveTo>
                      <a:pt x="853" y="1"/>
                    </a:moveTo>
                    <a:cubicBezTo>
                      <a:pt x="427" y="1"/>
                      <a:pt x="86" y="598"/>
                      <a:pt x="0" y="1409"/>
                    </a:cubicBezTo>
                    <a:cubicBezTo>
                      <a:pt x="171" y="1579"/>
                      <a:pt x="384" y="1707"/>
                      <a:pt x="598" y="1750"/>
                    </a:cubicBezTo>
                    <a:cubicBezTo>
                      <a:pt x="667" y="1770"/>
                      <a:pt x="732" y="1779"/>
                      <a:pt x="793" y="1779"/>
                    </a:cubicBezTo>
                    <a:cubicBezTo>
                      <a:pt x="1252" y="1779"/>
                      <a:pt x="1461" y="1239"/>
                      <a:pt x="1536" y="598"/>
                    </a:cubicBezTo>
                    <a:cubicBezTo>
                      <a:pt x="1365" y="214"/>
                      <a:pt x="1152" y="1"/>
                      <a:pt x="853" y="1"/>
                    </a:cubicBezTo>
                    <a:close/>
                  </a:path>
                </a:pathLst>
              </a:custGeom>
              <a:solidFill>
                <a:srgbClr val="F2D3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6" name="Google Shape;3476;p69">
                <a:extLst>
                  <a:ext uri="{FF2B5EF4-FFF2-40B4-BE49-F238E27FC236}">
                    <a16:creationId xmlns:a16="http://schemas.microsoft.com/office/drawing/2014/main" id="{93D47FAD-ABE7-63AD-C791-7FDE4ECEE7A6}"/>
                  </a:ext>
                </a:extLst>
              </p:cNvPr>
              <p:cNvSpPr/>
              <p:nvPr/>
            </p:nvSpPr>
            <p:spPr>
              <a:xfrm>
                <a:off x="9278817" y="3075279"/>
                <a:ext cx="26736" cy="19189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1195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86" y="683"/>
                      <a:pt x="427" y="1195"/>
                      <a:pt x="854" y="1195"/>
                    </a:cubicBezTo>
                    <a:cubicBezTo>
                      <a:pt x="1237" y="1195"/>
                      <a:pt x="1579" y="726"/>
                      <a:pt x="1664" y="128"/>
                    </a:cubicBezTo>
                    <a:lnTo>
                      <a:pt x="1664" y="128"/>
                    </a:lnTo>
                    <a:cubicBezTo>
                      <a:pt x="1493" y="384"/>
                      <a:pt x="1195" y="555"/>
                      <a:pt x="854" y="555"/>
                    </a:cubicBezTo>
                    <a:cubicBezTo>
                      <a:pt x="512" y="512"/>
                      <a:pt x="171" y="342"/>
                      <a:pt x="0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7" name="Google Shape;3477;p69">
                <a:extLst>
                  <a:ext uri="{FF2B5EF4-FFF2-40B4-BE49-F238E27FC236}">
                    <a16:creationId xmlns:a16="http://schemas.microsoft.com/office/drawing/2014/main" id="{2373EBAB-54C6-FF47-27FD-4E0CD0B4B162}"/>
                  </a:ext>
                </a:extLst>
              </p:cNvPr>
              <p:cNvSpPr/>
              <p:nvPr/>
            </p:nvSpPr>
            <p:spPr>
              <a:xfrm>
                <a:off x="9293879" y="3036918"/>
                <a:ext cx="26045" cy="20586"/>
              </a:xfrm>
              <a:custGeom>
                <a:avLst/>
                <a:gdLst/>
                <a:ahLst/>
                <a:cxnLst/>
                <a:rect l="l" t="t" r="r" b="b"/>
                <a:pathLst>
                  <a:path w="1622" h="1282" extrusionOk="0">
                    <a:moveTo>
                      <a:pt x="1579" y="0"/>
                    </a:moveTo>
                    <a:lnTo>
                      <a:pt x="1579" y="0"/>
                    </a:lnTo>
                    <a:cubicBezTo>
                      <a:pt x="1451" y="299"/>
                      <a:pt x="1195" y="555"/>
                      <a:pt x="897" y="726"/>
                    </a:cubicBezTo>
                    <a:cubicBezTo>
                      <a:pt x="802" y="753"/>
                      <a:pt x="699" y="767"/>
                      <a:pt x="596" y="767"/>
                    </a:cubicBezTo>
                    <a:cubicBezTo>
                      <a:pt x="372" y="767"/>
                      <a:pt x="147" y="701"/>
                      <a:pt x="1" y="555"/>
                    </a:cubicBezTo>
                    <a:lnTo>
                      <a:pt x="1" y="555"/>
                    </a:lnTo>
                    <a:cubicBezTo>
                      <a:pt x="141" y="976"/>
                      <a:pt x="455" y="1282"/>
                      <a:pt x="776" y="1282"/>
                    </a:cubicBezTo>
                    <a:cubicBezTo>
                      <a:pt x="845" y="1282"/>
                      <a:pt x="914" y="1268"/>
                      <a:pt x="982" y="1237"/>
                    </a:cubicBezTo>
                    <a:cubicBezTo>
                      <a:pt x="1409" y="981"/>
                      <a:pt x="1622" y="512"/>
                      <a:pt x="1579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8" name="Google Shape;3478;p69">
                <a:extLst>
                  <a:ext uri="{FF2B5EF4-FFF2-40B4-BE49-F238E27FC236}">
                    <a16:creationId xmlns:a16="http://schemas.microsoft.com/office/drawing/2014/main" id="{962A0D17-287A-88F8-678C-7AF3E0A8AEE9}"/>
                  </a:ext>
                </a:extLst>
              </p:cNvPr>
              <p:cNvSpPr/>
              <p:nvPr/>
            </p:nvSpPr>
            <p:spPr>
              <a:xfrm>
                <a:off x="9208934" y="2856062"/>
                <a:ext cx="85651" cy="14404"/>
              </a:xfrm>
              <a:custGeom>
                <a:avLst/>
                <a:gdLst/>
                <a:ahLst/>
                <a:cxnLst/>
                <a:rect l="l" t="t" r="r" b="b"/>
                <a:pathLst>
                  <a:path w="5334" h="897" extrusionOk="0">
                    <a:moveTo>
                      <a:pt x="300" y="1"/>
                    </a:moveTo>
                    <a:cubicBezTo>
                      <a:pt x="129" y="1"/>
                      <a:pt x="44" y="214"/>
                      <a:pt x="1" y="470"/>
                    </a:cubicBezTo>
                    <a:cubicBezTo>
                      <a:pt x="44" y="726"/>
                      <a:pt x="129" y="897"/>
                      <a:pt x="300" y="897"/>
                    </a:cubicBezTo>
                    <a:lnTo>
                      <a:pt x="5035" y="897"/>
                    </a:lnTo>
                    <a:cubicBezTo>
                      <a:pt x="5163" y="897"/>
                      <a:pt x="5291" y="726"/>
                      <a:pt x="5334" y="470"/>
                    </a:cubicBezTo>
                    <a:cubicBezTo>
                      <a:pt x="5291" y="214"/>
                      <a:pt x="5163" y="1"/>
                      <a:pt x="5035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9" name="Google Shape;3479;p69">
                <a:extLst>
                  <a:ext uri="{FF2B5EF4-FFF2-40B4-BE49-F238E27FC236}">
                    <a16:creationId xmlns:a16="http://schemas.microsoft.com/office/drawing/2014/main" id="{868EAD82-4D68-D6C4-2FF3-1714FEFB0C37}"/>
                  </a:ext>
                </a:extLst>
              </p:cNvPr>
              <p:cNvSpPr/>
              <p:nvPr/>
            </p:nvSpPr>
            <p:spPr>
              <a:xfrm>
                <a:off x="9312377" y="2856062"/>
                <a:ext cx="52765" cy="14404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897" extrusionOk="0">
                    <a:moveTo>
                      <a:pt x="214" y="1"/>
                    </a:moveTo>
                    <a:cubicBezTo>
                      <a:pt x="129" y="1"/>
                      <a:pt x="86" y="214"/>
                      <a:pt x="43" y="470"/>
                    </a:cubicBezTo>
                    <a:cubicBezTo>
                      <a:pt x="1" y="726"/>
                      <a:pt x="129" y="897"/>
                      <a:pt x="214" y="897"/>
                    </a:cubicBezTo>
                    <a:lnTo>
                      <a:pt x="3072" y="897"/>
                    </a:lnTo>
                    <a:cubicBezTo>
                      <a:pt x="3158" y="897"/>
                      <a:pt x="3243" y="726"/>
                      <a:pt x="3243" y="470"/>
                    </a:cubicBezTo>
                    <a:cubicBezTo>
                      <a:pt x="3286" y="214"/>
                      <a:pt x="3158" y="1"/>
                      <a:pt x="3072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0" name="Google Shape;3480;p69">
                <a:extLst>
                  <a:ext uri="{FF2B5EF4-FFF2-40B4-BE49-F238E27FC236}">
                    <a16:creationId xmlns:a16="http://schemas.microsoft.com/office/drawing/2014/main" id="{00142211-3AB6-103C-B7CE-1E14BEC0E329}"/>
                  </a:ext>
                </a:extLst>
              </p:cNvPr>
              <p:cNvSpPr/>
              <p:nvPr/>
            </p:nvSpPr>
            <p:spPr>
              <a:xfrm>
                <a:off x="9339097" y="2819499"/>
                <a:ext cx="47289" cy="17422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1085" extrusionOk="0">
                    <a:moveTo>
                      <a:pt x="845" y="1"/>
                    </a:moveTo>
                    <a:cubicBezTo>
                      <a:pt x="387" y="1"/>
                      <a:pt x="73" y="96"/>
                      <a:pt x="43" y="273"/>
                    </a:cubicBezTo>
                    <a:cubicBezTo>
                      <a:pt x="0" y="529"/>
                      <a:pt x="555" y="870"/>
                      <a:pt x="1366" y="998"/>
                    </a:cubicBezTo>
                    <a:cubicBezTo>
                      <a:pt x="1644" y="1057"/>
                      <a:pt x="1907" y="1085"/>
                      <a:pt x="2134" y="1085"/>
                    </a:cubicBezTo>
                    <a:cubicBezTo>
                      <a:pt x="2569" y="1085"/>
                      <a:pt x="2873" y="981"/>
                      <a:pt x="2901" y="785"/>
                    </a:cubicBezTo>
                    <a:cubicBezTo>
                      <a:pt x="2944" y="529"/>
                      <a:pt x="2347" y="230"/>
                      <a:pt x="1536" y="59"/>
                    </a:cubicBezTo>
                    <a:cubicBezTo>
                      <a:pt x="1285" y="20"/>
                      <a:pt x="1051" y="1"/>
                      <a:pt x="845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1" name="Google Shape;3481;p69">
                <a:extLst>
                  <a:ext uri="{FF2B5EF4-FFF2-40B4-BE49-F238E27FC236}">
                    <a16:creationId xmlns:a16="http://schemas.microsoft.com/office/drawing/2014/main" id="{A4A6AA8C-CDAB-87E5-543E-99F9D03FCB3F}"/>
                  </a:ext>
                </a:extLst>
              </p:cNvPr>
              <p:cNvSpPr/>
              <p:nvPr/>
            </p:nvSpPr>
            <p:spPr>
              <a:xfrm>
                <a:off x="9306901" y="2808805"/>
                <a:ext cx="30846" cy="10293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641" extrusionOk="0">
                    <a:moveTo>
                      <a:pt x="939" y="0"/>
                    </a:moveTo>
                    <a:cubicBezTo>
                      <a:pt x="384" y="0"/>
                      <a:pt x="0" y="171"/>
                      <a:pt x="0" y="342"/>
                    </a:cubicBezTo>
                    <a:cubicBezTo>
                      <a:pt x="0" y="512"/>
                      <a:pt x="427" y="640"/>
                      <a:pt x="939" y="640"/>
                    </a:cubicBezTo>
                    <a:cubicBezTo>
                      <a:pt x="1494" y="640"/>
                      <a:pt x="1920" y="469"/>
                      <a:pt x="1920" y="299"/>
                    </a:cubicBezTo>
                    <a:cubicBezTo>
                      <a:pt x="1920" y="128"/>
                      <a:pt x="1451" y="0"/>
                      <a:pt x="939" y="0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4E5E34BD-8DEE-1496-A675-EBACC3933FFD}"/>
              </a:ext>
            </a:extLst>
          </p:cNvPr>
          <p:cNvSpPr txBox="1"/>
          <p:nvPr/>
        </p:nvSpPr>
        <p:spPr>
          <a:xfrm>
            <a:off x="501583" y="1549605"/>
            <a:ext cx="839552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/>
              <a:t>Backend:</a:t>
            </a:r>
            <a:r>
              <a:rPr lang="en-GB" sz="2000" dirty="0"/>
              <a:t> ASP.NET Core MVC (</a:t>
            </a:r>
            <a:r>
              <a:rPr lang="bg-BG" sz="2000" dirty="0"/>
              <a:t>за висока производителност и сигурност).</a:t>
            </a:r>
          </a:p>
          <a:p>
            <a:r>
              <a:rPr lang="en-GB" sz="2000" b="1" dirty="0"/>
              <a:t>Database:</a:t>
            </a:r>
            <a:r>
              <a:rPr lang="en-GB" sz="2000" dirty="0"/>
              <a:t> SQLite (</a:t>
            </a:r>
            <a:r>
              <a:rPr lang="bg-BG" sz="2000" dirty="0"/>
              <a:t>лесна за пренос и разработка) / </a:t>
            </a:r>
            <a:r>
              <a:rPr lang="en-GB" sz="2000" dirty="0"/>
              <a:t>Entity Framework Core.</a:t>
            </a:r>
          </a:p>
          <a:p>
            <a:r>
              <a:rPr lang="en-GB" sz="2000" b="1" dirty="0"/>
              <a:t>Frontend:</a:t>
            </a:r>
            <a:r>
              <a:rPr lang="en-GB" sz="2000" dirty="0"/>
              <a:t> Bootstrap 5 &amp; Razor Views (</a:t>
            </a:r>
            <a:r>
              <a:rPr lang="bg-BG" sz="2000" dirty="0"/>
              <a:t>за отзивчив дизайн).</a:t>
            </a:r>
          </a:p>
          <a:p>
            <a:r>
              <a:rPr lang="en-GB" sz="2000" b="1" dirty="0"/>
              <a:t>Authentication:</a:t>
            </a:r>
            <a:r>
              <a:rPr lang="en-GB" sz="2000" dirty="0"/>
              <a:t> ASP.NET Identity (</a:t>
            </a:r>
            <a:r>
              <a:rPr lang="bg-BG" sz="2000" dirty="0"/>
              <a:t>защитена система за пароли и роли).</a:t>
            </a:r>
          </a:p>
        </p:txBody>
      </p:sp>
    </p:spTree>
    <p:extLst>
      <p:ext uri="{BB962C8B-B14F-4D97-AF65-F5344CB8AC3E}">
        <p14:creationId xmlns:p14="http://schemas.microsoft.com/office/powerpoint/2010/main" val="31271290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6" name="Google Shape;3486;p70"/>
          <p:cNvGrpSpPr/>
          <p:nvPr/>
        </p:nvGrpSpPr>
        <p:grpSpPr>
          <a:xfrm>
            <a:off x="3833087" y="1225426"/>
            <a:ext cx="1367338" cy="3587144"/>
            <a:chOff x="2458218" y="139012"/>
            <a:chExt cx="607787" cy="1594428"/>
          </a:xfrm>
        </p:grpSpPr>
        <p:sp>
          <p:nvSpPr>
            <p:cNvPr id="3487" name="Google Shape;3487;p70"/>
            <p:cNvSpPr/>
            <p:nvPr/>
          </p:nvSpPr>
          <p:spPr>
            <a:xfrm>
              <a:off x="2519575" y="199763"/>
              <a:ext cx="481403" cy="1501070"/>
            </a:xfrm>
            <a:custGeom>
              <a:avLst/>
              <a:gdLst/>
              <a:ahLst/>
              <a:cxnLst/>
              <a:rect l="l" t="t" r="r" b="b"/>
              <a:pathLst>
                <a:path w="14185" h="44986" extrusionOk="0">
                  <a:moveTo>
                    <a:pt x="0" y="0"/>
                  </a:moveTo>
                  <a:lnTo>
                    <a:pt x="0" y="44985"/>
                  </a:lnTo>
                  <a:lnTo>
                    <a:pt x="14184" y="44985"/>
                  </a:lnTo>
                  <a:lnTo>
                    <a:pt x="141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88" name="Google Shape;3488;p70"/>
            <p:cNvGrpSpPr/>
            <p:nvPr/>
          </p:nvGrpSpPr>
          <p:grpSpPr>
            <a:xfrm>
              <a:off x="2783045" y="516049"/>
              <a:ext cx="175345" cy="96127"/>
              <a:chOff x="3262678" y="550088"/>
              <a:chExt cx="239510" cy="131303"/>
            </a:xfrm>
          </p:grpSpPr>
          <p:sp>
            <p:nvSpPr>
              <p:cNvPr id="3489" name="Google Shape;3489;p70"/>
              <p:cNvSpPr/>
              <p:nvPr/>
            </p:nvSpPr>
            <p:spPr>
              <a:xfrm>
                <a:off x="3438826" y="571086"/>
                <a:ext cx="45239" cy="110297"/>
              </a:xfrm>
              <a:custGeom>
                <a:avLst/>
                <a:gdLst/>
                <a:ahLst/>
                <a:cxnLst/>
                <a:rect l="l" t="t" r="r" b="b"/>
                <a:pathLst>
                  <a:path w="1333" h="3250" extrusionOk="0">
                    <a:moveTo>
                      <a:pt x="77" y="1"/>
                    </a:moveTo>
                    <a:lnTo>
                      <a:pt x="0" y="3250"/>
                    </a:lnTo>
                    <a:lnTo>
                      <a:pt x="1332" y="3250"/>
                    </a:lnTo>
                    <a:lnTo>
                      <a:pt x="125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490" name="Google Shape;3490;p70"/>
              <p:cNvGrpSpPr/>
              <p:nvPr/>
            </p:nvGrpSpPr>
            <p:grpSpPr>
              <a:xfrm>
                <a:off x="3440251" y="598168"/>
                <a:ext cx="35465" cy="83215"/>
                <a:chOff x="4010214" y="1172156"/>
                <a:chExt cx="35465" cy="83215"/>
              </a:xfrm>
            </p:grpSpPr>
            <p:sp>
              <p:nvSpPr>
                <p:cNvPr id="3491" name="Google Shape;3491;p70"/>
                <p:cNvSpPr/>
                <p:nvPr/>
              </p:nvSpPr>
              <p:spPr>
                <a:xfrm>
                  <a:off x="4010214" y="1172156"/>
                  <a:ext cx="18462" cy="832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4" h="2452" extrusionOk="0">
                      <a:moveTo>
                        <a:pt x="1" y="0"/>
                      </a:moveTo>
                      <a:lnTo>
                        <a:pt x="52" y="2452"/>
                      </a:lnTo>
                      <a:lnTo>
                        <a:pt x="544" y="2452"/>
                      </a:lnTo>
                      <a:lnTo>
                        <a:pt x="518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92" name="Google Shape;3492;p70"/>
                <p:cNvSpPr/>
                <p:nvPr/>
              </p:nvSpPr>
              <p:spPr>
                <a:xfrm>
                  <a:off x="4023483" y="1172156"/>
                  <a:ext cx="22195" cy="832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4" h="2452" extrusionOk="0">
                      <a:moveTo>
                        <a:pt x="34" y="0"/>
                      </a:moveTo>
                      <a:lnTo>
                        <a:pt x="0" y="2452"/>
                      </a:lnTo>
                      <a:lnTo>
                        <a:pt x="585" y="2452"/>
                      </a:lnTo>
                      <a:lnTo>
                        <a:pt x="653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493" name="Google Shape;3493;p70"/>
              <p:cNvSpPr/>
              <p:nvPr/>
            </p:nvSpPr>
            <p:spPr>
              <a:xfrm>
                <a:off x="3478838" y="571086"/>
                <a:ext cx="23349" cy="110297"/>
              </a:xfrm>
              <a:custGeom>
                <a:avLst/>
                <a:gdLst/>
                <a:ahLst/>
                <a:cxnLst/>
                <a:rect l="l" t="t" r="r" b="b"/>
                <a:pathLst>
                  <a:path w="688" h="3250" extrusionOk="0">
                    <a:moveTo>
                      <a:pt x="68" y="1"/>
                    </a:moveTo>
                    <a:lnTo>
                      <a:pt x="1" y="3250"/>
                    </a:lnTo>
                    <a:lnTo>
                      <a:pt x="688" y="3250"/>
                    </a:lnTo>
                    <a:lnTo>
                      <a:pt x="688" y="86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4" name="Google Shape;3494;p70"/>
              <p:cNvSpPr/>
              <p:nvPr/>
            </p:nvSpPr>
            <p:spPr>
              <a:xfrm>
                <a:off x="3431181" y="567398"/>
                <a:ext cx="17580" cy="113148"/>
              </a:xfrm>
              <a:custGeom>
                <a:avLst/>
                <a:gdLst/>
                <a:ahLst/>
                <a:cxnLst/>
                <a:rect l="l" t="t" r="r" b="b"/>
                <a:pathLst>
                  <a:path w="518" h="3334" extrusionOk="0">
                    <a:moveTo>
                      <a:pt x="60" y="0"/>
                    </a:moveTo>
                    <a:lnTo>
                      <a:pt x="0" y="3334"/>
                    </a:lnTo>
                    <a:lnTo>
                      <a:pt x="501" y="3334"/>
                    </a:lnTo>
                    <a:lnTo>
                      <a:pt x="518" y="17"/>
                    </a:lnTo>
                    <a:lnTo>
                      <a:pt x="6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5" name="Google Shape;3495;p70"/>
              <p:cNvSpPr/>
              <p:nvPr/>
            </p:nvSpPr>
            <p:spPr>
              <a:xfrm>
                <a:off x="3406585" y="674460"/>
                <a:ext cx="7806" cy="4344"/>
              </a:xfrm>
              <a:custGeom>
                <a:avLst/>
                <a:gdLst/>
                <a:ahLst/>
                <a:cxnLst/>
                <a:rect l="l" t="t" r="r" b="b"/>
                <a:pathLst>
                  <a:path w="230" h="128" extrusionOk="0">
                    <a:moveTo>
                      <a:pt x="0" y="0"/>
                    </a:moveTo>
                    <a:lnTo>
                      <a:pt x="0" y="128"/>
                    </a:lnTo>
                    <a:lnTo>
                      <a:pt x="229" y="128"/>
                    </a:lnTo>
                    <a:lnTo>
                      <a:pt x="22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6" name="Google Shape;3496;p70"/>
              <p:cNvSpPr/>
              <p:nvPr/>
            </p:nvSpPr>
            <p:spPr>
              <a:xfrm>
                <a:off x="3375488" y="550088"/>
                <a:ext cx="46942" cy="131303"/>
              </a:xfrm>
              <a:custGeom>
                <a:avLst/>
                <a:gdLst/>
                <a:ahLst/>
                <a:cxnLst/>
                <a:rect l="l" t="t" r="r" b="b"/>
                <a:pathLst>
                  <a:path w="1383" h="3606" extrusionOk="0">
                    <a:moveTo>
                      <a:pt x="0" y="1"/>
                    </a:moveTo>
                    <a:lnTo>
                      <a:pt x="51" y="3606"/>
                    </a:lnTo>
                    <a:lnTo>
                      <a:pt x="1315" y="3606"/>
                    </a:lnTo>
                    <a:lnTo>
                      <a:pt x="138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7" name="Google Shape;3497;p70"/>
              <p:cNvSpPr/>
              <p:nvPr/>
            </p:nvSpPr>
            <p:spPr>
              <a:xfrm>
                <a:off x="3418391" y="550088"/>
                <a:ext cx="13272" cy="131303"/>
              </a:xfrm>
              <a:custGeom>
                <a:avLst/>
                <a:gdLst/>
                <a:ahLst/>
                <a:cxnLst/>
                <a:rect l="l" t="t" r="r" b="b"/>
                <a:pathLst>
                  <a:path w="391" h="3606" extrusionOk="0">
                    <a:moveTo>
                      <a:pt x="77" y="1"/>
                    </a:moveTo>
                    <a:lnTo>
                      <a:pt x="0" y="3606"/>
                    </a:lnTo>
                    <a:lnTo>
                      <a:pt x="373" y="3606"/>
                    </a:lnTo>
                    <a:lnTo>
                      <a:pt x="39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8" name="Google Shape;3498;p70"/>
              <p:cNvSpPr/>
              <p:nvPr/>
            </p:nvSpPr>
            <p:spPr>
              <a:xfrm>
                <a:off x="3345837" y="562194"/>
                <a:ext cx="50974" cy="119189"/>
              </a:xfrm>
              <a:custGeom>
                <a:avLst/>
                <a:gdLst/>
                <a:ahLst/>
                <a:cxnLst/>
                <a:rect l="l" t="t" r="r" b="b"/>
                <a:pathLst>
                  <a:path w="1502" h="3512" extrusionOk="0">
                    <a:moveTo>
                      <a:pt x="0" y="0"/>
                    </a:moveTo>
                    <a:lnTo>
                      <a:pt x="43" y="3512"/>
                    </a:lnTo>
                    <a:lnTo>
                      <a:pt x="1502" y="3512"/>
                    </a:lnTo>
                    <a:lnTo>
                      <a:pt x="134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9" name="Google Shape;3499;p70"/>
              <p:cNvSpPr/>
              <p:nvPr/>
            </p:nvSpPr>
            <p:spPr>
              <a:xfrm>
                <a:off x="3388157" y="562194"/>
                <a:ext cx="26811" cy="119189"/>
              </a:xfrm>
              <a:custGeom>
                <a:avLst/>
                <a:gdLst/>
                <a:ahLst/>
                <a:cxnLst/>
                <a:rect l="l" t="t" r="r" b="b"/>
                <a:pathLst>
                  <a:path w="790" h="3512" extrusionOk="0">
                    <a:moveTo>
                      <a:pt x="85" y="0"/>
                    </a:moveTo>
                    <a:lnTo>
                      <a:pt x="0" y="3512"/>
                    </a:lnTo>
                    <a:lnTo>
                      <a:pt x="764" y="3512"/>
                    </a:lnTo>
                    <a:lnTo>
                      <a:pt x="789" y="85"/>
                    </a:lnTo>
                    <a:lnTo>
                      <a:pt x="8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0" name="Google Shape;3500;p70"/>
              <p:cNvSpPr/>
              <p:nvPr/>
            </p:nvSpPr>
            <p:spPr>
              <a:xfrm>
                <a:off x="3395081" y="659188"/>
                <a:ext cx="17308" cy="4649"/>
              </a:xfrm>
              <a:custGeom>
                <a:avLst/>
                <a:gdLst/>
                <a:ahLst/>
                <a:cxnLst/>
                <a:rect l="l" t="t" r="r" b="b"/>
                <a:pathLst>
                  <a:path w="510" h="137" extrusionOk="0">
                    <a:moveTo>
                      <a:pt x="0" y="1"/>
                    </a:moveTo>
                    <a:lnTo>
                      <a:pt x="0" y="137"/>
                    </a:lnTo>
                    <a:lnTo>
                      <a:pt x="509" y="137"/>
                    </a:lnTo>
                    <a:lnTo>
                      <a:pt x="50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1" name="Google Shape;3501;p70"/>
              <p:cNvSpPr/>
              <p:nvPr/>
            </p:nvSpPr>
            <p:spPr>
              <a:xfrm>
                <a:off x="3400239" y="567930"/>
                <a:ext cx="12150" cy="4649"/>
              </a:xfrm>
              <a:custGeom>
                <a:avLst/>
                <a:gdLst/>
                <a:ahLst/>
                <a:cxnLst/>
                <a:rect l="l" t="t" r="r" b="b"/>
                <a:pathLst>
                  <a:path w="358" h="137" extrusionOk="0">
                    <a:moveTo>
                      <a:pt x="1" y="1"/>
                    </a:moveTo>
                    <a:lnTo>
                      <a:pt x="1" y="136"/>
                    </a:lnTo>
                    <a:lnTo>
                      <a:pt x="357" y="136"/>
                    </a:lnTo>
                    <a:lnTo>
                      <a:pt x="35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2" name="Google Shape;3502;p70"/>
              <p:cNvSpPr/>
              <p:nvPr/>
            </p:nvSpPr>
            <p:spPr>
              <a:xfrm>
                <a:off x="3397931" y="578586"/>
                <a:ext cx="14457" cy="4649"/>
              </a:xfrm>
              <a:custGeom>
                <a:avLst/>
                <a:gdLst/>
                <a:ahLst/>
                <a:cxnLst/>
                <a:rect l="l" t="t" r="r" b="b"/>
                <a:pathLst>
                  <a:path w="426" h="137" extrusionOk="0">
                    <a:moveTo>
                      <a:pt x="1" y="1"/>
                    </a:moveTo>
                    <a:lnTo>
                      <a:pt x="1" y="136"/>
                    </a:lnTo>
                    <a:lnTo>
                      <a:pt x="425" y="136"/>
                    </a:lnTo>
                    <a:lnTo>
                      <a:pt x="42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3" name="Google Shape;3503;p70"/>
              <p:cNvSpPr/>
              <p:nvPr/>
            </p:nvSpPr>
            <p:spPr>
              <a:xfrm>
                <a:off x="3424131" y="666688"/>
                <a:ext cx="3496" cy="4344"/>
              </a:xfrm>
              <a:custGeom>
                <a:avLst/>
                <a:gdLst/>
                <a:ahLst/>
                <a:cxnLst/>
                <a:rect l="l" t="t" r="r" b="b"/>
                <a:pathLst>
                  <a:path w="103" h="128" extrusionOk="0">
                    <a:moveTo>
                      <a:pt x="1" y="0"/>
                    </a:moveTo>
                    <a:lnTo>
                      <a:pt x="1" y="128"/>
                    </a:lnTo>
                    <a:lnTo>
                      <a:pt x="103" y="128"/>
                    </a:lnTo>
                    <a:lnTo>
                      <a:pt x="10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4" name="Google Shape;3504;p70"/>
              <p:cNvSpPr/>
              <p:nvPr/>
            </p:nvSpPr>
            <p:spPr>
              <a:xfrm>
                <a:off x="3322794" y="561889"/>
                <a:ext cx="40929" cy="119494"/>
              </a:xfrm>
              <a:custGeom>
                <a:avLst/>
                <a:gdLst/>
                <a:ahLst/>
                <a:cxnLst/>
                <a:rect l="l" t="t" r="r" b="b"/>
                <a:pathLst>
                  <a:path w="1206" h="3521" extrusionOk="0">
                    <a:moveTo>
                      <a:pt x="1" y="1"/>
                    </a:moveTo>
                    <a:lnTo>
                      <a:pt x="52" y="3521"/>
                    </a:lnTo>
                    <a:lnTo>
                      <a:pt x="1205" y="3521"/>
                    </a:lnTo>
                    <a:lnTo>
                      <a:pt x="117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5" name="Google Shape;3505;p70"/>
              <p:cNvSpPr/>
              <p:nvPr/>
            </p:nvSpPr>
            <p:spPr>
              <a:xfrm>
                <a:off x="3357342" y="561889"/>
                <a:ext cx="22195" cy="119494"/>
              </a:xfrm>
              <a:custGeom>
                <a:avLst/>
                <a:gdLst/>
                <a:ahLst/>
                <a:cxnLst/>
                <a:rect l="l" t="t" r="r" b="b"/>
                <a:pathLst>
                  <a:path w="654" h="3521" extrusionOk="0">
                    <a:moveTo>
                      <a:pt x="137" y="1"/>
                    </a:moveTo>
                    <a:lnTo>
                      <a:pt x="1" y="3521"/>
                    </a:lnTo>
                    <a:lnTo>
                      <a:pt x="629" y="3521"/>
                    </a:lnTo>
                    <a:lnTo>
                      <a:pt x="65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6" name="Google Shape;3506;p70"/>
              <p:cNvSpPr/>
              <p:nvPr/>
            </p:nvSpPr>
            <p:spPr>
              <a:xfrm>
                <a:off x="3395081" y="671880"/>
                <a:ext cx="17308" cy="6346"/>
              </a:xfrm>
              <a:custGeom>
                <a:avLst/>
                <a:gdLst/>
                <a:ahLst/>
                <a:cxnLst/>
                <a:rect l="l" t="t" r="r" b="b"/>
                <a:pathLst>
                  <a:path w="510" h="187" extrusionOk="0">
                    <a:moveTo>
                      <a:pt x="0" y="0"/>
                    </a:moveTo>
                    <a:lnTo>
                      <a:pt x="0" y="187"/>
                    </a:lnTo>
                    <a:lnTo>
                      <a:pt x="509" y="187"/>
                    </a:lnTo>
                    <a:lnTo>
                      <a:pt x="50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7" name="Google Shape;3507;p70"/>
              <p:cNvSpPr/>
              <p:nvPr/>
            </p:nvSpPr>
            <p:spPr>
              <a:xfrm>
                <a:off x="3262678" y="598137"/>
                <a:ext cx="65364" cy="82943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2444" extrusionOk="0">
                    <a:moveTo>
                      <a:pt x="51" y="1"/>
                    </a:moveTo>
                    <a:lnTo>
                      <a:pt x="0" y="2444"/>
                    </a:lnTo>
                    <a:lnTo>
                      <a:pt x="1926" y="2444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08" name="Google Shape;3508;p70"/>
            <p:cNvGrpSpPr/>
            <p:nvPr/>
          </p:nvGrpSpPr>
          <p:grpSpPr>
            <a:xfrm>
              <a:off x="2545762" y="320428"/>
              <a:ext cx="237277" cy="136395"/>
              <a:chOff x="3220874" y="332628"/>
              <a:chExt cx="237277" cy="136395"/>
            </a:xfrm>
          </p:grpSpPr>
          <p:sp>
            <p:nvSpPr>
              <p:cNvPr id="3509" name="Google Shape;3509;p70"/>
              <p:cNvSpPr/>
              <p:nvPr/>
            </p:nvSpPr>
            <p:spPr>
              <a:xfrm>
                <a:off x="3408496" y="332628"/>
                <a:ext cx="35866" cy="136395"/>
              </a:xfrm>
              <a:custGeom>
                <a:avLst/>
                <a:gdLst/>
                <a:ahLst/>
                <a:cxnLst/>
                <a:rect l="l" t="t" r="r" b="b"/>
                <a:pathLst>
                  <a:path w="926" h="3521" extrusionOk="0">
                    <a:moveTo>
                      <a:pt x="1" y="0"/>
                    </a:moveTo>
                    <a:lnTo>
                      <a:pt x="43" y="3521"/>
                    </a:lnTo>
                    <a:lnTo>
                      <a:pt x="925" y="3521"/>
                    </a:lnTo>
                    <a:lnTo>
                      <a:pt x="90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0" name="Google Shape;3510;p70"/>
              <p:cNvSpPr/>
              <p:nvPr/>
            </p:nvSpPr>
            <p:spPr>
              <a:xfrm>
                <a:off x="3381228" y="346070"/>
                <a:ext cx="34201" cy="122953"/>
              </a:xfrm>
              <a:custGeom>
                <a:avLst/>
                <a:gdLst/>
                <a:ahLst/>
                <a:cxnLst/>
                <a:rect l="l" t="t" r="r" b="b"/>
                <a:pathLst>
                  <a:path w="883" h="3174" extrusionOk="0">
                    <a:moveTo>
                      <a:pt x="128" y="1"/>
                    </a:moveTo>
                    <a:lnTo>
                      <a:pt x="0" y="3174"/>
                    </a:lnTo>
                    <a:lnTo>
                      <a:pt x="883" y="3174"/>
                    </a:lnTo>
                    <a:lnTo>
                      <a:pt x="85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1" name="Google Shape;3511;p70"/>
              <p:cNvSpPr/>
              <p:nvPr/>
            </p:nvSpPr>
            <p:spPr>
              <a:xfrm>
                <a:off x="3303995" y="332628"/>
                <a:ext cx="76613" cy="136395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3521" extrusionOk="0">
                    <a:moveTo>
                      <a:pt x="69" y="0"/>
                    </a:moveTo>
                    <a:lnTo>
                      <a:pt x="1" y="3521"/>
                    </a:lnTo>
                    <a:lnTo>
                      <a:pt x="1799" y="3521"/>
                    </a:lnTo>
                    <a:lnTo>
                      <a:pt x="197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2" name="Google Shape;3512;p70"/>
              <p:cNvSpPr/>
              <p:nvPr/>
            </p:nvSpPr>
            <p:spPr>
              <a:xfrm>
                <a:off x="3254068" y="343126"/>
                <a:ext cx="73321" cy="125897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3250" extrusionOk="0">
                    <a:moveTo>
                      <a:pt x="85" y="1"/>
                    </a:moveTo>
                    <a:lnTo>
                      <a:pt x="1" y="3250"/>
                    </a:lnTo>
                    <a:lnTo>
                      <a:pt x="1892" y="3250"/>
                    </a:lnTo>
                    <a:lnTo>
                      <a:pt x="179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3" name="Google Shape;3513;p70"/>
              <p:cNvSpPr/>
              <p:nvPr/>
            </p:nvSpPr>
            <p:spPr>
              <a:xfrm>
                <a:off x="3438747" y="332628"/>
                <a:ext cx="19405" cy="136395"/>
              </a:xfrm>
              <a:custGeom>
                <a:avLst/>
                <a:gdLst/>
                <a:ahLst/>
                <a:cxnLst/>
                <a:rect l="l" t="t" r="r" b="b"/>
                <a:pathLst>
                  <a:path w="501" h="3521" extrusionOk="0">
                    <a:moveTo>
                      <a:pt x="102" y="0"/>
                    </a:moveTo>
                    <a:lnTo>
                      <a:pt x="0" y="3521"/>
                    </a:lnTo>
                    <a:lnTo>
                      <a:pt x="475" y="3521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4" name="Google Shape;3514;p70"/>
              <p:cNvSpPr/>
              <p:nvPr/>
            </p:nvSpPr>
            <p:spPr>
              <a:xfrm>
                <a:off x="3411130" y="346070"/>
                <a:ext cx="25331" cy="122953"/>
              </a:xfrm>
              <a:custGeom>
                <a:avLst/>
                <a:gdLst/>
                <a:ahLst/>
                <a:cxnLst/>
                <a:rect l="l" t="t" r="r" b="b"/>
                <a:pathLst>
                  <a:path w="654" h="3174" extrusionOk="0">
                    <a:moveTo>
                      <a:pt x="60" y="1"/>
                    </a:moveTo>
                    <a:lnTo>
                      <a:pt x="0" y="3174"/>
                    </a:lnTo>
                    <a:lnTo>
                      <a:pt x="628" y="3174"/>
                    </a:lnTo>
                    <a:lnTo>
                      <a:pt x="65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5" name="Google Shape;3515;p70"/>
              <p:cNvSpPr/>
              <p:nvPr/>
            </p:nvSpPr>
            <p:spPr>
              <a:xfrm>
                <a:off x="3359887" y="332628"/>
                <a:ext cx="40437" cy="136395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3521" extrusionOk="0">
                    <a:moveTo>
                      <a:pt x="0" y="0"/>
                    </a:moveTo>
                    <a:lnTo>
                      <a:pt x="93" y="3521"/>
                    </a:lnTo>
                    <a:lnTo>
                      <a:pt x="1043" y="3521"/>
                    </a:lnTo>
                    <a:lnTo>
                      <a:pt x="101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6" name="Google Shape;3516;p70"/>
              <p:cNvSpPr/>
              <p:nvPr/>
            </p:nvSpPr>
            <p:spPr>
              <a:xfrm>
                <a:off x="3320457" y="343126"/>
                <a:ext cx="31877" cy="125897"/>
              </a:xfrm>
              <a:custGeom>
                <a:avLst/>
                <a:gdLst/>
                <a:ahLst/>
                <a:cxnLst/>
                <a:rect l="l" t="t" r="r" b="b"/>
                <a:pathLst>
                  <a:path w="823" h="3250" extrusionOk="0">
                    <a:moveTo>
                      <a:pt x="76" y="1"/>
                    </a:moveTo>
                    <a:lnTo>
                      <a:pt x="0" y="3250"/>
                    </a:lnTo>
                    <a:lnTo>
                      <a:pt x="823" y="3250"/>
                    </a:lnTo>
                    <a:lnTo>
                      <a:pt x="823" y="85"/>
                    </a:lnTo>
                    <a:lnTo>
                      <a:pt x="7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7" name="Google Shape;3517;p70"/>
              <p:cNvSpPr/>
              <p:nvPr/>
            </p:nvSpPr>
            <p:spPr>
              <a:xfrm>
                <a:off x="3220874" y="374347"/>
                <a:ext cx="71694" cy="94674"/>
              </a:xfrm>
              <a:custGeom>
                <a:avLst/>
                <a:gdLst/>
                <a:ahLst/>
                <a:cxnLst/>
                <a:rect l="l" t="t" r="r" b="b"/>
                <a:pathLst>
                  <a:path w="1851" h="2444" extrusionOk="0">
                    <a:moveTo>
                      <a:pt x="60" y="1"/>
                    </a:moveTo>
                    <a:lnTo>
                      <a:pt x="1" y="2444"/>
                    </a:lnTo>
                    <a:lnTo>
                      <a:pt x="1850" y="2444"/>
                    </a:lnTo>
                    <a:lnTo>
                      <a:pt x="181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8" name="Google Shape;3518;p70"/>
              <p:cNvSpPr/>
              <p:nvPr/>
            </p:nvSpPr>
            <p:spPr>
              <a:xfrm>
                <a:off x="3285597" y="374347"/>
                <a:ext cx="27306" cy="94674"/>
              </a:xfrm>
              <a:custGeom>
                <a:avLst/>
                <a:gdLst/>
                <a:ahLst/>
                <a:cxnLst/>
                <a:rect l="l" t="t" r="r" b="b"/>
                <a:pathLst>
                  <a:path w="705" h="2444" extrusionOk="0">
                    <a:moveTo>
                      <a:pt x="35" y="1"/>
                    </a:moveTo>
                    <a:lnTo>
                      <a:pt x="1" y="2444"/>
                    </a:lnTo>
                    <a:lnTo>
                      <a:pt x="705" y="2444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9" name="Google Shape;3519;p70"/>
              <p:cNvSpPr/>
              <p:nvPr/>
            </p:nvSpPr>
            <p:spPr>
              <a:xfrm>
                <a:off x="3414732" y="443027"/>
                <a:ext cx="18785" cy="8251"/>
              </a:xfrm>
              <a:custGeom>
                <a:avLst/>
                <a:gdLst/>
                <a:ahLst/>
                <a:cxnLst/>
                <a:rect l="l" t="t" r="r" b="b"/>
                <a:pathLst>
                  <a:path w="485" h="213" extrusionOk="0">
                    <a:moveTo>
                      <a:pt x="1" y="0"/>
                    </a:moveTo>
                    <a:lnTo>
                      <a:pt x="1" y="213"/>
                    </a:lnTo>
                    <a:lnTo>
                      <a:pt x="484" y="213"/>
                    </a:lnTo>
                    <a:lnTo>
                      <a:pt x="48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0" name="Google Shape;3520;p70"/>
              <p:cNvSpPr/>
              <p:nvPr/>
            </p:nvSpPr>
            <p:spPr>
              <a:xfrm>
                <a:off x="3365774" y="335572"/>
                <a:ext cx="29630" cy="14178"/>
              </a:xfrm>
              <a:custGeom>
                <a:avLst/>
                <a:gdLst/>
                <a:ahLst/>
                <a:cxnLst/>
                <a:rect l="l" t="t" r="r" b="b"/>
                <a:pathLst>
                  <a:path w="765" h="366" extrusionOk="0">
                    <a:moveTo>
                      <a:pt x="764" y="1"/>
                    </a:moveTo>
                    <a:lnTo>
                      <a:pt x="1" y="17"/>
                    </a:lnTo>
                    <a:lnTo>
                      <a:pt x="1" y="365"/>
                    </a:lnTo>
                    <a:lnTo>
                      <a:pt x="764" y="348"/>
                    </a:lnTo>
                    <a:lnTo>
                      <a:pt x="76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1" name="Google Shape;3521;p70"/>
              <p:cNvSpPr/>
              <p:nvPr/>
            </p:nvSpPr>
            <p:spPr>
              <a:xfrm>
                <a:off x="3369725" y="450270"/>
                <a:ext cx="25990" cy="14139"/>
              </a:xfrm>
              <a:custGeom>
                <a:avLst/>
                <a:gdLst/>
                <a:ahLst/>
                <a:cxnLst/>
                <a:rect l="l" t="t" r="r" b="b"/>
                <a:pathLst>
                  <a:path w="671" h="365" extrusionOk="0">
                    <a:moveTo>
                      <a:pt x="671" y="0"/>
                    </a:moveTo>
                    <a:lnTo>
                      <a:pt x="1" y="26"/>
                    </a:lnTo>
                    <a:lnTo>
                      <a:pt x="1" y="365"/>
                    </a:lnTo>
                    <a:lnTo>
                      <a:pt x="671" y="348"/>
                    </a:lnTo>
                    <a:lnTo>
                      <a:pt x="67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2" name="Google Shape;3522;p70"/>
              <p:cNvSpPr/>
              <p:nvPr/>
            </p:nvSpPr>
            <p:spPr>
              <a:xfrm>
                <a:off x="3420968" y="354321"/>
                <a:ext cx="7282" cy="11505"/>
              </a:xfrm>
              <a:custGeom>
                <a:avLst/>
                <a:gdLst/>
                <a:ahLst/>
                <a:cxnLst/>
                <a:rect l="l" t="t" r="r" b="b"/>
                <a:pathLst>
                  <a:path w="188" h="297" extrusionOk="0">
                    <a:moveTo>
                      <a:pt x="94" y="0"/>
                    </a:moveTo>
                    <a:cubicBezTo>
                      <a:pt x="43" y="0"/>
                      <a:pt x="1" y="59"/>
                      <a:pt x="1" y="144"/>
                    </a:cubicBezTo>
                    <a:cubicBezTo>
                      <a:pt x="1" y="229"/>
                      <a:pt x="43" y="297"/>
                      <a:pt x="94" y="297"/>
                    </a:cubicBezTo>
                    <a:cubicBezTo>
                      <a:pt x="145" y="297"/>
                      <a:pt x="188" y="229"/>
                      <a:pt x="188" y="144"/>
                    </a:cubicBezTo>
                    <a:cubicBezTo>
                      <a:pt x="188" y="59"/>
                      <a:pt x="145" y="0"/>
                      <a:pt x="9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23" name="Google Shape;3523;p70"/>
            <p:cNvGrpSpPr/>
            <p:nvPr/>
          </p:nvGrpSpPr>
          <p:grpSpPr>
            <a:xfrm>
              <a:off x="2783043" y="334496"/>
              <a:ext cx="201555" cy="121802"/>
              <a:chOff x="3410268" y="831871"/>
              <a:chExt cx="201555" cy="121802"/>
            </a:xfrm>
          </p:grpSpPr>
          <p:sp>
            <p:nvSpPr>
              <p:cNvPr id="3524" name="Google Shape;3524;p70"/>
              <p:cNvSpPr/>
              <p:nvPr/>
            </p:nvSpPr>
            <p:spPr>
              <a:xfrm>
                <a:off x="3580397" y="831871"/>
                <a:ext cx="31426" cy="119494"/>
              </a:xfrm>
              <a:custGeom>
                <a:avLst/>
                <a:gdLst/>
                <a:ahLst/>
                <a:cxnLst/>
                <a:rect l="l" t="t" r="r" b="b"/>
                <a:pathLst>
                  <a:path w="926" h="3521" extrusionOk="0">
                    <a:moveTo>
                      <a:pt x="1" y="0"/>
                    </a:moveTo>
                    <a:lnTo>
                      <a:pt x="43" y="3521"/>
                    </a:lnTo>
                    <a:lnTo>
                      <a:pt x="925" y="3521"/>
                    </a:lnTo>
                    <a:lnTo>
                      <a:pt x="90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5" name="Google Shape;3525;p70"/>
              <p:cNvSpPr/>
              <p:nvPr/>
            </p:nvSpPr>
            <p:spPr>
              <a:xfrm>
                <a:off x="3556233" y="845955"/>
                <a:ext cx="30238" cy="107718"/>
              </a:xfrm>
              <a:custGeom>
                <a:avLst/>
                <a:gdLst/>
                <a:ahLst/>
                <a:cxnLst/>
                <a:rect l="l" t="t" r="r" b="b"/>
                <a:pathLst>
                  <a:path w="891" h="3174" extrusionOk="0">
                    <a:moveTo>
                      <a:pt x="136" y="1"/>
                    </a:moveTo>
                    <a:lnTo>
                      <a:pt x="0" y="3173"/>
                    </a:lnTo>
                    <a:lnTo>
                      <a:pt x="891" y="3173"/>
                    </a:lnTo>
                    <a:lnTo>
                      <a:pt x="86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6" name="Google Shape;3526;p70"/>
              <p:cNvSpPr/>
              <p:nvPr/>
            </p:nvSpPr>
            <p:spPr>
              <a:xfrm>
                <a:off x="3473324" y="831871"/>
                <a:ext cx="67094" cy="119494"/>
              </a:xfrm>
              <a:custGeom>
                <a:avLst/>
                <a:gdLst/>
                <a:ahLst/>
                <a:cxnLst/>
                <a:rect l="l" t="t" r="r" b="b"/>
                <a:pathLst>
                  <a:path w="1977" h="3521" extrusionOk="0">
                    <a:moveTo>
                      <a:pt x="68" y="0"/>
                    </a:moveTo>
                    <a:lnTo>
                      <a:pt x="0" y="3521"/>
                    </a:lnTo>
                    <a:lnTo>
                      <a:pt x="1798" y="3521"/>
                    </a:lnTo>
                    <a:lnTo>
                      <a:pt x="197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7" name="Google Shape;3527;p70"/>
              <p:cNvSpPr/>
              <p:nvPr/>
            </p:nvSpPr>
            <p:spPr>
              <a:xfrm>
                <a:off x="3429273" y="841068"/>
                <a:ext cx="64515" cy="110297"/>
              </a:xfrm>
              <a:custGeom>
                <a:avLst/>
                <a:gdLst/>
                <a:ahLst/>
                <a:cxnLst/>
                <a:rect l="l" t="t" r="r" b="b"/>
                <a:pathLst>
                  <a:path w="1901" h="3250" extrusionOk="0">
                    <a:moveTo>
                      <a:pt x="93" y="1"/>
                    </a:moveTo>
                    <a:lnTo>
                      <a:pt x="0" y="3250"/>
                    </a:lnTo>
                    <a:lnTo>
                      <a:pt x="1900" y="3250"/>
                    </a:lnTo>
                    <a:lnTo>
                      <a:pt x="1807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8" name="Google Shape;3528;p70"/>
              <p:cNvSpPr/>
              <p:nvPr/>
            </p:nvSpPr>
            <p:spPr>
              <a:xfrm>
                <a:off x="3522262" y="831871"/>
                <a:ext cx="35431" cy="119494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3521" extrusionOk="0">
                    <a:moveTo>
                      <a:pt x="0" y="0"/>
                    </a:moveTo>
                    <a:lnTo>
                      <a:pt x="94" y="3521"/>
                    </a:lnTo>
                    <a:lnTo>
                      <a:pt x="1044" y="3521"/>
                    </a:lnTo>
                    <a:lnTo>
                      <a:pt x="101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9" name="Google Shape;3529;p70"/>
              <p:cNvSpPr/>
              <p:nvPr/>
            </p:nvSpPr>
            <p:spPr>
              <a:xfrm>
                <a:off x="3487408" y="841068"/>
                <a:ext cx="28270" cy="110297"/>
              </a:xfrm>
              <a:custGeom>
                <a:avLst/>
                <a:gdLst/>
                <a:ahLst/>
                <a:cxnLst/>
                <a:rect l="l" t="t" r="r" b="b"/>
                <a:pathLst>
                  <a:path w="833" h="3250" extrusionOk="0">
                    <a:moveTo>
                      <a:pt x="86" y="1"/>
                    </a:moveTo>
                    <a:lnTo>
                      <a:pt x="1" y="3250"/>
                    </a:lnTo>
                    <a:lnTo>
                      <a:pt x="832" y="3250"/>
                    </a:lnTo>
                    <a:lnTo>
                      <a:pt x="832" y="85"/>
                    </a:lnTo>
                    <a:lnTo>
                      <a:pt x="86" y="1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0" name="Google Shape;3530;p70"/>
              <p:cNvSpPr/>
              <p:nvPr/>
            </p:nvSpPr>
            <p:spPr>
              <a:xfrm>
                <a:off x="3410268" y="868421"/>
                <a:ext cx="65364" cy="82943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2444" extrusionOk="0">
                    <a:moveTo>
                      <a:pt x="51" y="1"/>
                    </a:moveTo>
                    <a:lnTo>
                      <a:pt x="0" y="2444"/>
                    </a:lnTo>
                    <a:lnTo>
                      <a:pt x="1926" y="2444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1" name="Google Shape;3531;p70"/>
              <p:cNvSpPr/>
              <p:nvPr/>
            </p:nvSpPr>
            <p:spPr>
              <a:xfrm>
                <a:off x="3527421" y="834450"/>
                <a:ext cx="25657" cy="12421"/>
              </a:xfrm>
              <a:custGeom>
                <a:avLst/>
                <a:gdLst/>
                <a:ahLst/>
                <a:cxnLst/>
                <a:rect l="l" t="t" r="r" b="b"/>
                <a:pathLst>
                  <a:path w="756" h="366" extrusionOk="0">
                    <a:moveTo>
                      <a:pt x="756" y="1"/>
                    </a:moveTo>
                    <a:lnTo>
                      <a:pt x="1" y="17"/>
                    </a:lnTo>
                    <a:lnTo>
                      <a:pt x="1" y="365"/>
                    </a:lnTo>
                    <a:lnTo>
                      <a:pt x="756" y="348"/>
                    </a:lnTo>
                    <a:lnTo>
                      <a:pt x="75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2" name="Google Shape;3532;p70"/>
              <p:cNvSpPr/>
              <p:nvPr/>
            </p:nvSpPr>
            <p:spPr>
              <a:xfrm>
                <a:off x="3530882" y="934939"/>
                <a:ext cx="22501" cy="12387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65" extrusionOk="0">
                    <a:moveTo>
                      <a:pt x="662" y="0"/>
                    </a:moveTo>
                    <a:lnTo>
                      <a:pt x="1" y="26"/>
                    </a:lnTo>
                    <a:lnTo>
                      <a:pt x="1" y="365"/>
                    </a:lnTo>
                    <a:lnTo>
                      <a:pt x="662" y="348"/>
                    </a:lnTo>
                    <a:lnTo>
                      <a:pt x="66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33" name="Google Shape;3533;p70"/>
            <p:cNvGrpSpPr/>
            <p:nvPr/>
          </p:nvGrpSpPr>
          <p:grpSpPr>
            <a:xfrm>
              <a:off x="2544653" y="484563"/>
              <a:ext cx="239510" cy="131303"/>
              <a:chOff x="3262678" y="550088"/>
              <a:chExt cx="239510" cy="131303"/>
            </a:xfrm>
          </p:grpSpPr>
          <p:sp>
            <p:nvSpPr>
              <p:cNvPr id="3534" name="Google Shape;3534;p70"/>
              <p:cNvSpPr/>
              <p:nvPr/>
            </p:nvSpPr>
            <p:spPr>
              <a:xfrm>
                <a:off x="3438826" y="571086"/>
                <a:ext cx="45239" cy="110297"/>
              </a:xfrm>
              <a:custGeom>
                <a:avLst/>
                <a:gdLst/>
                <a:ahLst/>
                <a:cxnLst/>
                <a:rect l="l" t="t" r="r" b="b"/>
                <a:pathLst>
                  <a:path w="1333" h="3250" extrusionOk="0">
                    <a:moveTo>
                      <a:pt x="77" y="1"/>
                    </a:moveTo>
                    <a:lnTo>
                      <a:pt x="0" y="3250"/>
                    </a:lnTo>
                    <a:lnTo>
                      <a:pt x="1332" y="3250"/>
                    </a:lnTo>
                    <a:lnTo>
                      <a:pt x="125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535" name="Google Shape;3535;p70"/>
              <p:cNvGrpSpPr/>
              <p:nvPr/>
            </p:nvGrpSpPr>
            <p:grpSpPr>
              <a:xfrm>
                <a:off x="3440251" y="598168"/>
                <a:ext cx="35465" cy="83215"/>
                <a:chOff x="4010214" y="1172156"/>
                <a:chExt cx="35465" cy="83215"/>
              </a:xfrm>
            </p:grpSpPr>
            <p:sp>
              <p:nvSpPr>
                <p:cNvPr id="3536" name="Google Shape;3536;p70"/>
                <p:cNvSpPr/>
                <p:nvPr/>
              </p:nvSpPr>
              <p:spPr>
                <a:xfrm>
                  <a:off x="4010214" y="1172156"/>
                  <a:ext cx="18462" cy="832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4" h="2452" extrusionOk="0">
                      <a:moveTo>
                        <a:pt x="1" y="0"/>
                      </a:moveTo>
                      <a:lnTo>
                        <a:pt x="52" y="2452"/>
                      </a:lnTo>
                      <a:lnTo>
                        <a:pt x="544" y="2452"/>
                      </a:lnTo>
                      <a:lnTo>
                        <a:pt x="518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37" name="Google Shape;3537;p70"/>
                <p:cNvSpPr/>
                <p:nvPr/>
              </p:nvSpPr>
              <p:spPr>
                <a:xfrm>
                  <a:off x="4023483" y="1172156"/>
                  <a:ext cx="22195" cy="832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4" h="2452" extrusionOk="0">
                      <a:moveTo>
                        <a:pt x="34" y="0"/>
                      </a:moveTo>
                      <a:lnTo>
                        <a:pt x="0" y="2452"/>
                      </a:lnTo>
                      <a:lnTo>
                        <a:pt x="585" y="2452"/>
                      </a:lnTo>
                      <a:lnTo>
                        <a:pt x="653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538" name="Google Shape;3538;p70"/>
              <p:cNvSpPr/>
              <p:nvPr/>
            </p:nvSpPr>
            <p:spPr>
              <a:xfrm>
                <a:off x="3478838" y="571086"/>
                <a:ext cx="23349" cy="110297"/>
              </a:xfrm>
              <a:custGeom>
                <a:avLst/>
                <a:gdLst/>
                <a:ahLst/>
                <a:cxnLst/>
                <a:rect l="l" t="t" r="r" b="b"/>
                <a:pathLst>
                  <a:path w="688" h="3250" extrusionOk="0">
                    <a:moveTo>
                      <a:pt x="68" y="1"/>
                    </a:moveTo>
                    <a:lnTo>
                      <a:pt x="1" y="3250"/>
                    </a:lnTo>
                    <a:lnTo>
                      <a:pt x="688" y="3250"/>
                    </a:lnTo>
                    <a:lnTo>
                      <a:pt x="688" y="86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9" name="Google Shape;3539;p70"/>
              <p:cNvSpPr/>
              <p:nvPr/>
            </p:nvSpPr>
            <p:spPr>
              <a:xfrm>
                <a:off x="3431181" y="567398"/>
                <a:ext cx="17580" cy="113148"/>
              </a:xfrm>
              <a:custGeom>
                <a:avLst/>
                <a:gdLst/>
                <a:ahLst/>
                <a:cxnLst/>
                <a:rect l="l" t="t" r="r" b="b"/>
                <a:pathLst>
                  <a:path w="518" h="3334" extrusionOk="0">
                    <a:moveTo>
                      <a:pt x="60" y="0"/>
                    </a:moveTo>
                    <a:lnTo>
                      <a:pt x="0" y="3334"/>
                    </a:lnTo>
                    <a:lnTo>
                      <a:pt x="501" y="3334"/>
                    </a:lnTo>
                    <a:lnTo>
                      <a:pt x="518" y="17"/>
                    </a:lnTo>
                    <a:lnTo>
                      <a:pt x="6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0" name="Google Shape;3540;p70"/>
              <p:cNvSpPr/>
              <p:nvPr/>
            </p:nvSpPr>
            <p:spPr>
              <a:xfrm>
                <a:off x="3406585" y="674460"/>
                <a:ext cx="7806" cy="4344"/>
              </a:xfrm>
              <a:custGeom>
                <a:avLst/>
                <a:gdLst/>
                <a:ahLst/>
                <a:cxnLst/>
                <a:rect l="l" t="t" r="r" b="b"/>
                <a:pathLst>
                  <a:path w="230" h="128" extrusionOk="0">
                    <a:moveTo>
                      <a:pt x="0" y="0"/>
                    </a:moveTo>
                    <a:lnTo>
                      <a:pt x="0" y="128"/>
                    </a:lnTo>
                    <a:lnTo>
                      <a:pt x="229" y="128"/>
                    </a:lnTo>
                    <a:lnTo>
                      <a:pt x="22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1" name="Google Shape;3541;p70"/>
              <p:cNvSpPr/>
              <p:nvPr/>
            </p:nvSpPr>
            <p:spPr>
              <a:xfrm>
                <a:off x="3375488" y="550088"/>
                <a:ext cx="46942" cy="131303"/>
              </a:xfrm>
              <a:custGeom>
                <a:avLst/>
                <a:gdLst/>
                <a:ahLst/>
                <a:cxnLst/>
                <a:rect l="l" t="t" r="r" b="b"/>
                <a:pathLst>
                  <a:path w="1383" h="3606" extrusionOk="0">
                    <a:moveTo>
                      <a:pt x="0" y="1"/>
                    </a:moveTo>
                    <a:lnTo>
                      <a:pt x="51" y="3606"/>
                    </a:lnTo>
                    <a:lnTo>
                      <a:pt x="1315" y="3606"/>
                    </a:lnTo>
                    <a:lnTo>
                      <a:pt x="138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2" name="Google Shape;3542;p70"/>
              <p:cNvSpPr/>
              <p:nvPr/>
            </p:nvSpPr>
            <p:spPr>
              <a:xfrm>
                <a:off x="3418391" y="550088"/>
                <a:ext cx="13272" cy="131303"/>
              </a:xfrm>
              <a:custGeom>
                <a:avLst/>
                <a:gdLst/>
                <a:ahLst/>
                <a:cxnLst/>
                <a:rect l="l" t="t" r="r" b="b"/>
                <a:pathLst>
                  <a:path w="391" h="3606" extrusionOk="0">
                    <a:moveTo>
                      <a:pt x="77" y="1"/>
                    </a:moveTo>
                    <a:lnTo>
                      <a:pt x="0" y="3606"/>
                    </a:lnTo>
                    <a:lnTo>
                      <a:pt x="373" y="3606"/>
                    </a:lnTo>
                    <a:lnTo>
                      <a:pt x="39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3" name="Google Shape;3543;p70"/>
              <p:cNvSpPr/>
              <p:nvPr/>
            </p:nvSpPr>
            <p:spPr>
              <a:xfrm>
                <a:off x="3345837" y="562194"/>
                <a:ext cx="50974" cy="119189"/>
              </a:xfrm>
              <a:custGeom>
                <a:avLst/>
                <a:gdLst/>
                <a:ahLst/>
                <a:cxnLst/>
                <a:rect l="l" t="t" r="r" b="b"/>
                <a:pathLst>
                  <a:path w="1502" h="3512" extrusionOk="0">
                    <a:moveTo>
                      <a:pt x="0" y="0"/>
                    </a:moveTo>
                    <a:lnTo>
                      <a:pt x="43" y="3512"/>
                    </a:lnTo>
                    <a:lnTo>
                      <a:pt x="1502" y="3512"/>
                    </a:lnTo>
                    <a:lnTo>
                      <a:pt x="134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4" name="Google Shape;3544;p70"/>
              <p:cNvSpPr/>
              <p:nvPr/>
            </p:nvSpPr>
            <p:spPr>
              <a:xfrm>
                <a:off x="3388157" y="562194"/>
                <a:ext cx="26811" cy="119189"/>
              </a:xfrm>
              <a:custGeom>
                <a:avLst/>
                <a:gdLst/>
                <a:ahLst/>
                <a:cxnLst/>
                <a:rect l="l" t="t" r="r" b="b"/>
                <a:pathLst>
                  <a:path w="790" h="3512" extrusionOk="0">
                    <a:moveTo>
                      <a:pt x="85" y="0"/>
                    </a:moveTo>
                    <a:lnTo>
                      <a:pt x="0" y="3512"/>
                    </a:lnTo>
                    <a:lnTo>
                      <a:pt x="764" y="3512"/>
                    </a:lnTo>
                    <a:lnTo>
                      <a:pt x="789" y="85"/>
                    </a:lnTo>
                    <a:lnTo>
                      <a:pt x="8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5" name="Google Shape;3545;p70"/>
              <p:cNvSpPr/>
              <p:nvPr/>
            </p:nvSpPr>
            <p:spPr>
              <a:xfrm>
                <a:off x="3395081" y="659188"/>
                <a:ext cx="17308" cy="4649"/>
              </a:xfrm>
              <a:custGeom>
                <a:avLst/>
                <a:gdLst/>
                <a:ahLst/>
                <a:cxnLst/>
                <a:rect l="l" t="t" r="r" b="b"/>
                <a:pathLst>
                  <a:path w="510" h="137" extrusionOk="0">
                    <a:moveTo>
                      <a:pt x="0" y="1"/>
                    </a:moveTo>
                    <a:lnTo>
                      <a:pt x="0" y="137"/>
                    </a:lnTo>
                    <a:lnTo>
                      <a:pt x="509" y="137"/>
                    </a:lnTo>
                    <a:lnTo>
                      <a:pt x="50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6" name="Google Shape;3546;p70"/>
              <p:cNvSpPr/>
              <p:nvPr/>
            </p:nvSpPr>
            <p:spPr>
              <a:xfrm>
                <a:off x="3400239" y="567930"/>
                <a:ext cx="12150" cy="4649"/>
              </a:xfrm>
              <a:custGeom>
                <a:avLst/>
                <a:gdLst/>
                <a:ahLst/>
                <a:cxnLst/>
                <a:rect l="l" t="t" r="r" b="b"/>
                <a:pathLst>
                  <a:path w="358" h="137" extrusionOk="0">
                    <a:moveTo>
                      <a:pt x="1" y="1"/>
                    </a:moveTo>
                    <a:lnTo>
                      <a:pt x="1" y="136"/>
                    </a:lnTo>
                    <a:lnTo>
                      <a:pt x="357" y="136"/>
                    </a:lnTo>
                    <a:lnTo>
                      <a:pt x="35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7" name="Google Shape;3547;p70"/>
              <p:cNvSpPr/>
              <p:nvPr/>
            </p:nvSpPr>
            <p:spPr>
              <a:xfrm>
                <a:off x="3397931" y="578586"/>
                <a:ext cx="14457" cy="4649"/>
              </a:xfrm>
              <a:custGeom>
                <a:avLst/>
                <a:gdLst/>
                <a:ahLst/>
                <a:cxnLst/>
                <a:rect l="l" t="t" r="r" b="b"/>
                <a:pathLst>
                  <a:path w="426" h="137" extrusionOk="0">
                    <a:moveTo>
                      <a:pt x="1" y="1"/>
                    </a:moveTo>
                    <a:lnTo>
                      <a:pt x="1" y="136"/>
                    </a:lnTo>
                    <a:lnTo>
                      <a:pt x="425" y="136"/>
                    </a:lnTo>
                    <a:lnTo>
                      <a:pt x="42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8" name="Google Shape;3548;p70"/>
              <p:cNvSpPr/>
              <p:nvPr/>
            </p:nvSpPr>
            <p:spPr>
              <a:xfrm>
                <a:off x="3424131" y="666688"/>
                <a:ext cx="3496" cy="4344"/>
              </a:xfrm>
              <a:custGeom>
                <a:avLst/>
                <a:gdLst/>
                <a:ahLst/>
                <a:cxnLst/>
                <a:rect l="l" t="t" r="r" b="b"/>
                <a:pathLst>
                  <a:path w="103" h="128" extrusionOk="0">
                    <a:moveTo>
                      <a:pt x="1" y="0"/>
                    </a:moveTo>
                    <a:lnTo>
                      <a:pt x="1" y="128"/>
                    </a:lnTo>
                    <a:lnTo>
                      <a:pt x="103" y="128"/>
                    </a:lnTo>
                    <a:lnTo>
                      <a:pt x="10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9" name="Google Shape;3549;p70"/>
              <p:cNvSpPr/>
              <p:nvPr/>
            </p:nvSpPr>
            <p:spPr>
              <a:xfrm>
                <a:off x="3322794" y="561889"/>
                <a:ext cx="40929" cy="119494"/>
              </a:xfrm>
              <a:custGeom>
                <a:avLst/>
                <a:gdLst/>
                <a:ahLst/>
                <a:cxnLst/>
                <a:rect l="l" t="t" r="r" b="b"/>
                <a:pathLst>
                  <a:path w="1206" h="3521" extrusionOk="0">
                    <a:moveTo>
                      <a:pt x="1" y="1"/>
                    </a:moveTo>
                    <a:lnTo>
                      <a:pt x="52" y="3521"/>
                    </a:lnTo>
                    <a:lnTo>
                      <a:pt x="1205" y="3521"/>
                    </a:lnTo>
                    <a:lnTo>
                      <a:pt x="117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0" name="Google Shape;3550;p70"/>
              <p:cNvSpPr/>
              <p:nvPr/>
            </p:nvSpPr>
            <p:spPr>
              <a:xfrm>
                <a:off x="3357342" y="561889"/>
                <a:ext cx="22195" cy="119494"/>
              </a:xfrm>
              <a:custGeom>
                <a:avLst/>
                <a:gdLst/>
                <a:ahLst/>
                <a:cxnLst/>
                <a:rect l="l" t="t" r="r" b="b"/>
                <a:pathLst>
                  <a:path w="654" h="3521" extrusionOk="0">
                    <a:moveTo>
                      <a:pt x="137" y="1"/>
                    </a:moveTo>
                    <a:lnTo>
                      <a:pt x="1" y="3521"/>
                    </a:lnTo>
                    <a:lnTo>
                      <a:pt x="629" y="3521"/>
                    </a:lnTo>
                    <a:lnTo>
                      <a:pt x="65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1" name="Google Shape;3551;p70"/>
              <p:cNvSpPr/>
              <p:nvPr/>
            </p:nvSpPr>
            <p:spPr>
              <a:xfrm>
                <a:off x="3395081" y="671880"/>
                <a:ext cx="17308" cy="6346"/>
              </a:xfrm>
              <a:custGeom>
                <a:avLst/>
                <a:gdLst/>
                <a:ahLst/>
                <a:cxnLst/>
                <a:rect l="l" t="t" r="r" b="b"/>
                <a:pathLst>
                  <a:path w="510" h="187" extrusionOk="0">
                    <a:moveTo>
                      <a:pt x="0" y="0"/>
                    </a:moveTo>
                    <a:lnTo>
                      <a:pt x="0" y="187"/>
                    </a:lnTo>
                    <a:lnTo>
                      <a:pt x="509" y="187"/>
                    </a:lnTo>
                    <a:lnTo>
                      <a:pt x="50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2" name="Google Shape;3552;p70"/>
              <p:cNvSpPr/>
              <p:nvPr/>
            </p:nvSpPr>
            <p:spPr>
              <a:xfrm>
                <a:off x="3262678" y="598137"/>
                <a:ext cx="65364" cy="82943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2444" extrusionOk="0">
                    <a:moveTo>
                      <a:pt x="51" y="1"/>
                    </a:moveTo>
                    <a:lnTo>
                      <a:pt x="0" y="2444"/>
                    </a:lnTo>
                    <a:lnTo>
                      <a:pt x="1926" y="2444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53" name="Google Shape;3553;p70"/>
            <p:cNvGrpSpPr/>
            <p:nvPr/>
          </p:nvGrpSpPr>
          <p:grpSpPr>
            <a:xfrm flipH="1">
              <a:off x="2758253" y="643619"/>
              <a:ext cx="239510" cy="131303"/>
              <a:chOff x="3262678" y="550088"/>
              <a:chExt cx="239510" cy="131303"/>
            </a:xfrm>
          </p:grpSpPr>
          <p:sp>
            <p:nvSpPr>
              <p:cNvPr id="3554" name="Google Shape;3554;p70"/>
              <p:cNvSpPr/>
              <p:nvPr/>
            </p:nvSpPr>
            <p:spPr>
              <a:xfrm>
                <a:off x="3438826" y="571086"/>
                <a:ext cx="45239" cy="110297"/>
              </a:xfrm>
              <a:custGeom>
                <a:avLst/>
                <a:gdLst/>
                <a:ahLst/>
                <a:cxnLst/>
                <a:rect l="l" t="t" r="r" b="b"/>
                <a:pathLst>
                  <a:path w="1333" h="3250" extrusionOk="0">
                    <a:moveTo>
                      <a:pt x="77" y="1"/>
                    </a:moveTo>
                    <a:lnTo>
                      <a:pt x="0" y="3250"/>
                    </a:lnTo>
                    <a:lnTo>
                      <a:pt x="1332" y="3250"/>
                    </a:lnTo>
                    <a:lnTo>
                      <a:pt x="125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555" name="Google Shape;3555;p70"/>
              <p:cNvGrpSpPr/>
              <p:nvPr/>
            </p:nvGrpSpPr>
            <p:grpSpPr>
              <a:xfrm>
                <a:off x="3440251" y="598168"/>
                <a:ext cx="35465" cy="83215"/>
                <a:chOff x="4010214" y="1172156"/>
                <a:chExt cx="35465" cy="83215"/>
              </a:xfrm>
            </p:grpSpPr>
            <p:sp>
              <p:nvSpPr>
                <p:cNvPr id="3556" name="Google Shape;3556;p70"/>
                <p:cNvSpPr/>
                <p:nvPr/>
              </p:nvSpPr>
              <p:spPr>
                <a:xfrm>
                  <a:off x="4010214" y="1172156"/>
                  <a:ext cx="18462" cy="832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4" h="2452" extrusionOk="0">
                      <a:moveTo>
                        <a:pt x="1" y="0"/>
                      </a:moveTo>
                      <a:lnTo>
                        <a:pt x="52" y="2452"/>
                      </a:lnTo>
                      <a:lnTo>
                        <a:pt x="544" y="2452"/>
                      </a:lnTo>
                      <a:lnTo>
                        <a:pt x="518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57" name="Google Shape;3557;p70"/>
                <p:cNvSpPr/>
                <p:nvPr/>
              </p:nvSpPr>
              <p:spPr>
                <a:xfrm>
                  <a:off x="4023483" y="1172156"/>
                  <a:ext cx="22195" cy="832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4" h="2452" extrusionOk="0">
                      <a:moveTo>
                        <a:pt x="34" y="0"/>
                      </a:moveTo>
                      <a:lnTo>
                        <a:pt x="0" y="2452"/>
                      </a:lnTo>
                      <a:lnTo>
                        <a:pt x="585" y="2452"/>
                      </a:lnTo>
                      <a:lnTo>
                        <a:pt x="653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558" name="Google Shape;3558;p70"/>
              <p:cNvSpPr/>
              <p:nvPr/>
            </p:nvSpPr>
            <p:spPr>
              <a:xfrm>
                <a:off x="3478838" y="571086"/>
                <a:ext cx="23349" cy="110297"/>
              </a:xfrm>
              <a:custGeom>
                <a:avLst/>
                <a:gdLst/>
                <a:ahLst/>
                <a:cxnLst/>
                <a:rect l="l" t="t" r="r" b="b"/>
                <a:pathLst>
                  <a:path w="688" h="3250" extrusionOk="0">
                    <a:moveTo>
                      <a:pt x="68" y="1"/>
                    </a:moveTo>
                    <a:lnTo>
                      <a:pt x="1" y="3250"/>
                    </a:lnTo>
                    <a:lnTo>
                      <a:pt x="688" y="3250"/>
                    </a:lnTo>
                    <a:lnTo>
                      <a:pt x="688" y="86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9" name="Google Shape;3559;p70"/>
              <p:cNvSpPr/>
              <p:nvPr/>
            </p:nvSpPr>
            <p:spPr>
              <a:xfrm>
                <a:off x="3431181" y="567398"/>
                <a:ext cx="17580" cy="113148"/>
              </a:xfrm>
              <a:custGeom>
                <a:avLst/>
                <a:gdLst/>
                <a:ahLst/>
                <a:cxnLst/>
                <a:rect l="l" t="t" r="r" b="b"/>
                <a:pathLst>
                  <a:path w="518" h="3334" extrusionOk="0">
                    <a:moveTo>
                      <a:pt x="60" y="0"/>
                    </a:moveTo>
                    <a:lnTo>
                      <a:pt x="0" y="3334"/>
                    </a:lnTo>
                    <a:lnTo>
                      <a:pt x="501" y="3334"/>
                    </a:lnTo>
                    <a:lnTo>
                      <a:pt x="518" y="17"/>
                    </a:lnTo>
                    <a:lnTo>
                      <a:pt x="6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0" name="Google Shape;3560;p70"/>
              <p:cNvSpPr/>
              <p:nvPr/>
            </p:nvSpPr>
            <p:spPr>
              <a:xfrm>
                <a:off x="3406585" y="674460"/>
                <a:ext cx="7806" cy="4344"/>
              </a:xfrm>
              <a:custGeom>
                <a:avLst/>
                <a:gdLst/>
                <a:ahLst/>
                <a:cxnLst/>
                <a:rect l="l" t="t" r="r" b="b"/>
                <a:pathLst>
                  <a:path w="230" h="128" extrusionOk="0">
                    <a:moveTo>
                      <a:pt x="0" y="0"/>
                    </a:moveTo>
                    <a:lnTo>
                      <a:pt x="0" y="128"/>
                    </a:lnTo>
                    <a:lnTo>
                      <a:pt x="229" y="128"/>
                    </a:lnTo>
                    <a:lnTo>
                      <a:pt x="22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1" name="Google Shape;3561;p70"/>
              <p:cNvSpPr/>
              <p:nvPr/>
            </p:nvSpPr>
            <p:spPr>
              <a:xfrm>
                <a:off x="3375488" y="550088"/>
                <a:ext cx="46942" cy="131303"/>
              </a:xfrm>
              <a:custGeom>
                <a:avLst/>
                <a:gdLst/>
                <a:ahLst/>
                <a:cxnLst/>
                <a:rect l="l" t="t" r="r" b="b"/>
                <a:pathLst>
                  <a:path w="1383" h="3606" extrusionOk="0">
                    <a:moveTo>
                      <a:pt x="0" y="1"/>
                    </a:moveTo>
                    <a:lnTo>
                      <a:pt x="51" y="3606"/>
                    </a:lnTo>
                    <a:lnTo>
                      <a:pt x="1315" y="3606"/>
                    </a:lnTo>
                    <a:lnTo>
                      <a:pt x="138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2" name="Google Shape;3562;p70"/>
              <p:cNvSpPr/>
              <p:nvPr/>
            </p:nvSpPr>
            <p:spPr>
              <a:xfrm>
                <a:off x="3418391" y="550088"/>
                <a:ext cx="13272" cy="131303"/>
              </a:xfrm>
              <a:custGeom>
                <a:avLst/>
                <a:gdLst/>
                <a:ahLst/>
                <a:cxnLst/>
                <a:rect l="l" t="t" r="r" b="b"/>
                <a:pathLst>
                  <a:path w="391" h="3606" extrusionOk="0">
                    <a:moveTo>
                      <a:pt x="77" y="1"/>
                    </a:moveTo>
                    <a:lnTo>
                      <a:pt x="0" y="3606"/>
                    </a:lnTo>
                    <a:lnTo>
                      <a:pt x="373" y="3606"/>
                    </a:lnTo>
                    <a:lnTo>
                      <a:pt x="39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3" name="Google Shape;3563;p70"/>
              <p:cNvSpPr/>
              <p:nvPr/>
            </p:nvSpPr>
            <p:spPr>
              <a:xfrm>
                <a:off x="3345837" y="562194"/>
                <a:ext cx="50974" cy="119189"/>
              </a:xfrm>
              <a:custGeom>
                <a:avLst/>
                <a:gdLst/>
                <a:ahLst/>
                <a:cxnLst/>
                <a:rect l="l" t="t" r="r" b="b"/>
                <a:pathLst>
                  <a:path w="1502" h="3512" extrusionOk="0">
                    <a:moveTo>
                      <a:pt x="0" y="0"/>
                    </a:moveTo>
                    <a:lnTo>
                      <a:pt x="43" y="3512"/>
                    </a:lnTo>
                    <a:lnTo>
                      <a:pt x="1502" y="3512"/>
                    </a:lnTo>
                    <a:lnTo>
                      <a:pt x="134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4" name="Google Shape;3564;p70"/>
              <p:cNvSpPr/>
              <p:nvPr/>
            </p:nvSpPr>
            <p:spPr>
              <a:xfrm>
                <a:off x="3388157" y="562194"/>
                <a:ext cx="26811" cy="119189"/>
              </a:xfrm>
              <a:custGeom>
                <a:avLst/>
                <a:gdLst/>
                <a:ahLst/>
                <a:cxnLst/>
                <a:rect l="l" t="t" r="r" b="b"/>
                <a:pathLst>
                  <a:path w="790" h="3512" extrusionOk="0">
                    <a:moveTo>
                      <a:pt x="85" y="0"/>
                    </a:moveTo>
                    <a:lnTo>
                      <a:pt x="0" y="3512"/>
                    </a:lnTo>
                    <a:lnTo>
                      <a:pt x="764" y="3512"/>
                    </a:lnTo>
                    <a:lnTo>
                      <a:pt x="789" y="85"/>
                    </a:lnTo>
                    <a:lnTo>
                      <a:pt x="8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5" name="Google Shape;3565;p70"/>
              <p:cNvSpPr/>
              <p:nvPr/>
            </p:nvSpPr>
            <p:spPr>
              <a:xfrm>
                <a:off x="3395081" y="659188"/>
                <a:ext cx="17308" cy="4649"/>
              </a:xfrm>
              <a:custGeom>
                <a:avLst/>
                <a:gdLst/>
                <a:ahLst/>
                <a:cxnLst/>
                <a:rect l="l" t="t" r="r" b="b"/>
                <a:pathLst>
                  <a:path w="510" h="137" extrusionOk="0">
                    <a:moveTo>
                      <a:pt x="0" y="1"/>
                    </a:moveTo>
                    <a:lnTo>
                      <a:pt x="0" y="137"/>
                    </a:lnTo>
                    <a:lnTo>
                      <a:pt x="509" y="137"/>
                    </a:lnTo>
                    <a:lnTo>
                      <a:pt x="50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6" name="Google Shape;3566;p70"/>
              <p:cNvSpPr/>
              <p:nvPr/>
            </p:nvSpPr>
            <p:spPr>
              <a:xfrm>
                <a:off x="3400239" y="567930"/>
                <a:ext cx="12150" cy="4649"/>
              </a:xfrm>
              <a:custGeom>
                <a:avLst/>
                <a:gdLst/>
                <a:ahLst/>
                <a:cxnLst/>
                <a:rect l="l" t="t" r="r" b="b"/>
                <a:pathLst>
                  <a:path w="358" h="137" extrusionOk="0">
                    <a:moveTo>
                      <a:pt x="1" y="1"/>
                    </a:moveTo>
                    <a:lnTo>
                      <a:pt x="1" y="136"/>
                    </a:lnTo>
                    <a:lnTo>
                      <a:pt x="357" y="136"/>
                    </a:lnTo>
                    <a:lnTo>
                      <a:pt x="35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7" name="Google Shape;3567;p70"/>
              <p:cNvSpPr/>
              <p:nvPr/>
            </p:nvSpPr>
            <p:spPr>
              <a:xfrm>
                <a:off x="3397931" y="578586"/>
                <a:ext cx="14457" cy="4649"/>
              </a:xfrm>
              <a:custGeom>
                <a:avLst/>
                <a:gdLst/>
                <a:ahLst/>
                <a:cxnLst/>
                <a:rect l="l" t="t" r="r" b="b"/>
                <a:pathLst>
                  <a:path w="426" h="137" extrusionOk="0">
                    <a:moveTo>
                      <a:pt x="1" y="1"/>
                    </a:moveTo>
                    <a:lnTo>
                      <a:pt x="1" y="136"/>
                    </a:lnTo>
                    <a:lnTo>
                      <a:pt x="425" y="136"/>
                    </a:lnTo>
                    <a:lnTo>
                      <a:pt x="42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8" name="Google Shape;3568;p70"/>
              <p:cNvSpPr/>
              <p:nvPr/>
            </p:nvSpPr>
            <p:spPr>
              <a:xfrm>
                <a:off x="3424131" y="666688"/>
                <a:ext cx="3496" cy="4344"/>
              </a:xfrm>
              <a:custGeom>
                <a:avLst/>
                <a:gdLst/>
                <a:ahLst/>
                <a:cxnLst/>
                <a:rect l="l" t="t" r="r" b="b"/>
                <a:pathLst>
                  <a:path w="103" h="128" extrusionOk="0">
                    <a:moveTo>
                      <a:pt x="1" y="0"/>
                    </a:moveTo>
                    <a:lnTo>
                      <a:pt x="1" y="128"/>
                    </a:lnTo>
                    <a:lnTo>
                      <a:pt x="103" y="128"/>
                    </a:lnTo>
                    <a:lnTo>
                      <a:pt x="10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9" name="Google Shape;3569;p70"/>
              <p:cNvSpPr/>
              <p:nvPr/>
            </p:nvSpPr>
            <p:spPr>
              <a:xfrm>
                <a:off x="3322794" y="561889"/>
                <a:ext cx="40929" cy="119494"/>
              </a:xfrm>
              <a:custGeom>
                <a:avLst/>
                <a:gdLst/>
                <a:ahLst/>
                <a:cxnLst/>
                <a:rect l="l" t="t" r="r" b="b"/>
                <a:pathLst>
                  <a:path w="1206" h="3521" extrusionOk="0">
                    <a:moveTo>
                      <a:pt x="1" y="1"/>
                    </a:moveTo>
                    <a:lnTo>
                      <a:pt x="52" y="3521"/>
                    </a:lnTo>
                    <a:lnTo>
                      <a:pt x="1205" y="3521"/>
                    </a:lnTo>
                    <a:lnTo>
                      <a:pt x="117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0" name="Google Shape;3570;p70"/>
              <p:cNvSpPr/>
              <p:nvPr/>
            </p:nvSpPr>
            <p:spPr>
              <a:xfrm>
                <a:off x="3357342" y="561889"/>
                <a:ext cx="22195" cy="119494"/>
              </a:xfrm>
              <a:custGeom>
                <a:avLst/>
                <a:gdLst/>
                <a:ahLst/>
                <a:cxnLst/>
                <a:rect l="l" t="t" r="r" b="b"/>
                <a:pathLst>
                  <a:path w="654" h="3521" extrusionOk="0">
                    <a:moveTo>
                      <a:pt x="137" y="1"/>
                    </a:moveTo>
                    <a:lnTo>
                      <a:pt x="1" y="3521"/>
                    </a:lnTo>
                    <a:lnTo>
                      <a:pt x="629" y="3521"/>
                    </a:lnTo>
                    <a:lnTo>
                      <a:pt x="65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1" name="Google Shape;3571;p70"/>
              <p:cNvSpPr/>
              <p:nvPr/>
            </p:nvSpPr>
            <p:spPr>
              <a:xfrm>
                <a:off x="3395081" y="671880"/>
                <a:ext cx="17308" cy="6346"/>
              </a:xfrm>
              <a:custGeom>
                <a:avLst/>
                <a:gdLst/>
                <a:ahLst/>
                <a:cxnLst/>
                <a:rect l="l" t="t" r="r" b="b"/>
                <a:pathLst>
                  <a:path w="510" h="187" extrusionOk="0">
                    <a:moveTo>
                      <a:pt x="0" y="0"/>
                    </a:moveTo>
                    <a:lnTo>
                      <a:pt x="0" y="187"/>
                    </a:lnTo>
                    <a:lnTo>
                      <a:pt x="509" y="187"/>
                    </a:lnTo>
                    <a:lnTo>
                      <a:pt x="50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2" name="Google Shape;3572;p70"/>
              <p:cNvSpPr/>
              <p:nvPr/>
            </p:nvSpPr>
            <p:spPr>
              <a:xfrm>
                <a:off x="3262678" y="598137"/>
                <a:ext cx="65364" cy="82943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2444" extrusionOk="0">
                    <a:moveTo>
                      <a:pt x="51" y="1"/>
                    </a:moveTo>
                    <a:lnTo>
                      <a:pt x="0" y="2444"/>
                    </a:lnTo>
                    <a:lnTo>
                      <a:pt x="1926" y="2444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73" name="Google Shape;3573;p70"/>
            <p:cNvGrpSpPr/>
            <p:nvPr/>
          </p:nvGrpSpPr>
          <p:grpSpPr>
            <a:xfrm>
              <a:off x="2570106" y="648377"/>
              <a:ext cx="201555" cy="121802"/>
              <a:chOff x="3410268" y="831871"/>
              <a:chExt cx="201555" cy="121802"/>
            </a:xfrm>
          </p:grpSpPr>
          <p:sp>
            <p:nvSpPr>
              <p:cNvPr id="3574" name="Google Shape;3574;p70"/>
              <p:cNvSpPr/>
              <p:nvPr/>
            </p:nvSpPr>
            <p:spPr>
              <a:xfrm>
                <a:off x="3580397" y="831871"/>
                <a:ext cx="31426" cy="119494"/>
              </a:xfrm>
              <a:custGeom>
                <a:avLst/>
                <a:gdLst/>
                <a:ahLst/>
                <a:cxnLst/>
                <a:rect l="l" t="t" r="r" b="b"/>
                <a:pathLst>
                  <a:path w="926" h="3521" extrusionOk="0">
                    <a:moveTo>
                      <a:pt x="1" y="0"/>
                    </a:moveTo>
                    <a:lnTo>
                      <a:pt x="43" y="3521"/>
                    </a:lnTo>
                    <a:lnTo>
                      <a:pt x="925" y="3521"/>
                    </a:lnTo>
                    <a:lnTo>
                      <a:pt x="90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5" name="Google Shape;3575;p70"/>
              <p:cNvSpPr/>
              <p:nvPr/>
            </p:nvSpPr>
            <p:spPr>
              <a:xfrm>
                <a:off x="3556233" y="845955"/>
                <a:ext cx="30238" cy="107718"/>
              </a:xfrm>
              <a:custGeom>
                <a:avLst/>
                <a:gdLst/>
                <a:ahLst/>
                <a:cxnLst/>
                <a:rect l="l" t="t" r="r" b="b"/>
                <a:pathLst>
                  <a:path w="891" h="3174" extrusionOk="0">
                    <a:moveTo>
                      <a:pt x="136" y="1"/>
                    </a:moveTo>
                    <a:lnTo>
                      <a:pt x="0" y="3173"/>
                    </a:lnTo>
                    <a:lnTo>
                      <a:pt x="891" y="3173"/>
                    </a:lnTo>
                    <a:lnTo>
                      <a:pt x="86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6" name="Google Shape;3576;p70"/>
              <p:cNvSpPr/>
              <p:nvPr/>
            </p:nvSpPr>
            <p:spPr>
              <a:xfrm>
                <a:off x="3473324" y="831871"/>
                <a:ext cx="67094" cy="119494"/>
              </a:xfrm>
              <a:custGeom>
                <a:avLst/>
                <a:gdLst/>
                <a:ahLst/>
                <a:cxnLst/>
                <a:rect l="l" t="t" r="r" b="b"/>
                <a:pathLst>
                  <a:path w="1977" h="3521" extrusionOk="0">
                    <a:moveTo>
                      <a:pt x="68" y="0"/>
                    </a:moveTo>
                    <a:lnTo>
                      <a:pt x="0" y="3521"/>
                    </a:lnTo>
                    <a:lnTo>
                      <a:pt x="1798" y="3521"/>
                    </a:lnTo>
                    <a:lnTo>
                      <a:pt x="197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7" name="Google Shape;3577;p70"/>
              <p:cNvSpPr/>
              <p:nvPr/>
            </p:nvSpPr>
            <p:spPr>
              <a:xfrm>
                <a:off x="3429273" y="841068"/>
                <a:ext cx="64515" cy="110297"/>
              </a:xfrm>
              <a:custGeom>
                <a:avLst/>
                <a:gdLst/>
                <a:ahLst/>
                <a:cxnLst/>
                <a:rect l="l" t="t" r="r" b="b"/>
                <a:pathLst>
                  <a:path w="1901" h="3250" extrusionOk="0">
                    <a:moveTo>
                      <a:pt x="93" y="1"/>
                    </a:moveTo>
                    <a:lnTo>
                      <a:pt x="0" y="3250"/>
                    </a:lnTo>
                    <a:lnTo>
                      <a:pt x="1900" y="3250"/>
                    </a:lnTo>
                    <a:lnTo>
                      <a:pt x="1807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8" name="Google Shape;3578;p70"/>
              <p:cNvSpPr/>
              <p:nvPr/>
            </p:nvSpPr>
            <p:spPr>
              <a:xfrm>
                <a:off x="3522262" y="831871"/>
                <a:ext cx="35431" cy="119494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3521" extrusionOk="0">
                    <a:moveTo>
                      <a:pt x="0" y="0"/>
                    </a:moveTo>
                    <a:lnTo>
                      <a:pt x="94" y="3521"/>
                    </a:lnTo>
                    <a:lnTo>
                      <a:pt x="1044" y="3521"/>
                    </a:lnTo>
                    <a:lnTo>
                      <a:pt x="101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9" name="Google Shape;3579;p70"/>
              <p:cNvSpPr/>
              <p:nvPr/>
            </p:nvSpPr>
            <p:spPr>
              <a:xfrm>
                <a:off x="3487408" y="841068"/>
                <a:ext cx="28270" cy="110297"/>
              </a:xfrm>
              <a:custGeom>
                <a:avLst/>
                <a:gdLst/>
                <a:ahLst/>
                <a:cxnLst/>
                <a:rect l="l" t="t" r="r" b="b"/>
                <a:pathLst>
                  <a:path w="833" h="3250" extrusionOk="0">
                    <a:moveTo>
                      <a:pt x="86" y="1"/>
                    </a:moveTo>
                    <a:lnTo>
                      <a:pt x="1" y="3250"/>
                    </a:lnTo>
                    <a:lnTo>
                      <a:pt x="832" y="3250"/>
                    </a:lnTo>
                    <a:lnTo>
                      <a:pt x="832" y="85"/>
                    </a:lnTo>
                    <a:lnTo>
                      <a:pt x="86" y="1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0" name="Google Shape;3580;p70"/>
              <p:cNvSpPr/>
              <p:nvPr/>
            </p:nvSpPr>
            <p:spPr>
              <a:xfrm>
                <a:off x="3410268" y="868421"/>
                <a:ext cx="65364" cy="82943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2444" extrusionOk="0">
                    <a:moveTo>
                      <a:pt x="51" y="1"/>
                    </a:moveTo>
                    <a:lnTo>
                      <a:pt x="0" y="2444"/>
                    </a:lnTo>
                    <a:lnTo>
                      <a:pt x="1926" y="2444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1" name="Google Shape;3581;p70"/>
              <p:cNvSpPr/>
              <p:nvPr/>
            </p:nvSpPr>
            <p:spPr>
              <a:xfrm>
                <a:off x="3527421" y="834450"/>
                <a:ext cx="25657" cy="12421"/>
              </a:xfrm>
              <a:custGeom>
                <a:avLst/>
                <a:gdLst/>
                <a:ahLst/>
                <a:cxnLst/>
                <a:rect l="l" t="t" r="r" b="b"/>
                <a:pathLst>
                  <a:path w="756" h="366" extrusionOk="0">
                    <a:moveTo>
                      <a:pt x="756" y="1"/>
                    </a:moveTo>
                    <a:lnTo>
                      <a:pt x="1" y="17"/>
                    </a:lnTo>
                    <a:lnTo>
                      <a:pt x="1" y="365"/>
                    </a:lnTo>
                    <a:lnTo>
                      <a:pt x="756" y="348"/>
                    </a:lnTo>
                    <a:lnTo>
                      <a:pt x="75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2" name="Google Shape;3582;p70"/>
              <p:cNvSpPr/>
              <p:nvPr/>
            </p:nvSpPr>
            <p:spPr>
              <a:xfrm>
                <a:off x="3530882" y="934939"/>
                <a:ext cx="22501" cy="12387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65" extrusionOk="0">
                    <a:moveTo>
                      <a:pt x="662" y="0"/>
                    </a:moveTo>
                    <a:lnTo>
                      <a:pt x="1" y="26"/>
                    </a:lnTo>
                    <a:lnTo>
                      <a:pt x="1" y="365"/>
                    </a:lnTo>
                    <a:lnTo>
                      <a:pt x="662" y="348"/>
                    </a:lnTo>
                    <a:lnTo>
                      <a:pt x="66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83" name="Google Shape;3583;p70"/>
            <p:cNvGrpSpPr/>
            <p:nvPr/>
          </p:nvGrpSpPr>
          <p:grpSpPr>
            <a:xfrm flipH="1">
              <a:off x="2783043" y="1108371"/>
              <a:ext cx="201555" cy="121802"/>
              <a:chOff x="3410268" y="831871"/>
              <a:chExt cx="201555" cy="121802"/>
            </a:xfrm>
          </p:grpSpPr>
          <p:sp>
            <p:nvSpPr>
              <p:cNvPr id="3584" name="Google Shape;3584;p70"/>
              <p:cNvSpPr/>
              <p:nvPr/>
            </p:nvSpPr>
            <p:spPr>
              <a:xfrm>
                <a:off x="3580397" y="831871"/>
                <a:ext cx="31426" cy="119494"/>
              </a:xfrm>
              <a:custGeom>
                <a:avLst/>
                <a:gdLst/>
                <a:ahLst/>
                <a:cxnLst/>
                <a:rect l="l" t="t" r="r" b="b"/>
                <a:pathLst>
                  <a:path w="926" h="3521" extrusionOk="0">
                    <a:moveTo>
                      <a:pt x="1" y="0"/>
                    </a:moveTo>
                    <a:lnTo>
                      <a:pt x="43" y="3521"/>
                    </a:lnTo>
                    <a:lnTo>
                      <a:pt x="925" y="3521"/>
                    </a:lnTo>
                    <a:lnTo>
                      <a:pt x="90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5" name="Google Shape;3585;p70"/>
              <p:cNvSpPr/>
              <p:nvPr/>
            </p:nvSpPr>
            <p:spPr>
              <a:xfrm>
                <a:off x="3556233" y="845955"/>
                <a:ext cx="30238" cy="107718"/>
              </a:xfrm>
              <a:custGeom>
                <a:avLst/>
                <a:gdLst/>
                <a:ahLst/>
                <a:cxnLst/>
                <a:rect l="l" t="t" r="r" b="b"/>
                <a:pathLst>
                  <a:path w="891" h="3174" extrusionOk="0">
                    <a:moveTo>
                      <a:pt x="136" y="1"/>
                    </a:moveTo>
                    <a:lnTo>
                      <a:pt x="0" y="3173"/>
                    </a:lnTo>
                    <a:lnTo>
                      <a:pt x="891" y="3173"/>
                    </a:lnTo>
                    <a:lnTo>
                      <a:pt x="86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6" name="Google Shape;3586;p70"/>
              <p:cNvSpPr/>
              <p:nvPr/>
            </p:nvSpPr>
            <p:spPr>
              <a:xfrm>
                <a:off x="3473324" y="831871"/>
                <a:ext cx="67094" cy="119494"/>
              </a:xfrm>
              <a:custGeom>
                <a:avLst/>
                <a:gdLst/>
                <a:ahLst/>
                <a:cxnLst/>
                <a:rect l="l" t="t" r="r" b="b"/>
                <a:pathLst>
                  <a:path w="1977" h="3521" extrusionOk="0">
                    <a:moveTo>
                      <a:pt x="68" y="0"/>
                    </a:moveTo>
                    <a:lnTo>
                      <a:pt x="0" y="3521"/>
                    </a:lnTo>
                    <a:lnTo>
                      <a:pt x="1798" y="3521"/>
                    </a:lnTo>
                    <a:lnTo>
                      <a:pt x="197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7" name="Google Shape;3587;p70"/>
              <p:cNvSpPr/>
              <p:nvPr/>
            </p:nvSpPr>
            <p:spPr>
              <a:xfrm>
                <a:off x="3429273" y="841068"/>
                <a:ext cx="64515" cy="110297"/>
              </a:xfrm>
              <a:custGeom>
                <a:avLst/>
                <a:gdLst/>
                <a:ahLst/>
                <a:cxnLst/>
                <a:rect l="l" t="t" r="r" b="b"/>
                <a:pathLst>
                  <a:path w="1901" h="3250" extrusionOk="0">
                    <a:moveTo>
                      <a:pt x="93" y="1"/>
                    </a:moveTo>
                    <a:lnTo>
                      <a:pt x="0" y="3250"/>
                    </a:lnTo>
                    <a:lnTo>
                      <a:pt x="1900" y="3250"/>
                    </a:lnTo>
                    <a:lnTo>
                      <a:pt x="1807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8" name="Google Shape;3588;p70"/>
              <p:cNvSpPr/>
              <p:nvPr/>
            </p:nvSpPr>
            <p:spPr>
              <a:xfrm>
                <a:off x="3522262" y="831871"/>
                <a:ext cx="35431" cy="119494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3521" extrusionOk="0">
                    <a:moveTo>
                      <a:pt x="0" y="0"/>
                    </a:moveTo>
                    <a:lnTo>
                      <a:pt x="94" y="3521"/>
                    </a:lnTo>
                    <a:lnTo>
                      <a:pt x="1044" y="3521"/>
                    </a:lnTo>
                    <a:lnTo>
                      <a:pt x="101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9" name="Google Shape;3589;p70"/>
              <p:cNvSpPr/>
              <p:nvPr/>
            </p:nvSpPr>
            <p:spPr>
              <a:xfrm>
                <a:off x="3487408" y="841068"/>
                <a:ext cx="28270" cy="110297"/>
              </a:xfrm>
              <a:custGeom>
                <a:avLst/>
                <a:gdLst/>
                <a:ahLst/>
                <a:cxnLst/>
                <a:rect l="l" t="t" r="r" b="b"/>
                <a:pathLst>
                  <a:path w="833" h="3250" extrusionOk="0">
                    <a:moveTo>
                      <a:pt x="86" y="1"/>
                    </a:moveTo>
                    <a:lnTo>
                      <a:pt x="1" y="3250"/>
                    </a:lnTo>
                    <a:lnTo>
                      <a:pt x="832" y="3250"/>
                    </a:lnTo>
                    <a:lnTo>
                      <a:pt x="832" y="85"/>
                    </a:lnTo>
                    <a:lnTo>
                      <a:pt x="86" y="1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0" name="Google Shape;3590;p70"/>
              <p:cNvSpPr/>
              <p:nvPr/>
            </p:nvSpPr>
            <p:spPr>
              <a:xfrm>
                <a:off x="3410268" y="868421"/>
                <a:ext cx="65364" cy="82943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2444" extrusionOk="0">
                    <a:moveTo>
                      <a:pt x="51" y="1"/>
                    </a:moveTo>
                    <a:lnTo>
                      <a:pt x="0" y="2444"/>
                    </a:lnTo>
                    <a:lnTo>
                      <a:pt x="1926" y="2444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1" name="Google Shape;3591;p70"/>
              <p:cNvSpPr/>
              <p:nvPr/>
            </p:nvSpPr>
            <p:spPr>
              <a:xfrm>
                <a:off x="3527421" y="834450"/>
                <a:ext cx="25657" cy="12421"/>
              </a:xfrm>
              <a:custGeom>
                <a:avLst/>
                <a:gdLst/>
                <a:ahLst/>
                <a:cxnLst/>
                <a:rect l="l" t="t" r="r" b="b"/>
                <a:pathLst>
                  <a:path w="756" h="366" extrusionOk="0">
                    <a:moveTo>
                      <a:pt x="756" y="1"/>
                    </a:moveTo>
                    <a:lnTo>
                      <a:pt x="1" y="17"/>
                    </a:lnTo>
                    <a:lnTo>
                      <a:pt x="1" y="365"/>
                    </a:lnTo>
                    <a:lnTo>
                      <a:pt x="756" y="348"/>
                    </a:lnTo>
                    <a:lnTo>
                      <a:pt x="75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2" name="Google Shape;3592;p70"/>
              <p:cNvSpPr/>
              <p:nvPr/>
            </p:nvSpPr>
            <p:spPr>
              <a:xfrm>
                <a:off x="3530882" y="934939"/>
                <a:ext cx="22501" cy="12387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65" extrusionOk="0">
                    <a:moveTo>
                      <a:pt x="662" y="0"/>
                    </a:moveTo>
                    <a:lnTo>
                      <a:pt x="1" y="26"/>
                    </a:lnTo>
                    <a:lnTo>
                      <a:pt x="1" y="365"/>
                    </a:lnTo>
                    <a:lnTo>
                      <a:pt x="662" y="348"/>
                    </a:lnTo>
                    <a:lnTo>
                      <a:pt x="66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93" name="Google Shape;3593;p70"/>
            <p:cNvGrpSpPr/>
            <p:nvPr/>
          </p:nvGrpSpPr>
          <p:grpSpPr>
            <a:xfrm>
              <a:off x="2764078" y="941213"/>
              <a:ext cx="239510" cy="131303"/>
              <a:chOff x="3262678" y="550088"/>
              <a:chExt cx="239510" cy="131303"/>
            </a:xfrm>
          </p:grpSpPr>
          <p:sp>
            <p:nvSpPr>
              <p:cNvPr id="3594" name="Google Shape;3594;p70"/>
              <p:cNvSpPr/>
              <p:nvPr/>
            </p:nvSpPr>
            <p:spPr>
              <a:xfrm>
                <a:off x="3438826" y="571086"/>
                <a:ext cx="45239" cy="110297"/>
              </a:xfrm>
              <a:custGeom>
                <a:avLst/>
                <a:gdLst/>
                <a:ahLst/>
                <a:cxnLst/>
                <a:rect l="l" t="t" r="r" b="b"/>
                <a:pathLst>
                  <a:path w="1333" h="3250" extrusionOk="0">
                    <a:moveTo>
                      <a:pt x="77" y="1"/>
                    </a:moveTo>
                    <a:lnTo>
                      <a:pt x="0" y="3250"/>
                    </a:lnTo>
                    <a:lnTo>
                      <a:pt x="1332" y="3250"/>
                    </a:lnTo>
                    <a:lnTo>
                      <a:pt x="125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595" name="Google Shape;3595;p70"/>
              <p:cNvGrpSpPr/>
              <p:nvPr/>
            </p:nvGrpSpPr>
            <p:grpSpPr>
              <a:xfrm>
                <a:off x="3440251" y="598168"/>
                <a:ext cx="35465" cy="83215"/>
                <a:chOff x="4010214" y="1172156"/>
                <a:chExt cx="35465" cy="83215"/>
              </a:xfrm>
            </p:grpSpPr>
            <p:sp>
              <p:nvSpPr>
                <p:cNvPr id="3596" name="Google Shape;3596;p70"/>
                <p:cNvSpPr/>
                <p:nvPr/>
              </p:nvSpPr>
              <p:spPr>
                <a:xfrm>
                  <a:off x="4010214" y="1172156"/>
                  <a:ext cx="18462" cy="832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4" h="2452" extrusionOk="0">
                      <a:moveTo>
                        <a:pt x="1" y="0"/>
                      </a:moveTo>
                      <a:lnTo>
                        <a:pt x="52" y="2452"/>
                      </a:lnTo>
                      <a:lnTo>
                        <a:pt x="544" y="2452"/>
                      </a:lnTo>
                      <a:lnTo>
                        <a:pt x="518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97" name="Google Shape;3597;p70"/>
                <p:cNvSpPr/>
                <p:nvPr/>
              </p:nvSpPr>
              <p:spPr>
                <a:xfrm>
                  <a:off x="4023483" y="1172156"/>
                  <a:ext cx="22195" cy="832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4" h="2452" extrusionOk="0">
                      <a:moveTo>
                        <a:pt x="34" y="0"/>
                      </a:moveTo>
                      <a:lnTo>
                        <a:pt x="0" y="2452"/>
                      </a:lnTo>
                      <a:lnTo>
                        <a:pt x="585" y="2452"/>
                      </a:lnTo>
                      <a:lnTo>
                        <a:pt x="653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598" name="Google Shape;3598;p70"/>
              <p:cNvSpPr/>
              <p:nvPr/>
            </p:nvSpPr>
            <p:spPr>
              <a:xfrm>
                <a:off x="3478838" y="571086"/>
                <a:ext cx="23349" cy="110297"/>
              </a:xfrm>
              <a:custGeom>
                <a:avLst/>
                <a:gdLst/>
                <a:ahLst/>
                <a:cxnLst/>
                <a:rect l="l" t="t" r="r" b="b"/>
                <a:pathLst>
                  <a:path w="688" h="3250" extrusionOk="0">
                    <a:moveTo>
                      <a:pt x="68" y="1"/>
                    </a:moveTo>
                    <a:lnTo>
                      <a:pt x="1" y="3250"/>
                    </a:lnTo>
                    <a:lnTo>
                      <a:pt x="688" y="3250"/>
                    </a:lnTo>
                    <a:lnTo>
                      <a:pt x="688" y="86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9" name="Google Shape;3599;p70"/>
              <p:cNvSpPr/>
              <p:nvPr/>
            </p:nvSpPr>
            <p:spPr>
              <a:xfrm>
                <a:off x="3431181" y="567398"/>
                <a:ext cx="17580" cy="113148"/>
              </a:xfrm>
              <a:custGeom>
                <a:avLst/>
                <a:gdLst/>
                <a:ahLst/>
                <a:cxnLst/>
                <a:rect l="l" t="t" r="r" b="b"/>
                <a:pathLst>
                  <a:path w="518" h="3334" extrusionOk="0">
                    <a:moveTo>
                      <a:pt x="60" y="0"/>
                    </a:moveTo>
                    <a:lnTo>
                      <a:pt x="0" y="3334"/>
                    </a:lnTo>
                    <a:lnTo>
                      <a:pt x="501" y="3334"/>
                    </a:lnTo>
                    <a:lnTo>
                      <a:pt x="518" y="17"/>
                    </a:lnTo>
                    <a:lnTo>
                      <a:pt x="6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0" name="Google Shape;3600;p70"/>
              <p:cNvSpPr/>
              <p:nvPr/>
            </p:nvSpPr>
            <p:spPr>
              <a:xfrm>
                <a:off x="3406585" y="674460"/>
                <a:ext cx="7806" cy="4344"/>
              </a:xfrm>
              <a:custGeom>
                <a:avLst/>
                <a:gdLst/>
                <a:ahLst/>
                <a:cxnLst/>
                <a:rect l="l" t="t" r="r" b="b"/>
                <a:pathLst>
                  <a:path w="230" h="128" extrusionOk="0">
                    <a:moveTo>
                      <a:pt x="0" y="0"/>
                    </a:moveTo>
                    <a:lnTo>
                      <a:pt x="0" y="128"/>
                    </a:lnTo>
                    <a:lnTo>
                      <a:pt x="229" y="128"/>
                    </a:lnTo>
                    <a:lnTo>
                      <a:pt x="22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1" name="Google Shape;3601;p70"/>
              <p:cNvSpPr/>
              <p:nvPr/>
            </p:nvSpPr>
            <p:spPr>
              <a:xfrm>
                <a:off x="3375488" y="550088"/>
                <a:ext cx="46942" cy="131303"/>
              </a:xfrm>
              <a:custGeom>
                <a:avLst/>
                <a:gdLst/>
                <a:ahLst/>
                <a:cxnLst/>
                <a:rect l="l" t="t" r="r" b="b"/>
                <a:pathLst>
                  <a:path w="1383" h="3606" extrusionOk="0">
                    <a:moveTo>
                      <a:pt x="0" y="1"/>
                    </a:moveTo>
                    <a:lnTo>
                      <a:pt x="51" y="3606"/>
                    </a:lnTo>
                    <a:lnTo>
                      <a:pt x="1315" y="3606"/>
                    </a:lnTo>
                    <a:lnTo>
                      <a:pt x="138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2" name="Google Shape;3602;p70"/>
              <p:cNvSpPr/>
              <p:nvPr/>
            </p:nvSpPr>
            <p:spPr>
              <a:xfrm>
                <a:off x="3418391" y="550088"/>
                <a:ext cx="13272" cy="131303"/>
              </a:xfrm>
              <a:custGeom>
                <a:avLst/>
                <a:gdLst/>
                <a:ahLst/>
                <a:cxnLst/>
                <a:rect l="l" t="t" r="r" b="b"/>
                <a:pathLst>
                  <a:path w="391" h="3606" extrusionOk="0">
                    <a:moveTo>
                      <a:pt x="77" y="1"/>
                    </a:moveTo>
                    <a:lnTo>
                      <a:pt x="0" y="3606"/>
                    </a:lnTo>
                    <a:lnTo>
                      <a:pt x="373" y="3606"/>
                    </a:lnTo>
                    <a:lnTo>
                      <a:pt x="39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3" name="Google Shape;3603;p70"/>
              <p:cNvSpPr/>
              <p:nvPr/>
            </p:nvSpPr>
            <p:spPr>
              <a:xfrm>
                <a:off x="3345837" y="562194"/>
                <a:ext cx="50974" cy="119189"/>
              </a:xfrm>
              <a:custGeom>
                <a:avLst/>
                <a:gdLst/>
                <a:ahLst/>
                <a:cxnLst/>
                <a:rect l="l" t="t" r="r" b="b"/>
                <a:pathLst>
                  <a:path w="1502" h="3512" extrusionOk="0">
                    <a:moveTo>
                      <a:pt x="0" y="0"/>
                    </a:moveTo>
                    <a:lnTo>
                      <a:pt x="43" y="3512"/>
                    </a:lnTo>
                    <a:lnTo>
                      <a:pt x="1502" y="3512"/>
                    </a:lnTo>
                    <a:lnTo>
                      <a:pt x="134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4" name="Google Shape;3604;p70"/>
              <p:cNvSpPr/>
              <p:nvPr/>
            </p:nvSpPr>
            <p:spPr>
              <a:xfrm>
                <a:off x="3388157" y="562194"/>
                <a:ext cx="26811" cy="119189"/>
              </a:xfrm>
              <a:custGeom>
                <a:avLst/>
                <a:gdLst/>
                <a:ahLst/>
                <a:cxnLst/>
                <a:rect l="l" t="t" r="r" b="b"/>
                <a:pathLst>
                  <a:path w="790" h="3512" extrusionOk="0">
                    <a:moveTo>
                      <a:pt x="85" y="0"/>
                    </a:moveTo>
                    <a:lnTo>
                      <a:pt x="0" y="3512"/>
                    </a:lnTo>
                    <a:lnTo>
                      <a:pt x="764" y="3512"/>
                    </a:lnTo>
                    <a:lnTo>
                      <a:pt x="789" y="85"/>
                    </a:lnTo>
                    <a:lnTo>
                      <a:pt x="8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5" name="Google Shape;3605;p70"/>
              <p:cNvSpPr/>
              <p:nvPr/>
            </p:nvSpPr>
            <p:spPr>
              <a:xfrm>
                <a:off x="3395081" y="659188"/>
                <a:ext cx="17308" cy="4649"/>
              </a:xfrm>
              <a:custGeom>
                <a:avLst/>
                <a:gdLst/>
                <a:ahLst/>
                <a:cxnLst/>
                <a:rect l="l" t="t" r="r" b="b"/>
                <a:pathLst>
                  <a:path w="510" h="137" extrusionOk="0">
                    <a:moveTo>
                      <a:pt x="0" y="1"/>
                    </a:moveTo>
                    <a:lnTo>
                      <a:pt x="0" y="137"/>
                    </a:lnTo>
                    <a:lnTo>
                      <a:pt x="509" y="137"/>
                    </a:lnTo>
                    <a:lnTo>
                      <a:pt x="50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6" name="Google Shape;3606;p70"/>
              <p:cNvSpPr/>
              <p:nvPr/>
            </p:nvSpPr>
            <p:spPr>
              <a:xfrm>
                <a:off x="3400239" y="567930"/>
                <a:ext cx="12150" cy="4649"/>
              </a:xfrm>
              <a:custGeom>
                <a:avLst/>
                <a:gdLst/>
                <a:ahLst/>
                <a:cxnLst/>
                <a:rect l="l" t="t" r="r" b="b"/>
                <a:pathLst>
                  <a:path w="358" h="137" extrusionOk="0">
                    <a:moveTo>
                      <a:pt x="1" y="1"/>
                    </a:moveTo>
                    <a:lnTo>
                      <a:pt x="1" y="136"/>
                    </a:lnTo>
                    <a:lnTo>
                      <a:pt x="357" y="136"/>
                    </a:lnTo>
                    <a:lnTo>
                      <a:pt x="35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7" name="Google Shape;3607;p70"/>
              <p:cNvSpPr/>
              <p:nvPr/>
            </p:nvSpPr>
            <p:spPr>
              <a:xfrm>
                <a:off x="3397931" y="578586"/>
                <a:ext cx="14457" cy="4649"/>
              </a:xfrm>
              <a:custGeom>
                <a:avLst/>
                <a:gdLst/>
                <a:ahLst/>
                <a:cxnLst/>
                <a:rect l="l" t="t" r="r" b="b"/>
                <a:pathLst>
                  <a:path w="426" h="137" extrusionOk="0">
                    <a:moveTo>
                      <a:pt x="1" y="1"/>
                    </a:moveTo>
                    <a:lnTo>
                      <a:pt x="1" y="136"/>
                    </a:lnTo>
                    <a:lnTo>
                      <a:pt x="425" y="136"/>
                    </a:lnTo>
                    <a:lnTo>
                      <a:pt x="42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8" name="Google Shape;3608;p70"/>
              <p:cNvSpPr/>
              <p:nvPr/>
            </p:nvSpPr>
            <p:spPr>
              <a:xfrm>
                <a:off x="3424131" y="666688"/>
                <a:ext cx="3496" cy="4344"/>
              </a:xfrm>
              <a:custGeom>
                <a:avLst/>
                <a:gdLst/>
                <a:ahLst/>
                <a:cxnLst/>
                <a:rect l="l" t="t" r="r" b="b"/>
                <a:pathLst>
                  <a:path w="103" h="128" extrusionOk="0">
                    <a:moveTo>
                      <a:pt x="1" y="0"/>
                    </a:moveTo>
                    <a:lnTo>
                      <a:pt x="1" y="128"/>
                    </a:lnTo>
                    <a:lnTo>
                      <a:pt x="103" y="128"/>
                    </a:lnTo>
                    <a:lnTo>
                      <a:pt x="10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9" name="Google Shape;3609;p70"/>
              <p:cNvSpPr/>
              <p:nvPr/>
            </p:nvSpPr>
            <p:spPr>
              <a:xfrm>
                <a:off x="3322794" y="561889"/>
                <a:ext cx="40929" cy="119494"/>
              </a:xfrm>
              <a:custGeom>
                <a:avLst/>
                <a:gdLst/>
                <a:ahLst/>
                <a:cxnLst/>
                <a:rect l="l" t="t" r="r" b="b"/>
                <a:pathLst>
                  <a:path w="1206" h="3521" extrusionOk="0">
                    <a:moveTo>
                      <a:pt x="1" y="1"/>
                    </a:moveTo>
                    <a:lnTo>
                      <a:pt x="52" y="3521"/>
                    </a:lnTo>
                    <a:lnTo>
                      <a:pt x="1205" y="3521"/>
                    </a:lnTo>
                    <a:lnTo>
                      <a:pt x="117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0" name="Google Shape;3610;p70"/>
              <p:cNvSpPr/>
              <p:nvPr/>
            </p:nvSpPr>
            <p:spPr>
              <a:xfrm>
                <a:off x="3357342" y="561889"/>
                <a:ext cx="22195" cy="119494"/>
              </a:xfrm>
              <a:custGeom>
                <a:avLst/>
                <a:gdLst/>
                <a:ahLst/>
                <a:cxnLst/>
                <a:rect l="l" t="t" r="r" b="b"/>
                <a:pathLst>
                  <a:path w="654" h="3521" extrusionOk="0">
                    <a:moveTo>
                      <a:pt x="137" y="1"/>
                    </a:moveTo>
                    <a:lnTo>
                      <a:pt x="1" y="3521"/>
                    </a:lnTo>
                    <a:lnTo>
                      <a:pt x="629" y="3521"/>
                    </a:lnTo>
                    <a:lnTo>
                      <a:pt x="65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1" name="Google Shape;3611;p70"/>
              <p:cNvSpPr/>
              <p:nvPr/>
            </p:nvSpPr>
            <p:spPr>
              <a:xfrm>
                <a:off x="3395081" y="671880"/>
                <a:ext cx="17308" cy="6346"/>
              </a:xfrm>
              <a:custGeom>
                <a:avLst/>
                <a:gdLst/>
                <a:ahLst/>
                <a:cxnLst/>
                <a:rect l="l" t="t" r="r" b="b"/>
                <a:pathLst>
                  <a:path w="510" h="187" extrusionOk="0">
                    <a:moveTo>
                      <a:pt x="0" y="0"/>
                    </a:moveTo>
                    <a:lnTo>
                      <a:pt x="0" y="187"/>
                    </a:lnTo>
                    <a:lnTo>
                      <a:pt x="509" y="187"/>
                    </a:lnTo>
                    <a:lnTo>
                      <a:pt x="50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2" name="Google Shape;3612;p70"/>
              <p:cNvSpPr/>
              <p:nvPr/>
            </p:nvSpPr>
            <p:spPr>
              <a:xfrm>
                <a:off x="3262678" y="598137"/>
                <a:ext cx="65364" cy="82943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2444" extrusionOk="0">
                    <a:moveTo>
                      <a:pt x="51" y="1"/>
                    </a:moveTo>
                    <a:lnTo>
                      <a:pt x="0" y="2444"/>
                    </a:lnTo>
                    <a:lnTo>
                      <a:pt x="1926" y="2444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13" name="Google Shape;3613;p70"/>
            <p:cNvGrpSpPr/>
            <p:nvPr/>
          </p:nvGrpSpPr>
          <p:grpSpPr>
            <a:xfrm>
              <a:off x="2558028" y="941232"/>
              <a:ext cx="239510" cy="131303"/>
              <a:chOff x="3262678" y="550088"/>
              <a:chExt cx="239510" cy="131303"/>
            </a:xfrm>
          </p:grpSpPr>
          <p:sp>
            <p:nvSpPr>
              <p:cNvPr id="3614" name="Google Shape;3614;p70"/>
              <p:cNvSpPr/>
              <p:nvPr/>
            </p:nvSpPr>
            <p:spPr>
              <a:xfrm>
                <a:off x="3438826" y="571086"/>
                <a:ext cx="45239" cy="110297"/>
              </a:xfrm>
              <a:custGeom>
                <a:avLst/>
                <a:gdLst/>
                <a:ahLst/>
                <a:cxnLst/>
                <a:rect l="l" t="t" r="r" b="b"/>
                <a:pathLst>
                  <a:path w="1333" h="3250" extrusionOk="0">
                    <a:moveTo>
                      <a:pt x="77" y="1"/>
                    </a:moveTo>
                    <a:lnTo>
                      <a:pt x="0" y="3250"/>
                    </a:lnTo>
                    <a:lnTo>
                      <a:pt x="1332" y="3250"/>
                    </a:lnTo>
                    <a:lnTo>
                      <a:pt x="125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615" name="Google Shape;3615;p70"/>
              <p:cNvGrpSpPr/>
              <p:nvPr/>
            </p:nvGrpSpPr>
            <p:grpSpPr>
              <a:xfrm>
                <a:off x="3440251" y="598168"/>
                <a:ext cx="35465" cy="83215"/>
                <a:chOff x="4010214" y="1172156"/>
                <a:chExt cx="35465" cy="83215"/>
              </a:xfrm>
            </p:grpSpPr>
            <p:sp>
              <p:nvSpPr>
                <p:cNvPr id="3616" name="Google Shape;3616;p70"/>
                <p:cNvSpPr/>
                <p:nvPr/>
              </p:nvSpPr>
              <p:spPr>
                <a:xfrm>
                  <a:off x="4010214" y="1172156"/>
                  <a:ext cx="18462" cy="832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4" h="2452" extrusionOk="0">
                      <a:moveTo>
                        <a:pt x="1" y="0"/>
                      </a:moveTo>
                      <a:lnTo>
                        <a:pt x="52" y="2452"/>
                      </a:lnTo>
                      <a:lnTo>
                        <a:pt x="544" y="2452"/>
                      </a:lnTo>
                      <a:lnTo>
                        <a:pt x="518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17" name="Google Shape;3617;p70"/>
                <p:cNvSpPr/>
                <p:nvPr/>
              </p:nvSpPr>
              <p:spPr>
                <a:xfrm>
                  <a:off x="4023483" y="1172156"/>
                  <a:ext cx="22195" cy="832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4" h="2452" extrusionOk="0">
                      <a:moveTo>
                        <a:pt x="34" y="0"/>
                      </a:moveTo>
                      <a:lnTo>
                        <a:pt x="0" y="2452"/>
                      </a:lnTo>
                      <a:lnTo>
                        <a:pt x="585" y="2452"/>
                      </a:lnTo>
                      <a:lnTo>
                        <a:pt x="653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618" name="Google Shape;3618;p70"/>
              <p:cNvSpPr/>
              <p:nvPr/>
            </p:nvSpPr>
            <p:spPr>
              <a:xfrm>
                <a:off x="3478838" y="571086"/>
                <a:ext cx="23349" cy="110297"/>
              </a:xfrm>
              <a:custGeom>
                <a:avLst/>
                <a:gdLst/>
                <a:ahLst/>
                <a:cxnLst/>
                <a:rect l="l" t="t" r="r" b="b"/>
                <a:pathLst>
                  <a:path w="688" h="3250" extrusionOk="0">
                    <a:moveTo>
                      <a:pt x="68" y="1"/>
                    </a:moveTo>
                    <a:lnTo>
                      <a:pt x="1" y="3250"/>
                    </a:lnTo>
                    <a:lnTo>
                      <a:pt x="688" y="3250"/>
                    </a:lnTo>
                    <a:lnTo>
                      <a:pt x="688" y="86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9" name="Google Shape;3619;p70"/>
              <p:cNvSpPr/>
              <p:nvPr/>
            </p:nvSpPr>
            <p:spPr>
              <a:xfrm>
                <a:off x="3431181" y="567398"/>
                <a:ext cx="17580" cy="113148"/>
              </a:xfrm>
              <a:custGeom>
                <a:avLst/>
                <a:gdLst/>
                <a:ahLst/>
                <a:cxnLst/>
                <a:rect l="l" t="t" r="r" b="b"/>
                <a:pathLst>
                  <a:path w="518" h="3334" extrusionOk="0">
                    <a:moveTo>
                      <a:pt x="60" y="0"/>
                    </a:moveTo>
                    <a:lnTo>
                      <a:pt x="0" y="3334"/>
                    </a:lnTo>
                    <a:lnTo>
                      <a:pt x="501" y="3334"/>
                    </a:lnTo>
                    <a:lnTo>
                      <a:pt x="518" y="17"/>
                    </a:lnTo>
                    <a:lnTo>
                      <a:pt x="6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0" name="Google Shape;3620;p70"/>
              <p:cNvSpPr/>
              <p:nvPr/>
            </p:nvSpPr>
            <p:spPr>
              <a:xfrm>
                <a:off x="3406585" y="674460"/>
                <a:ext cx="7806" cy="4344"/>
              </a:xfrm>
              <a:custGeom>
                <a:avLst/>
                <a:gdLst/>
                <a:ahLst/>
                <a:cxnLst/>
                <a:rect l="l" t="t" r="r" b="b"/>
                <a:pathLst>
                  <a:path w="230" h="128" extrusionOk="0">
                    <a:moveTo>
                      <a:pt x="0" y="0"/>
                    </a:moveTo>
                    <a:lnTo>
                      <a:pt x="0" y="128"/>
                    </a:lnTo>
                    <a:lnTo>
                      <a:pt x="229" y="128"/>
                    </a:lnTo>
                    <a:lnTo>
                      <a:pt x="22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1" name="Google Shape;3621;p70"/>
              <p:cNvSpPr/>
              <p:nvPr/>
            </p:nvSpPr>
            <p:spPr>
              <a:xfrm>
                <a:off x="3375488" y="550088"/>
                <a:ext cx="46942" cy="131303"/>
              </a:xfrm>
              <a:custGeom>
                <a:avLst/>
                <a:gdLst/>
                <a:ahLst/>
                <a:cxnLst/>
                <a:rect l="l" t="t" r="r" b="b"/>
                <a:pathLst>
                  <a:path w="1383" h="3606" extrusionOk="0">
                    <a:moveTo>
                      <a:pt x="0" y="1"/>
                    </a:moveTo>
                    <a:lnTo>
                      <a:pt x="51" y="3606"/>
                    </a:lnTo>
                    <a:lnTo>
                      <a:pt x="1315" y="3606"/>
                    </a:lnTo>
                    <a:lnTo>
                      <a:pt x="138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2" name="Google Shape;3622;p70"/>
              <p:cNvSpPr/>
              <p:nvPr/>
            </p:nvSpPr>
            <p:spPr>
              <a:xfrm>
                <a:off x="3418391" y="550088"/>
                <a:ext cx="13272" cy="131303"/>
              </a:xfrm>
              <a:custGeom>
                <a:avLst/>
                <a:gdLst/>
                <a:ahLst/>
                <a:cxnLst/>
                <a:rect l="l" t="t" r="r" b="b"/>
                <a:pathLst>
                  <a:path w="391" h="3606" extrusionOk="0">
                    <a:moveTo>
                      <a:pt x="77" y="1"/>
                    </a:moveTo>
                    <a:lnTo>
                      <a:pt x="0" y="3606"/>
                    </a:lnTo>
                    <a:lnTo>
                      <a:pt x="373" y="3606"/>
                    </a:lnTo>
                    <a:lnTo>
                      <a:pt x="39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3" name="Google Shape;3623;p70"/>
              <p:cNvSpPr/>
              <p:nvPr/>
            </p:nvSpPr>
            <p:spPr>
              <a:xfrm>
                <a:off x="3345837" y="562194"/>
                <a:ext cx="50974" cy="119189"/>
              </a:xfrm>
              <a:custGeom>
                <a:avLst/>
                <a:gdLst/>
                <a:ahLst/>
                <a:cxnLst/>
                <a:rect l="l" t="t" r="r" b="b"/>
                <a:pathLst>
                  <a:path w="1502" h="3512" extrusionOk="0">
                    <a:moveTo>
                      <a:pt x="0" y="0"/>
                    </a:moveTo>
                    <a:lnTo>
                      <a:pt x="43" y="3512"/>
                    </a:lnTo>
                    <a:lnTo>
                      <a:pt x="1502" y="3512"/>
                    </a:lnTo>
                    <a:lnTo>
                      <a:pt x="134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4" name="Google Shape;3624;p70"/>
              <p:cNvSpPr/>
              <p:nvPr/>
            </p:nvSpPr>
            <p:spPr>
              <a:xfrm>
                <a:off x="3388157" y="562194"/>
                <a:ext cx="26811" cy="119189"/>
              </a:xfrm>
              <a:custGeom>
                <a:avLst/>
                <a:gdLst/>
                <a:ahLst/>
                <a:cxnLst/>
                <a:rect l="l" t="t" r="r" b="b"/>
                <a:pathLst>
                  <a:path w="790" h="3512" extrusionOk="0">
                    <a:moveTo>
                      <a:pt x="85" y="0"/>
                    </a:moveTo>
                    <a:lnTo>
                      <a:pt x="0" y="3512"/>
                    </a:lnTo>
                    <a:lnTo>
                      <a:pt x="764" y="3512"/>
                    </a:lnTo>
                    <a:lnTo>
                      <a:pt x="789" y="85"/>
                    </a:lnTo>
                    <a:lnTo>
                      <a:pt x="8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5" name="Google Shape;3625;p70"/>
              <p:cNvSpPr/>
              <p:nvPr/>
            </p:nvSpPr>
            <p:spPr>
              <a:xfrm>
                <a:off x="3395081" y="659188"/>
                <a:ext cx="17308" cy="4649"/>
              </a:xfrm>
              <a:custGeom>
                <a:avLst/>
                <a:gdLst/>
                <a:ahLst/>
                <a:cxnLst/>
                <a:rect l="l" t="t" r="r" b="b"/>
                <a:pathLst>
                  <a:path w="510" h="137" extrusionOk="0">
                    <a:moveTo>
                      <a:pt x="0" y="1"/>
                    </a:moveTo>
                    <a:lnTo>
                      <a:pt x="0" y="137"/>
                    </a:lnTo>
                    <a:lnTo>
                      <a:pt x="509" y="137"/>
                    </a:lnTo>
                    <a:lnTo>
                      <a:pt x="50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6" name="Google Shape;3626;p70"/>
              <p:cNvSpPr/>
              <p:nvPr/>
            </p:nvSpPr>
            <p:spPr>
              <a:xfrm>
                <a:off x="3400239" y="567930"/>
                <a:ext cx="12150" cy="4649"/>
              </a:xfrm>
              <a:custGeom>
                <a:avLst/>
                <a:gdLst/>
                <a:ahLst/>
                <a:cxnLst/>
                <a:rect l="l" t="t" r="r" b="b"/>
                <a:pathLst>
                  <a:path w="358" h="137" extrusionOk="0">
                    <a:moveTo>
                      <a:pt x="1" y="1"/>
                    </a:moveTo>
                    <a:lnTo>
                      <a:pt x="1" y="136"/>
                    </a:lnTo>
                    <a:lnTo>
                      <a:pt x="357" y="136"/>
                    </a:lnTo>
                    <a:lnTo>
                      <a:pt x="35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7" name="Google Shape;3627;p70"/>
              <p:cNvSpPr/>
              <p:nvPr/>
            </p:nvSpPr>
            <p:spPr>
              <a:xfrm>
                <a:off x="3397931" y="578586"/>
                <a:ext cx="14457" cy="4649"/>
              </a:xfrm>
              <a:custGeom>
                <a:avLst/>
                <a:gdLst/>
                <a:ahLst/>
                <a:cxnLst/>
                <a:rect l="l" t="t" r="r" b="b"/>
                <a:pathLst>
                  <a:path w="426" h="137" extrusionOk="0">
                    <a:moveTo>
                      <a:pt x="1" y="1"/>
                    </a:moveTo>
                    <a:lnTo>
                      <a:pt x="1" y="136"/>
                    </a:lnTo>
                    <a:lnTo>
                      <a:pt x="425" y="136"/>
                    </a:lnTo>
                    <a:lnTo>
                      <a:pt x="42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8" name="Google Shape;3628;p70"/>
              <p:cNvSpPr/>
              <p:nvPr/>
            </p:nvSpPr>
            <p:spPr>
              <a:xfrm>
                <a:off x="3424131" y="666688"/>
                <a:ext cx="3496" cy="4344"/>
              </a:xfrm>
              <a:custGeom>
                <a:avLst/>
                <a:gdLst/>
                <a:ahLst/>
                <a:cxnLst/>
                <a:rect l="l" t="t" r="r" b="b"/>
                <a:pathLst>
                  <a:path w="103" h="128" extrusionOk="0">
                    <a:moveTo>
                      <a:pt x="1" y="0"/>
                    </a:moveTo>
                    <a:lnTo>
                      <a:pt x="1" y="128"/>
                    </a:lnTo>
                    <a:lnTo>
                      <a:pt x="103" y="128"/>
                    </a:lnTo>
                    <a:lnTo>
                      <a:pt x="10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9" name="Google Shape;3629;p70"/>
              <p:cNvSpPr/>
              <p:nvPr/>
            </p:nvSpPr>
            <p:spPr>
              <a:xfrm>
                <a:off x="3322794" y="561889"/>
                <a:ext cx="40929" cy="119494"/>
              </a:xfrm>
              <a:custGeom>
                <a:avLst/>
                <a:gdLst/>
                <a:ahLst/>
                <a:cxnLst/>
                <a:rect l="l" t="t" r="r" b="b"/>
                <a:pathLst>
                  <a:path w="1206" h="3521" extrusionOk="0">
                    <a:moveTo>
                      <a:pt x="1" y="1"/>
                    </a:moveTo>
                    <a:lnTo>
                      <a:pt x="52" y="3521"/>
                    </a:lnTo>
                    <a:lnTo>
                      <a:pt x="1205" y="3521"/>
                    </a:lnTo>
                    <a:lnTo>
                      <a:pt x="117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0" name="Google Shape;3630;p70"/>
              <p:cNvSpPr/>
              <p:nvPr/>
            </p:nvSpPr>
            <p:spPr>
              <a:xfrm>
                <a:off x="3357342" y="561889"/>
                <a:ext cx="22195" cy="119494"/>
              </a:xfrm>
              <a:custGeom>
                <a:avLst/>
                <a:gdLst/>
                <a:ahLst/>
                <a:cxnLst/>
                <a:rect l="l" t="t" r="r" b="b"/>
                <a:pathLst>
                  <a:path w="654" h="3521" extrusionOk="0">
                    <a:moveTo>
                      <a:pt x="137" y="1"/>
                    </a:moveTo>
                    <a:lnTo>
                      <a:pt x="1" y="3521"/>
                    </a:lnTo>
                    <a:lnTo>
                      <a:pt x="629" y="3521"/>
                    </a:lnTo>
                    <a:lnTo>
                      <a:pt x="65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1" name="Google Shape;3631;p70"/>
              <p:cNvSpPr/>
              <p:nvPr/>
            </p:nvSpPr>
            <p:spPr>
              <a:xfrm>
                <a:off x="3395081" y="671880"/>
                <a:ext cx="17308" cy="6346"/>
              </a:xfrm>
              <a:custGeom>
                <a:avLst/>
                <a:gdLst/>
                <a:ahLst/>
                <a:cxnLst/>
                <a:rect l="l" t="t" r="r" b="b"/>
                <a:pathLst>
                  <a:path w="510" h="187" extrusionOk="0">
                    <a:moveTo>
                      <a:pt x="0" y="0"/>
                    </a:moveTo>
                    <a:lnTo>
                      <a:pt x="0" y="187"/>
                    </a:lnTo>
                    <a:lnTo>
                      <a:pt x="509" y="187"/>
                    </a:lnTo>
                    <a:lnTo>
                      <a:pt x="50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2" name="Google Shape;3632;p70"/>
              <p:cNvSpPr/>
              <p:nvPr/>
            </p:nvSpPr>
            <p:spPr>
              <a:xfrm>
                <a:off x="3262678" y="598137"/>
                <a:ext cx="65364" cy="82943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2444" extrusionOk="0">
                    <a:moveTo>
                      <a:pt x="51" y="1"/>
                    </a:moveTo>
                    <a:lnTo>
                      <a:pt x="0" y="2444"/>
                    </a:lnTo>
                    <a:lnTo>
                      <a:pt x="1926" y="2444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33" name="Google Shape;3633;p70"/>
            <p:cNvGrpSpPr/>
            <p:nvPr/>
          </p:nvGrpSpPr>
          <p:grpSpPr>
            <a:xfrm>
              <a:off x="2545762" y="1097628"/>
              <a:ext cx="237277" cy="136395"/>
              <a:chOff x="3220874" y="332628"/>
              <a:chExt cx="237277" cy="136395"/>
            </a:xfrm>
          </p:grpSpPr>
          <p:sp>
            <p:nvSpPr>
              <p:cNvPr id="3634" name="Google Shape;3634;p70"/>
              <p:cNvSpPr/>
              <p:nvPr/>
            </p:nvSpPr>
            <p:spPr>
              <a:xfrm>
                <a:off x="3408496" y="332628"/>
                <a:ext cx="35866" cy="136395"/>
              </a:xfrm>
              <a:custGeom>
                <a:avLst/>
                <a:gdLst/>
                <a:ahLst/>
                <a:cxnLst/>
                <a:rect l="l" t="t" r="r" b="b"/>
                <a:pathLst>
                  <a:path w="926" h="3521" extrusionOk="0">
                    <a:moveTo>
                      <a:pt x="1" y="0"/>
                    </a:moveTo>
                    <a:lnTo>
                      <a:pt x="43" y="3521"/>
                    </a:lnTo>
                    <a:lnTo>
                      <a:pt x="925" y="3521"/>
                    </a:lnTo>
                    <a:lnTo>
                      <a:pt x="90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5" name="Google Shape;3635;p70"/>
              <p:cNvSpPr/>
              <p:nvPr/>
            </p:nvSpPr>
            <p:spPr>
              <a:xfrm>
                <a:off x="3381228" y="346070"/>
                <a:ext cx="34201" cy="122953"/>
              </a:xfrm>
              <a:custGeom>
                <a:avLst/>
                <a:gdLst/>
                <a:ahLst/>
                <a:cxnLst/>
                <a:rect l="l" t="t" r="r" b="b"/>
                <a:pathLst>
                  <a:path w="883" h="3174" extrusionOk="0">
                    <a:moveTo>
                      <a:pt x="128" y="1"/>
                    </a:moveTo>
                    <a:lnTo>
                      <a:pt x="0" y="3174"/>
                    </a:lnTo>
                    <a:lnTo>
                      <a:pt x="883" y="3174"/>
                    </a:lnTo>
                    <a:lnTo>
                      <a:pt x="85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6" name="Google Shape;3636;p70"/>
              <p:cNvSpPr/>
              <p:nvPr/>
            </p:nvSpPr>
            <p:spPr>
              <a:xfrm>
                <a:off x="3303995" y="332628"/>
                <a:ext cx="76613" cy="136395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3521" extrusionOk="0">
                    <a:moveTo>
                      <a:pt x="69" y="0"/>
                    </a:moveTo>
                    <a:lnTo>
                      <a:pt x="1" y="3521"/>
                    </a:lnTo>
                    <a:lnTo>
                      <a:pt x="1799" y="3521"/>
                    </a:lnTo>
                    <a:lnTo>
                      <a:pt x="197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7" name="Google Shape;3637;p70"/>
              <p:cNvSpPr/>
              <p:nvPr/>
            </p:nvSpPr>
            <p:spPr>
              <a:xfrm>
                <a:off x="3254068" y="343126"/>
                <a:ext cx="73321" cy="125897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3250" extrusionOk="0">
                    <a:moveTo>
                      <a:pt x="85" y="1"/>
                    </a:moveTo>
                    <a:lnTo>
                      <a:pt x="1" y="3250"/>
                    </a:lnTo>
                    <a:lnTo>
                      <a:pt x="1892" y="3250"/>
                    </a:lnTo>
                    <a:lnTo>
                      <a:pt x="179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8" name="Google Shape;3638;p70"/>
              <p:cNvSpPr/>
              <p:nvPr/>
            </p:nvSpPr>
            <p:spPr>
              <a:xfrm>
                <a:off x="3438747" y="332628"/>
                <a:ext cx="19405" cy="136395"/>
              </a:xfrm>
              <a:custGeom>
                <a:avLst/>
                <a:gdLst/>
                <a:ahLst/>
                <a:cxnLst/>
                <a:rect l="l" t="t" r="r" b="b"/>
                <a:pathLst>
                  <a:path w="501" h="3521" extrusionOk="0">
                    <a:moveTo>
                      <a:pt x="102" y="0"/>
                    </a:moveTo>
                    <a:lnTo>
                      <a:pt x="0" y="3521"/>
                    </a:lnTo>
                    <a:lnTo>
                      <a:pt x="475" y="3521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9" name="Google Shape;3639;p70"/>
              <p:cNvSpPr/>
              <p:nvPr/>
            </p:nvSpPr>
            <p:spPr>
              <a:xfrm>
                <a:off x="3411130" y="346070"/>
                <a:ext cx="25331" cy="122953"/>
              </a:xfrm>
              <a:custGeom>
                <a:avLst/>
                <a:gdLst/>
                <a:ahLst/>
                <a:cxnLst/>
                <a:rect l="l" t="t" r="r" b="b"/>
                <a:pathLst>
                  <a:path w="654" h="3174" extrusionOk="0">
                    <a:moveTo>
                      <a:pt x="60" y="1"/>
                    </a:moveTo>
                    <a:lnTo>
                      <a:pt x="0" y="3174"/>
                    </a:lnTo>
                    <a:lnTo>
                      <a:pt x="628" y="3174"/>
                    </a:lnTo>
                    <a:lnTo>
                      <a:pt x="65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0" name="Google Shape;3640;p70"/>
              <p:cNvSpPr/>
              <p:nvPr/>
            </p:nvSpPr>
            <p:spPr>
              <a:xfrm>
                <a:off x="3359887" y="332628"/>
                <a:ext cx="40437" cy="136395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3521" extrusionOk="0">
                    <a:moveTo>
                      <a:pt x="0" y="0"/>
                    </a:moveTo>
                    <a:lnTo>
                      <a:pt x="93" y="3521"/>
                    </a:lnTo>
                    <a:lnTo>
                      <a:pt x="1043" y="3521"/>
                    </a:lnTo>
                    <a:lnTo>
                      <a:pt x="101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1" name="Google Shape;3641;p70"/>
              <p:cNvSpPr/>
              <p:nvPr/>
            </p:nvSpPr>
            <p:spPr>
              <a:xfrm>
                <a:off x="3320457" y="343126"/>
                <a:ext cx="31877" cy="125897"/>
              </a:xfrm>
              <a:custGeom>
                <a:avLst/>
                <a:gdLst/>
                <a:ahLst/>
                <a:cxnLst/>
                <a:rect l="l" t="t" r="r" b="b"/>
                <a:pathLst>
                  <a:path w="823" h="3250" extrusionOk="0">
                    <a:moveTo>
                      <a:pt x="76" y="1"/>
                    </a:moveTo>
                    <a:lnTo>
                      <a:pt x="0" y="3250"/>
                    </a:lnTo>
                    <a:lnTo>
                      <a:pt x="823" y="3250"/>
                    </a:lnTo>
                    <a:lnTo>
                      <a:pt x="823" y="85"/>
                    </a:lnTo>
                    <a:lnTo>
                      <a:pt x="7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2" name="Google Shape;3642;p70"/>
              <p:cNvSpPr/>
              <p:nvPr/>
            </p:nvSpPr>
            <p:spPr>
              <a:xfrm>
                <a:off x="3220874" y="374347"/>
                <a:ext cx="71694" cy="94674"/>
              </a:xfrm>
              <a:custGeom>
                <a:avLst/>
                <a:gdLst/>
                <a:ahLst/>
                <a:cxnLst/>
                <a:rect l="l" t="t" r="r" b="b"/>
                <a:pathLst>
                  <a:path w="1851" h="2444" extrusionOk="0">
                    <a:moveTo>
                      <a:pt x="60" y="1"/>
                    </a:moveTo>
                    <a:lnTo>
                      <a:pt x="1" y="2444"/>
                    </a:lnTo>
                    <a:lnTo>
                      <a:pt x="1850" y="2444"/>
                    </a:lnTo>
                    <a:lnTo>
                      <a:pt x="181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3" name="Google Shape;3643;p70"/>
              <p:cNvSpPr/>
              <p:nvPr/>
            </p:nvSpPr>
            <p:spPr>
              <a:xfrm>
                <a:off x="3285597" y="374347"/>
                <a:ext cx="27306" cy="94674"/>
              </a:xfrm>
              <a:custGeom>
                <a:avLst/>
                <a:gdLst/>
                <a:ahLst/>
                <a:cxnLst/>
                <a:rect l="l" t="t" r="r" b="b"/>
                <a:pathLst>
                  <a:path w="705" h="2444" extrusionOk="0">
                    <a:moveTo>
                      <a:pt x="35" y="1"/>
                    </a:moveTo>
                    <a:lnTo>
                      <a:pt x="1" y="2444"/>
                    </a:lnTo>
                    <a:lnTo>
                      <a:pt x="705" y="2444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4" name="Google Shape;3644;p70"/>
              <p:cNvSpPr/>
              <p:nvPr/>
            </p:nvSpPr>
            <p:spPr>
              <a:xfrm>
                <a:off x="3414732" y="443027"/>
                <a:ext cx="18785" cy="8251"/>
              </a:xfrm>
              <a:custGeom>
                <a:avLst/>
                <a:gdLst/>
                <a:ahLst/>
                <a:cxnLst/>
                <a:rect l="l" t="t" r="r" b="b"/>
                <a:pathLst>
                  <a:path w="485" h="213" extrusionOk="0">
                    <a:moveTo>
                      <a:pt x="1" y="0"/>
                    </a:moveTo>
                    <a:lnTo>
                      <a:pt x="1" y="213"/>
                    </a:lnTo>
                    <a:lnTo>
                      <a:pt x="484" y="213"/>
                    </a:lnTo>
                    <a:lnTo>
                      <a:pt x="48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5" name="Google Shape;3645;p70"/>
              <p:cNvSpPr/>
              <p:nvPr/>
            </p:nvSpPr>
            <p:spPr>
              <a:xfrm>
                <a:off x="3365774" y="335572"/>
                <a:ext cx="29630" cy="14178"/>
              </a:xfrm>
              <a:custGeom>
                <a:avLst/>
                <a:gdLst/>
                <a:ahLst/>
                <a:cxnLst/>
                <a:rect l="l" t="t" r="r" b="b"/>
                <a:pathLst>
                  <a:path w="765" h="366" extrusionOk="0">
                    <a:moveTo>
                      <a:pt x="764" y="1"/>
                    </a:moveTo>
                    <a:lnTo>
                      <a:pt x="1" y="17"/>
                    </a:lnTo>
                    <a:lnTo>
                      <a:pt x="1" y="365"/>
                    </a:lnTo>
                    <a:lnTo>
                      <a:pt x="764" y="348"/>
                    </a:lnTo>
                    <a:lnTo>
                      <a:pt x="76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6" name="Google Shape;3646;p70"/>
              <p:cNvSpPr/>
              <p:nvPr/>
            </p:nvSpPr>
            <p:spPr>
              <a:xfrm>
                <a:off x="3369725" y="450270"/>
                <a:ext cx="25990" cy="14139"/>
              </a:xfrm>
              <a:custGeom>
                <a:avLst/>
                <a:gdLst/>
                <a:ahLst/>
                <a:cxnLst/>
                <a:rect l="l" t="t" r="r" b="b"/>
                <a:pathLst>
                  <a:path w="671" h="365" extrusionOk="0">
                    <a:moveTo>
                      <a:pt x="671" y="0"/>
                    </a:moveTo>
                    <a:lnTo>
                      <a:pt x="1" y="26"/>
                    </a:lnTo>
                    <a:lnTo>
                      <a:pt x="1" y="365"/>
                    </a:lnTo>
                    <a:lnTo>
                      <a:pt x="671" y="348"/>
                    </a:lnTo>
                    <a:lnTo>
                      <a:pt x="67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7" name="Google Shape;3647;p70"/>
              <p:cNvSpPr/>
              <p:nvPr/>
            </p:nvSpPr>
            <p:spPr>
              <a:xfrm>
                <a:off x="3420968" y="354321"/>
                <a:ext cx="7282" cy="11505"/>
              </a:xfrm>
              <a:custGeom>
                <a:avLst/>
                <a:gdLst/>
                <a:ahLst/>
                <a:cxnLst/>
                <a:rect l="l" t="t" r="r" b="b"/>
                <a:pathLst>
                  <a:path w="188" h="297" extrusionOk="0">
                    <a:moveTo>
                      <a:pt x="94" y="0"/>
                    </a:moveTo>
                    <a:cubicBezTo>
                      <a:pt x="43" y="0"/>
                      <a:pt x="1" y="59"/>
                      <a:pt x="1" y="144"/>
                    </a:cubicBezTo>
                    <a:cubicBezTo>
                      <a:pt x="1" y="229"/>
                      <a:pt x="43" y="297"/>
                      <a:pt x="94" y="297"/>
                    </a:cubicBezTo>
                    <a:cubicBezTo>
                      <a:pt x="145" y="297"/>
                      <a:pt x="188" y="229"/>
                      <a:pt x="188" y="144"/>
                    </a:cubicBezTo>
                    <a:cubicBezTo>
                      <a:pt x="188" y="59"/>
                      <a:pt x="145" y="0"/>
                      <a:pt x="9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48" name="Google Shape;3648;p70"/>
            <p:cNvGrpSpPr/>
            <p:nvPr/>
          </p:nvGrpSpPr>
          <p:grpSpPr>
            <a:xfrm>
              <a:off x="2545762" y="789416"/>
              <a:ext cx="237277" cy="136395"/>
              <a:chOff x="3220874" y="332628"/>
              <a:chExt cx="237277" cy="136395"/>
            </a:xfrm>
          </p:grpSpPr>
          <p:sp>
            <p:nvSpPr>
              <p:cNvPr id="3649" name="Google Shape;3649;p70"/>
              <p:cNvSpPr/>
              <p:nvPr/>
            </p:nvSpPr>
            <p:spPr>
              <a:xfrm>
                <a:off x="3408496" y="332628"/>
                <a:ext cx="35866" cy="136395"/>
              </a:xfrm>
              <a:custGeom>
                <a:avLst/>
                <a:gdLst/>
                <a:ahLst/>
                <a:cxnLst/>
                <a:rect l="l" t="t" r="r" b="b"/>
                <a:pathLst>
                  <a:path w="926" h="3521" extrusionOk="0">
                    <a:moveTo>
                      <a:pt x="1" y="0"/>
                    </a:moveTo>
                    <a:lnTo>
                      <a:pt x="43" y="3521"/>
                    </a:lnTo>
                    <a:lnTo>
                      <a:pt x="925" y="3521"/>
                    </a:lnTo>
                    <a:lnTo>
                      <a:pt x="90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0" name="Google Shape;3650;p70"/>
              <p:cNvSpPr/>
              <p:nvPr/>
            </p:nvSpPr>
            <p:spPr>
              <a:xfrm>
                <a:off x="3381228" y="346070"/>
                <a:ext cx="34201" cy="122953"/>
              </a:xfrm>
              <a:custGeom>
                <a:avLst/>
                <a:gdLst/>
                <a:ahLst/>
                <a:cxnLst/>
                <a:rect l="l" t="t" r="r" b="b"/>
                <a:pathLst>
                  <a:path w="883" h="3174" extrusionOk="0">
                    <a:moveTo>
                      <a:pt x="128" y="1"/>
                    </a:moveTo>
                    <a:lnTo>
                      <a:pt x="0" y="3174"/>
                    </a:lnTo>
                    <a:lnTo>
                      <a:pt x="883" y="3174"/>
                    </a:lnTo>
                    <a:lnTo>
                      <a:pt x="85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1" name="Google Shape;3651;p70"/>
              <p:cNvSpPr/>
              <p:nvPr/>
            </p:nvSpPr>
            <p:spPr>
              <a:xfrm>
                <a:off x="3303995" y="332628"/>
                <a:ext cx="76613" cy="136395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3521" extrusionOk="0">
                    <a:moveTo>
                      <a:pt x="69" y="0"/>
                    </a:moveTo>
                    <a:lnTo>
                      <a:pt x="1" y="3521"/>
                    </a:lnTo>
                    <a:lnTo>
                      <a:pt x="1799" y="3521"/>
                    </a:lnTo>
                    <a:lnTo>
                      <a:pt x="197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2" name="Google Shape;3652;p70"/>
              <p:cNvSpPr/>
              <p:nvPr/>
            </p:nvSpPr>
            <p:spPr>
              <a:xfrm>
                <a:off x="3254068" y="343126"/>
                <a:ext cx="73321" cy="125897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3250" extrusionOk="0">
                    <a:moveTo>
                      <a:pt x="85" y="1"/>
                    </a:moveTo>
                    <a:lnTo>
                      <a:pt x="1" y="3250"/>
                    </a:lnTo>
                    <a:lnTo>
                      <a:pt x="1892" y="3250"/>
                    </a:lnTo>
                    <a:lnTo>
                      <a:pt x="179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3" name="Google Shape;3653;p70"/>
              <p:cNvSpPr/>
              <p:nvPr/>
            </p:nvSpPr>
            <p:spPr>
              <a:xfrm>
                <a:off x="3438747" y="332628"/>
                <a:ext cx="19405" cy="136395"/>
              </a:xfrm>
              <a:custGeom>
                <a:avLst/>
                <a:gdLst/>
                <a:ahLst/>
                <a:cxnLst/>
                <a:rect l="l" t="t" r="r" b="b"/>
                <a:pathLst>
                  <a:path w="501" h="3521" extrusionOk="0">
                    <a:moveTo>
                      <a:pt x="102" y="0"/>
                    </a:moveTo>
                    <a:lnTo>
                      <a:pt x="0" y="3521"/>
                    </a:lnTo>
                    <a:lnTo>
                      <a:pt x="475" y="3521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4" name="Google Shape;3654;p70"/>
              <p:cNvSpPr/>
              <p:nvPr/>
            </p:nvSpPr>
            <p:spPr>
              <a:xfrm>
                <a:off x="3411130" y="346070"/>
                <a:ext cx="25331" cy="122953"/>
              </a:xfrm>
              <a:custGeom>
                <a:avLst/>
                <a:gdLst/>
                <a:ahLst/>
                <a:cxnLst/>
                <a:rect l="l" t="t" r="r" b="b"/>
                <a:pathLst>
                  <a:path w="654" h="3174" extrusionOk="0">
                    <a:moveTo>
                      <a:pt x="60" y="1"/>
                    </a:moveTo>
                    <a:lnTo>
                      <a:pt x="0" y="3174"/>
                    </a:lnTo>
                    <a:lnTo>
                      <a:pt x="628" y="3174"/>
                    </a:lnTo>
                    <a:lnTo>
                      <a:pt x="65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5" name="Google Shape;3655;p70"/>
              <p:cNvSpPr/>
              <p:nvPr/>
            </p:nvSpPr>
            <p:spPr>
              <a:xfrm>
                <a:off x="3359887" y="332628"/>
                <a:ext cx="40437" cy="136395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3521" extrusionOk="0">
                    <a:moveTo>
                      <a:pt x="0" y="0"/>
                    </a:moveTo>
                    <a:lnTo>
                      <a:pt x="93" y="3521"/>
                    </a:lnTo>
                    <a:lnTo>
                      <a:pt x="1043" y="3521"/>
                    </a:lnTo>
                    <a:lnTo>
                      <a:pt x="101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6" name="Google Shape;3656;p70"/>
              <p:cNvSpPr/>
              <p:nvPr/>
            </p:nvSpPr>
            <p:spPr>
              <a:xfrm>
                <a:off x="3320457" y="343126"/>
                <a:ext cx="31877" cy="125897"/>
              </a:xfrm>
              <a:custGeom>
                <a:avLst/>
                <a:gdLst/>
                <a:ahLst/>
                <a:cxnLst/>
                <a:rect l="l" t="t" r="r" b="b"/>
                <a:pathLst>
                  <a:path w="823" h="3250" extrusionOk="0">
                    <a:moveTo>
                      <a:pt x="76" y="1"/>
                    </a:moveTo>
                    <a:lnTo>
                      <a:pt x="0" y="3250"/>
                    </a:lnTo>
                    <a:lnTo>
                      <a:pt x="823" y="3250"/>
                    </a:lnTo>
                    <a:lnTo>
                      <a:pt x="823" y="85"/>
                    </a:lnTo>
                    <a:lnTo>
                      <a:pt x="7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7" name="Google Shape;3657;p70"/>
              <p:cNvSpPr/>
              <p:nvPr/>
            </p:nvSpPr>
            <p:spPr>
              <a:xfrm>
                <a:off x="3220874" y="374347"/>
                <a:ext cx="71694" cy="94674"/>
              </a:xfrm>
              <a:custGeom>
                <a:avLst/>
                <a:gdLst/>
                <a:ahLst/>
                <a:cxnLst/>
                <a:rect l="l" t="t" r="r" b="b"/>
                <a:pathLst>
                  <a:path w="1851" h="2444" extrusionOk="0">
                    <a:moveTo>
                      <a:pt x="60" y="1"/>
                    </a:moveTo>
                    <a:lnTo>
                      <a:pt x="1" y="2444"/>
                    </a:lnTo>
                    <a:lnTo>
                      <a:pt x="1850" y="2444"/>
                    </a:lnTo>
                    <a:lnTo>
                      <a:pt x="181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8" name="Google Shape;3658;p70"/>
              <p:cNvSpPr/>
              <p:nvPr/>
            </p:nvSpPr>
            <p:spPr>
              <a:xfrm>
                <a:off x="3285597" y="374347"/>
                <a:ext cx="27306" cy="94674"/>
              </a:xfrm>
              <a:custGeom>
                <a:avLst/>
                <a:gdLst/>
                <a:ahLst/>
                <a:cxnLst/>
                <a:rect l="l" t="t" r="r" b="b"/>
                <a:pathLst>
                  <a:path w="705" h="2444" extrusionOk="0">
                    <a:moveTo>
                      <a:pt x="35" y="1"/>
                    </a:moveTo>
                    <a:lnTo>
                      <a:pt x="1" y="2444"/>
                    </a:lnTo>
                    <a:lnTo>
                      <a:pt x="705" y="2444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9" name="Google Shape;3659;p70"/>
              <p:cNvSpPr/>
              <p:nvPr/>
            </p:nvSpPr>
            <p:spPr>
              <a:xfrm>
                <a:off x="3414732" y="443027"/>
                <a:ext cx="18785" cy="8251"/>
              </a:xfrm>
              <a:custGeom>
                <a:avLst/>
                <a:gdLst/>
                <a:ahLst/>
                <a:cxnLst/>
                <a:rect l="l" t="t" r="r" b="b"/>
                <a:pathLst>
                  <a:path w="485" h="213" extrusionOk="0">
                    <a:moveTo>
                      <a:pt x="1" y="0"/>
                    </a:moveTo>
                    <a:lnTo>
                      <a:pt x="1" y="213"/>
                    </a:lnTo>
                    <a:lnTo>
                      <a:pt x="484" y="213"/>
                    </a:lnTo>
                    <a:lnTo>
                      <a:pt x="48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0" name="Google Shape;3660;p70"/>
              <p:cNvSpPr/>
              <p:nvPr/>
            </p:nvSpPr>
            <p:spPr>
              <a:xfrm>
                <a:off x="3365774" y="335572"/>
                <a:ext cx="29630" cy="14178"/>
              </a:xfrm>
              <a:custGeom>
                <a:avLst/>
                <a:gdLst/>
                <a:ahLst/>
                <a:cxnLst/>
                <a:rect l="l" t="t" r="r" b="b"/>
                <a:pathLst>
                  <a:path w="765" h="366" extrusionOk="0">
                    <a:moveTo>
                      <a:pt x="764" y="1"/>
                    </a:moveTo>
                    <a:lnTo>
                      <a:pt x="1" y="17"/>
                    </a:lnTo>
                    <a:lnTo>
                      <a:pt x="1" y="365"/>
                    </a:lnTo>
                    <a:lnTo>
                      <a:pt x="764" y="348"/>
                    </a:lnTo>
                    <a:lnTo>
                      <a:pt x="76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1" name="Google Shape;3661;p70"/>
              <p:cNvSpPr/>
              <p:nvPr/>
            </p:nvSpPr>
            <p:spPr>
              <a:xfrm>
                <a:off x="3369725" y="450270"/>
                <a:ext cx="25990" cy="14139"/>
              </a:xfrm>
              <a:custGeom>
                <a:avLst/>
                <a:gdLst/>
                <a:ahLst/>
                <a:cxnLst/>
                <a:rect l="l" t="t" r="r" b="b"/>
                <a:pathLst>
                  <a:path w="671" h="365" extrusionOk="0">
                    <a:moveTo>
                      <a:pt x="671" y="0"/>
                    </a:moveTo>
                    <a:lnTo>
                      <a:pt x="1" y="26"/>
                    </a:lnTo>
                    <a:lnTo>
                      <a:pt x="1" y="365"/>
                    </a:lnTo>
                    <a:lnTo>
                      <a:pt x="671" y="348"/>
                    </a:lnTo>
                    <a:lnTo>
                      <a:pt x="67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2" name="Google Shape;3662;p70"/>
              <p:cNvSpPr/>
              <p:nvPr/>
            </p:nvSpPr>
            <p:spPr>
              <a:xfrm>
                <a:off x="3420968" y="354321"/>
                <a:ext cx="7282" cy="11505"/>
              </a:xfrm>
              <a:custGeom>
                <a:avLst/>
                <a:gdLst/>
                <a:ahLst/>
                <a:cxnLst/>
                <a:rect l="l" t="t" r="r" b="b"/>
                <a:pathLst>
                  <a:path w="188" h="297" extrusionOk="0">
                    <a:moveTo>
                      <a:pt x="94" y="0"/>
                    </a:moveTo>
                    <a:cubicBezTo>
                      <a:pt x="43" y="0"/>
                      <a:pt x="1" y="59"/>
                      <a:pt x="1" y="144"/>
                    </a:cubicBezTo>
                    <a:cubicBezTo>
                      <a:pt x="1" y="229"/>
                      <a:pt x="43" y="297"/>
                      <a:pt x="94" y="297"/>
                    </a:cubicBezTo>
                    <a:cubicBezTo>
                      <a:pt x="145" y="297"/>
                      <a:pt x="188" y="229"/>
                      <a:pt x="188" y="144"/>
                    </a:cubicBezTo>
                    <a:cubicBezTo>
                      <a:pt x="188" y="59"/>
                      <a:pt x="145" y="0"/>
                      <a:pt x="9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63" name="Google Shape;3663;p70"/>
            <p:cNvGrpSpPr/>
            <p:nvPr/>
          </p:nvGrpSpPr>
          <p:grpSpPr>
            <a:xfrm>
              <a:off x="2789618" y="1441933"/>
              <a:ext cx="201555" cy="121802"/>
              <a:chOff x="3410268" y="831871"/>
              <a:chExt cx="201555" cy="121802"/>
            </a:xfrm>
          </p:grpSpPr>
          <p:sp>
            <p:nvSpPr>
              <p:cNvPr id="3664" name="Google Shape;3664;p70"/>
              <p:cNvSpPr/>
              <p:nvPr/>
            </p:nvSpPr>
            <p:spPr>
              <a:xfrm>
                <a:off x="3580397" y="831871"/>
                <a:ext cx="31426" cy="119494"/>
              </a:xfrm>
              <a:custGeom>
                <a:avLst/>
                <a:gdLst/>
                <a:ahLst/>
                <a:cxnLst/>
                <a:rect l="l" t="t" r="r" b="b"/>
                <a:pathLst>
                  <a:path w="926" h="3521" extrusionOk="0">
                    <a:moveTo>
                      <a:pt x="1" y="0"/>
                    </a:moveTo>
                    <a:lnTo>
                      <a:pt x="43" y="3521"/>
                    </a:lnTo>
                    <a:lnTo>
                      <a:pt x="925" y="3521"/>
                    </a:lnTo>
                    <a:lnTo>
                      <a:pt x="90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5" name="Google Shape;3665;p70"/>
              <p:cNvSpPr/>
              <p:nvPr/>
            </p:nvSpPr>
            <p:spPr>
              <a:xfrm>
                <a:off x="3556233" y="845955"/>
                <a:ext cx="30238" cy="107718"/>
              </a:xfrm>
              <a:custGeom>
                <a:avLst/>
                <a:gdLst/>
                <a:ahLst/>
                <a:cxnLst/>
                <a:rect l="l" t="t" r="r" b="b"/>
                <a:pathLst>
                  <a:path w="891" h="3174" extrusionOk="0">
                    <a:moveTo>
                      <a:pt x="136" y="1"/>
                    </a:moveTo>
                    <a:lnTo>
                      <a:pt x="0" y="3173"/>
                    </a:lnTo>
                    <a:lnTo>
                      <a:pt x="891" y="3173"/>
                    </a:lnTo>
                    <a:lnTo>
                      <a:pt x="86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6" name="Google Shape;3666;p70"/>
              <p:cNvSpPr/>
              <p:nvPr/>
            </p:nvSpPr>
            <p:spPr>
              <a:xfrm>
                <a:off x="3473324" y="831871"/>
                <a:ext cx="67094" cy="119494"/>
              </a:xfrm>
              <a:custGeom>
                <a:avLst/>
                <a:gdLst/>
                <a:ahLst/>
                <a:cxnLst/>
                <a:rect l="l" t="t" r="r" b="b"/>
                <a:pathLst>
                  <a:path w="1977" h="3521" extrusionOk="0">
                    <a:moveTo>
                      <a:pt x="68" y="0"/>
                    </a:moveTo>
                    <a:lnTo>
                      <a:pt x="0" y="3521"/>
                    </a:lnTo>
                    <a:lnTo>
                      <a:pt x="1798" y="3521"/>
                    </a:lnTo>
                    <a:lnTo>
                      <a:pt x="197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7" name="Google Shape;3667;p70"/>
              <p:cNvSpPr/>
              <p:nvPr/>
            </p:nvSpPr>
            <p:spPr>
              <a:xfrm>
                <a:off x="3429273" y="841068"/>
                <a:ext cx="64515" cy="110297"/>
              </a:xfrm>
              <a:custGeom>
                <a:avLst/>
                <a:gdLst/>
                <a:ahLst/>
                <a:cxnLst/>
                <a:rect l="l" t="t" r="r" b="b"/>
                <a:pathLst>
                  <a:path w="1901" h="3250" extrusionOk="0">
                    <a:moveTo>
                      <a:pt x="93" y="1"/>
                    </a:moveTo>
                    <a:lnTo>
                      <a:pt x="0" y="3250"/>
                    </a:lnTo>
                    <a:lnTo>
                      <a:pt x="1900" y="3250"/>
                    </a:lnTo>
                    <a:lnTo>
                      <a:pt x="1807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8" name="Google Shape;3668;p70"/>
              <p:cNvSpPr/>
              <p:nvPr/>
            </p:nvSpPr>
            <p:spPr>
              <a:xfrm>
                <a:off x="3522262" y="831871"/>
                <a:ext cx="35431" cy="119494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3521" extrusionOk="0">
                    <a:moveTo>
                      <a:pt x="0" y="0"/>
                    </a:moveTo>
                    <a:lnTo>
                      <a:pt x="94" y="3521"/>
                    </a:lnTo>
                    <a:lnTo>
                      <a:pt x="1044" y="3521"/>
                    </a:lnTo>
                    <a:lnTo>
                      <a:pt x="101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9" name="Google Shape;3669;p70"/>
              <p:cNvSpPr/>
              <p:nvPr/>
            </p:nvSpPr>
            <p:spPr>
              <a:xfrm>
                <a:off x="3487408" y="841068"/>
                <a:ext cx="28270" cy="110297"/>
              </a:xfrm>
              <a:custGeom>
                <a:avLst/>
                <a:gdLst/>
                <a:ahLst/>
                <a:cxnLst/>
                <a:rect l="l" t="t" r="r" b="b"/>
                <a:pathLst>
                  <a:path w="833" h="3250" extrusionOk="0">
                    <a:moveTo>
                      <a:pt x="86" y="1"/>
                    </a:moveTo>
                    <a:lnTo>
                      <a:pt x="1" y="3250"/>
                    </a:lnTo>
                    <a:lnTo>
                      <a:pt x="832" y="3250"/>
                    </a:lnTo>
                    <a:lnTo>
                      <a:pt x="832" y="85"/>
                    </a:lnTo>
                    <a:lnTo>
                      <a:pt x="86" y="1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0" name="Google Shape;3670;p70"/>
              <p:cNvSpPr/>
              <p:nvPr/>
            </p:nvSpPr>
            <p:spPr>
              <a:xfrm>
                <a:off x="3410268" y="868421"/>
                <a:ext cx="65364" cy="82943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2444" extrusionOk="0">
                    <a:moveTo>
                      <a:pt x="51" y="1"/>
                    </a:moveTo>
                    <a:lnTo>
                      <a:pt x="0" y="2444"/>
                    </a:lnTo>
                    <a:lnTo>
                      <a:pt x="1926" y="2444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1" name="Google Shape;3671;p70"/>
              <p:cNvSpPr/>
              <p:nvPr/>
            </p:nvSpPr>
            <p:spPr>
              <a:xfrm>
                <a:off x="3527421" y="834450"/>
                <a:ext cx="25657" cy="12421"/>
              </a:xfrm>
              <a:custGeom>
                <a:avLst/>
                <a:gdLst/>
                <a:ahLst/>
                <a:cxnLst/>
                <a:rect l="l" t="t" r="r" b="b"/>
                <a:pathLst>
                  <a:path w="756" h="366" extrusionOk="0">
                    <a:moveTo>
                      <a:pt x="756" y="1"/>
                    </a:moveTo>
                    <a:lnTo>
                      <a:pt x="1" y="17"/>
                    </a:lnTo>
                    <a:lnTo>
                      <a:pt x="1" y="365"/>
                    </a:lnTo>
                    <a:lnTo>
                      <a:pt x="756" y="348"/>
                    </a:lnTo>
                    <a:lnTo>
                      <a:pt x="75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2" name="Google Shape;3672;p70"/>
              <p:cNvSpPr/>
              <p:nvPr/>
            </p:nvSpPr>
            <p:spPr>
              <a:xfrm>
                <a:off x="3530882" y="934939"/>
                <a:ext cx="22501" cy="12387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65" extrusionOk="0">
                    <a:moveTo>
                      <a:pt x="662" y="0"/>
                    </a:moveTo>
                    <a:lnTo>
                      <a:pt x="1" y="26"/>
                    </a:lnTo>
                    <a:lnTo>
                      <a:pt x="1" y="365"/>
                    </a:lnTo>
                    <a:lnTo>
                      <a:pt x="662" y="348"/>
                    </a:lnTo>
                    <a:lnTo>
                      <a:pt x="66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73" name="Google Shape;3673;p70"/>
            <p:cNvGrpSpPr/>
            <p:nvPr/>
          </p:nvGrpSpPr>
          <p:grpSpPr>
            <a:xfrm>
              <a:off x="2545762" y="1429316"/>
              <a:ext cx="237277" cy="136395"/>
              <a:chOff x="3220874" y="332628"/>
              <a:chExt cx="237277" cy="136395"/>
            </a:xfrm>
          </p:grpSpPr>
          <p:sp>
            <p:nvSpPr>
              <p:cNvPr id="3674" name="Google Shape;3674;p70"/>
              <p:cNvSpPr/>
              <p:nvPr/>
            </p:nvSpPr>
            <p:spPr>
              <a:xfrm>
                <a:off x="3408496" y="332628"/>
                <a:ext cx="35866" cy="136395"/>
              </a:xfrm>
              <a:custGeom>
                <a:avLst/>
                <a:gdLst/>
                <a:ahLst/>
                <a:cxnLst/>
                <a:rect l="l" t="t" r="r" b="b"/>
                <a:pathLst>
                  <a:path w="926" h="3521" extrusionOk="0">
                    <a:moveTo>
                      <a:pt x="1" y="0"/>
                    </a:moveTo>
                    <a:lnTo>
                      <a:pt x="43" y="3521"/>
                    </a:lnTo>
                    <a:lnTo>
                      <a:pt x="925" y="3521"/>
                    </a:lnTo>
                    <a:lnTo>
                      <a:pt x="90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5" name="Google Shape;3675;p70"/>
              <p:cNvSpPr/>
              <p:nvPr/>
            </p:nvSpPr>
            <p:spPr>
              <a:xfrm>
                <a:off x="3381228" y="346070"/>
                <a:ext cx="34201" cy="122953"/>
              </a:xfrm>
              <a:custGeom>
                <a:avLst/>
                <a:gdLst/>
                <a:ahLst/>
                <a:cxnLst/>
                <a:rect l="l" t="t" r="r" b="b"/>
                <a:pathLst>
                  <a:path w="883" h="3174" extrusionOk="0">
                    <a:moveTo>
                      <a:pt x="128" y="1"/>
                    </a:moveTo>
                    <a:lnTo>
                      <a:pt x="0" y="3174"/>
                    </a:lnTo>
                    <a:lnTo>
                      <a:pt x="883" y="3174"/>
                    </a:lnTo>
                    <a:lnTo>
                      <a:pt x="85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6" name="Google Shape;3676;p70"/>
              <p:cNvSpPr/>
              <p:nvPr/>
            </p:nvSpPr>
            <p:spPr>
              <a:xfrm>
                <a:off x="3303995" y="332628"/>
                <a:ext cx="76613" cy="136395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3521" extrusionOk="0">
                    <a:moveTo>
                      <a:pt x="69" y="0"/>
                    </a:moveTo>
                    <a:lnTo>
                      <a:pt x="1" y="3521"/>
                    </a:lnTo>
                    <a:lnTo>
                      <a:pt x="1799" y="3521"/>
                    </a:lnTo>
                    <a:lnTo>
                      <a:pt x="197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7" name="Google Shape;3677;p70"/>
              <p:cNvSpPr/>
              <p:nvPr/>
            </p:nvSpPr>
            <p:spPr>
              <a:xfrm>
                <a:off x="3254068" y="343126"/>
                <a:ext cx="73321" cy="125897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3250" extrusionOk="0">
                    <a:moveTo>
                      <a:pt x="85" y="1"/>
                    </a:moveTo>
                    <a:lnTo>
                      <a:pt x="1" y="3250"/>
                    </a:lnTo>
                    <a:lnTo>
                      <a:pt x="1892" y="3250"/>
                    </a:lnTo>
                    <a:lnTo>
                      <a:pt x="179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8" name="Google Shape;3678;p70"/>
              <p:cNvSpPr/>
              <p:nvPr/>
            </p:nvSpPr>
            <p:spPr>
              <a:xfrm>
                <a:off x="3438747" y="332628"/>
                <a:ext cx="19405" cy="136395"/>
              </a:xfrm>
              <a:custGeom>
                <a:avLst/>
                <a:gdLst/>
                <a:ahLst/>
                <a:cxnLst/>
                <a:rect l="l" t="t" r="r" b="b"/>
                <a:pathLst>
                  <a:path w="501" h="3521" extrusionOk="0">
                    <a:moveTo>
                      <a:pt x="102" y="0"/>
                    </a:moveTo>
                    <a:lnTo>
                      <a:pt x="0" y="3521"/>
                    </a:lnTo>
                    <a:lnTo>
                      <a:pt x="475" y="3521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9" name="Google Shape;3679;p70"/>
              <p:cNvSpPr/>
              <p:nvPr/>
            </p:nvSpPr>
            <p:spPr>
              <a:xfrm>
                <a:off x="3411130" y="346070"/>
                <a:ext cx="25331" cy="122953"/>
              </a:xfrm>
              <a:custGeom>
                <a:avLst/>
                <a:gdLst/>
                <a:ahLst/>
                <a:cxnLst/>
                <a:rect l="l" t="t" r="r" b="b"/>
                <a:pathLst>
                  <a:path w="654" h="3174" extrusionOk="0">
                    <a:moveTo>
                      <a:pt x="60" y="1"/>
                    </a:moveTo>
                    <a:lnTo>
                      <a:pt x="0" y="3174"/>
                    </a:lnTo>
                    <a:lnTo>
                      <a:pt x="628" y="3174"/>
                    </a:lnTo>
                    <a:lnTo>
                      <a:pt x="65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0" name="Google Shape;3680;p70"/>
              <p:cNvSpPr/>
              <p:nvPr/>
            </p:nvSpPr>
            <p:spPr>
              <a:xfrm>
                <a:off x="3359887" y="332628"/>
                <a:ext cx="40437" cy="136395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3521" extrusionOk="0">
                    <a:moveTo>
                      <a:pt x="0" y="0"/>
                    </a:moveTo>
                    <a:lnTo>
                      <a:pt x="93" y="3521"/>
                    </a:lnTo>
                    <a:lnTo>
                      <a:pt x="1043" y="3521"/>
                    </a:lnTo>
                    <a:lnTo>
                      <a:pt x="101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1" name="Google Shape;3681;p70"/>
              <p:cNvSpPr/>
              <p:nvPr/>
            </p:nvSpPr>
            <p:spPr>
              <a:xfrm>
                <a:off x="3320457" y="343126"/>
                <a:ext cx="31877" cy="125897"/>
              </a:xfrm>
              <a:custGeom>
                <a:avLst/>
                <a:gdLst/>
                <a:ahLst/>
                <a:cxnLst/>
                <a:rect l="l" t="t" r="r" b="b"/>
                <a:pathLst>
                  <a:path w="823" h="3250" extrusionOk="0">
                    <a:moveTo>
                      <a:pt x="76" y="1"/>
                    </a:moveTo>
                    <a:lnTo>
                      <a:pt x="0" y="3250"/>
                    </a:lnTo>
                    <a:lnTo>
                      <a:pt x="823" y="3250"/>
                    </a:lnTo>
                    <a:lnTo>
                      <a:pt x="823" y="85"/>
                    </a:lnTo>
                    <a:lnTo>
                      <a:pt x="7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2" name="Google Shape;3682;p70"/>
              <p:cNvSpPr/>
              <p:nvPr/>
            </p:nvSpPr>
            <p:spPr>
              <a:xfrm>
                <a:off x="3220874" y="374347"/>
                <a:ext cx="71694" cy="94674"/>
              </a:xfrm>
              <a:custGeom>
                <a:avLst/>
                <a:gdLst/>
                <a:ahLst/>
                <a:cxnLst/>
                <a:rect l="l" t="t" r="r" b="b"/>
                <a:pathLst>
                  <a:path w="1851" h="2444" extrusionOk="0">
                    <a:moveTo>
                      <a:pt x="60" y="1"/>
                    </a:moveTo>
                    <a:lnTo>
                      <a:pt x="1" y="2444"/>
                    </a:lnTo>
                    <a:lnTo>
                      <a:pt x="1850" y="2444"/>
                    </a:lnTo>
                    <a:lnTo>
                      <a:pt x="181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3" name="Google Shape;3683;p70"/>
              <p:cNvSpPr/>
              <p:nvPr/>
            </p:nvSpPr>
            <p:spPr>
              <a:xfrm>
                <a:off x="3285597" y="374347"/>
                <a:ext cx="27306" cy="94674"/>
              </a:xfrm>
              <a:custGeom>
                <a:avLst/>
                <a:gdLst/>
                <a:ahLst/>
                <a:cxnLst/>
                <a:rect l="l" t="t" r="r" b="b"/>
                <a:pathLst>
                  <a:path w="705" h="2444" extrusionOk="0">
                    <a:moveTo>
                      <a:pt x="35" y="1"/>
                    </a:moveTo>
                    <a:lnTo>
                      <a:pt x="1" y="2444"/>
                    </a:lnTo>
                    <a:lnTo>
                      <a:pt x="705" y="2444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4" name="Google Shape;3684;p70"/>
              <p:cNvSpPr/>
              <p:nvPr/>
            </p:nvSpPr>
            <p:spPr>
              <a:xfrm>
                <a:off x="3414732" y="443027"/>
                <a:ext cx="18785" cy="8251"/>
              </a:xfrm>
              <a:custGeom>
                <a:avLst/>
                <a:gdLst/>
                <a:ahLst/>
                <a:cxnLst/>
                <a:rect l="l" t="t" r="r" b="b"/>
                <a:pathLst>
                  <a:path w="485" h="213" extrusionOk="0">
                    <a:moveTo>
                      <a:pt x="1" y="0"/>
                    </a:moveTo>
                    <a:lnTo>
                      <a:pt x="1" y="213"/>
                    </a:lnTo>
                    <a:lnTo>
                      <a:pt x="484" y="213"/>
                    </a:lnTo>
                    <a:lnTo>
                      <a:pt x="48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5" name="Google Shape;3685;p70"/>
              <p:cNvSpPr/>
              <p:nvPr/>
            </p:nvSpPr>
            <p:spPr>
              <a:xfrm>
                <a:off x="3365774" y="335572"/>
                <a:ext cx="29630" cy="14178"/>
              </a:xfrm>
              <a:custGeom>
                <a:avLst/>
                <a:gdLst/>
                <a:ahLst/>
                <a:cxnLst/>
                <a:rect l="l" t="t" r="r" b="b"/>
                <a:pathLst>
                  <a:path w="765" h="366" extrusionOk="0">
                    <a:moveTo>
                      <a:pt x="764" y="1"/>
                    </a:moveTo>
                    <a:lnTo>
                      <a:pt x="1" y="17"/>
                    </a:lnTo>
                    <a:lnTo>
                      <a:pt x="1" y="365"/>
                    </a:lnTo>
                    <a:lnTo>
                      <a:pt x="764" y="348"/>
                    </a:lnTo>
                    <a:lnTo>
                      <a:pt x="76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6" name="Google Shape;3686;p70"/>
              <p:cNvSpPr/>
              <p:nvPr/>
            </p:nvSpPr>
            <p:spPr>
              <a:xfrm>
                <a:off x="3369725" y="450270"/>
                <a:ext cx="25990" cy="14139"/>
              </a:xfrm>
              <a:custGeom>
                <a:avLst/>
                <a:gdLst/>
                <a:ahLst/>
                <a:cxnLst/>
                <a:rect l="l" t="t" r="r" b="b"/>
                <a:pathLst>
                  <a:path w="671" h="365" extrusionOk="0">
                    <a:moveTo>
                      <a:pt x="671" y="0"/>
                    </a:moveTo>
                    <a:lnTo>
                      <a:pt x="1" y="26"/>
                    </a:lnTo>
                    <a:lnTo>
                      <a:pt x="1" y="365"/>
                    </a:lnTo>
                    <a:lnTo>
                      <a:pt x="671" y="348"/>
                    </a:lnTo>
                    <a:lnTo>
                      <a:pt x="67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7" name="Google Shape;3687;p70"/>
              <p:cNvSpPr/>
              <p:nvPr/>
            </p:nvSpPr>
            <p:spPr>
              <a:xfrm>
                <a:off x="3420968" y="354321"/>
                <a:ext cx="7282" cy="11505"/>
              </a:xfrm>
              <a:custGeom>
                <a:avLst/>
                <a:gdLst/>
                <a:ahLst/>
                <a:cxnLst/>
                <a:rect l="l" t="t" r="r" b="b"/>
                <a:pathLst>
                  <a:path w="188" h="297" extrusionOk="0">
                    <a:moveTo>
                      <a:pt x="94" y="0"/>
                    </a:moveTo>
                    <a:cubicBezTo>
                      <a:pt x="43" y="0"/>
                      <a:pt x="1" y="59"/>
                      <a:pt x="1" y="144"/>
                    </a:cubicBezTo>
                    <a:cubicBezTo>
                      <a:pt x="1" y="229"/>
                      <a:pt x="43" y="297"/>
                      <a:pt x="94" y="297"/>
                    </a:cubicBezTo>
                    <a:cubicBezTo>
                      <a:pt x="145" y="297"/>
                      <a:pt x="188" y="229"/>
                      <a:pt x="188" y="144"/>
                    </a:cubicBezTo>
                    <a:cubicBezTo>
                      <a:pt x="188" y="59"/>
                      <a:pt x="145" y="0"/>
                      <a:pt x="9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88" name="Google Shape;3688;p70"/>
            <p:cNvGrpSpPr/>
            <p:nvPr/>
          </p:nvGrpSpPr>
          <p:grpSpPr>
            <a:xfrm>
              <a:off x="2570106" y="1275164"/>
              <a:ext cx="201555" cy="121802"/>
              <a:chOff x="3410268" y="831871"/>
              <a:chExt cx="201555" cy="121802"/>
            </a:xfrm>
          </p:grpSpPr>
          <p:sp>
            <p:nvSpPr>
              <p:cNvPr id="3689" name="Google Shape;3689;p70"/>
              <p:cNvSpPr/>
              <p:nvPr/>
            </p:nvSpPr>
            <p:spPr>
              <a:xfrm>
                <a:off x="3580397" y="831871"/>
                <a:ext cx="31426" cy="119494"/>
              </a:xfrm>
              <a:custGeom>
                <a:avLst/>
                <a:gdLst/>
                <a:ahLst/>
                <a:cxnLst/>
                <a:rect l="l" t="t" r="r" b="b"/>
                <a:pathLst>
                  <a:path w="926" h="3521" extrusionOk="0">
                    <a:moveTo>
                      <a:pt x="1" y="0"/>
                    </a:moveTo>
                    <a:lnTo>
                      <a:pt x="43" y="3521"/>
                    </a:lnTo>
                    <a:lnTo>
                      <a:pt x="925" y="3521"/>
                    </a:lnTo>
                    <a:lnTo>
                      <a:pt x="90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0" name="Google Shape;3690;p70"/>
              <p:cNvSpPr/>
              <p:nvPr/>
            </p:nvSpPr>
            <p:spPr>
              <a:xfrm>
                <a:off x="3556233" y="845955"/>
                <a:ext cx="30238" cy="107718"/>
              </a:xfrm>
              <a:custGeom>
                <a:avLst/>
                <a:gdLst/>
                <a:ahLst/>
                <a:cxnLst/>
                <a:rect l="l" t="t" r="r" b="b"/>
                <a:pathLst>
                  <a:path w="891" h="3174" extrusionOk="0">
                    <a:moveTo>
                      <a:pt x="136" y="1"/>
                    </a:moveTo>
                    <a:lnTo>
                      <a:pt x="0" y="3173"/>
                    </a:lnTo>
                    <a:lnTo>
                      <a:pt x="891" y="3173"/>
                    </a:lnTo>
                    <a:lnTo>
                      <a:pt x="86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1" name="Google Shape;3691;p70"/>
              <p:cNvSpPr/>
              <p:nvPr/>
            </p:nvSpPr>
            <p:spPr>
              <a:xfrm>
                <a:off x="3473324" y="831871"/>
                <a:ext cx="67094" cy="119494"/>
              </a:xfrm>
              <a:custGeom>
                <a:avLst/>
                <a:gdLst/>
                <a:ahLst/>
                <a:cxnLst/>
                <a:rect l="l" t="t" r="r" b="b"/>
                <a:pathLst>
                  <a:path w="1977" h="3521" extrusionOk="0">
                    <a:moveTo>
                      <a:pt x="68" y="0"/>
                    </a:moveTo>
                    <a:lnTo>
                      <a:pt x="0" y="3521"/>
                    </a:lnTo>
                    <a:lnTo>
                      <a:pt x="1798" y="3521"/>
                    </a:lnTo>
                    <a:lnTo>
                      <a:pt x="197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2" name="Google Shape;3692;p70"/>
              <p:cNvSpPr/>
              <p:nvPr/>
            </p:nvSpPr>
            <p:spPr>
              <a:xfrm>
                <a:off x="3429273" y="841068"/>
                <a:ext cx="64515" cy="110297"/>
              </a:xfrm>
              <a:custGeom>
                <a:avLst/>
                <a:gdLst/>
                <a:ahLst/>
                <a:cxnLst/>
                <a:rect l="l" t="t" r="r" b="b"/>
                <a:pathLst>
                  <a:path w="1901" h="3250" extrusionOk="0">
                    <a:moveTo>
                      <a:pt x="93" y="1"/>
                    </a:moveTo>
                    <a:lnTo>
                      <a:pt x="0" y="3250"/>
                    </a:lnTo>
                    <a:lnTo>
                      <a:pt x="1900" y="3250"/>
                    </a:lnTo>
                    <a:lnTo>
                      <a:pt x="1807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3" name="Google Shape;3693;p70"/>
              <p:cNvSpPr/>
              <p:nvPr/>
            </p:nvSpPr>
            <p:spPr>
              <a:xfrm>
                <a:off x="3522262" y="831871"/>
                <a:ext cx="35431" cy="119494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3521" extrusionOk="0">
                    <a:moveTo>
                      <a:pt x="0" y="0"/>
                    </a:moveTo>
                    <a:lnTo>
                      <a:pt x="94" y="3521"/>
                    </a:lnTo>
                    <a:lnTo>
                      <a:pt x="1044" y="3521"/>
                    </a:lnTo>
                    <a:lnTo>
                      <a:pt x="101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4" name="Google Shape;3694;p70"/>
              <p:cNvSpPr/>
              <p:nvPr/>
            </p:nvSpPr>
            <p:spPr>
              <a:xfrm>
                <a:off x="3487408" y="841068"/>
                <a:ext cx="28270" cy="110297"/>
              </a:xfrm>
              <a:custGeom>
                <a:avLst/>
                <a:gdLst/>
                <a:ahLst/>
                <a:cxnLst/>
                <a:rect l="l" t="t" r="r" b="b"/>
                <a:pathLst>
                  <a:path w="833" h="3250" extrusionOk="0">
                    <a:moveTo>
                      <a:pt x="86" y="1"/>
                    </a:moveTo>
                    <a:lnTo>
                      <a:pt x="1" y="3250"/>
                    </a:lnTo>
                    <a:lnTo>
                      <a:pt x="832" y="3250"/>
                    </a:lnTo>
                    <a:lnTo>
                      <a:pt x="832" y="85"/>
                    </a:lnTo>
                    <a:lnTo>
                      <a:pt x="86" y="1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5" name="Google Shape;3695;p70"/>
              <p:cNvSpPr/>
              <p:nvPr/>
            </p:nvSpPr>
            <p:spPr>
              <a:xfrm>
                <a:off x="3410268" y="868421"/>
                <a:ext cx="65364" cy="82943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2444" extrusionOk="0">
                    <a:moveTo>
                      <a:pt x="51" y="1"/>
                    </a:moveTo>
                    <a:lnTo>
                      <a:pt x="0" y="2444"/>
                    </a:lnTo>
                    <a:lnTo>
                      <a:pt x="1926" y="2444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6" name="Google Shape;3696;p70"/>
              <p:cNvSpPr/>
              <p:nvPr/>
            </p:nvSpPr>
            <p:spPr>
              <a:xfrm>
                <a:off x="3527421" y="834450"/>
                <a:ext cx="25657" cy="12421"/>
              </a:xfrm>
              <a:custGeom>
                <a:avLst/>
                <a:gdLst/>
                <a:ahLst/>
                <a:cxnLst/>
                <a:rect l="l" t="t" r="r" b="b"/>
                <a:pathLst>
                  <a:path w="756" h="366" extrusionOk="0">
                    <a:moveTo>
                      <a:pt x="756" y="1"/>
                    </a:moveTo>
                    <a:lnTo>
                      <a:pt x="1" y="17"/>
                    </a:lnTo>
                    <a:lnTo>
                      <a:pt x="1" y="365"/>
                    </a:lnTo>
                    <a:lnTo>
                      <a:pt x="756" y="348"/>
                    </a:lnTo>
                    <a:lnTo>
                      <a:pt x="75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7" name="Google Shape;3697;p70"/>
              <p:cNvSpPr/>
              <p:nvPr/>
            </p:nvSpPr>
            <p:spPr>
              <a:xfrm>
                <a:off x="3530882" y="934939"/>
                <a:ext cx="22501" cy="12387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65" extrusionOk="0">
                    <a:moveTo>
                      <a:pt x="662" y="0"/>
                    </a:moveTo>
                    <a:lnTo>
                      <a:pt x="1" y="26"/>
                    </a:lnTo>
                    <a:lnTo>
                      <a:pt x="1" y="365"/>
                    </a:lnTo>
                    <a:lnTo>
                      <a:pt x="662" y="348"/>
                    </a:lnTo>
                    <a:lnTo>
                      <a:pt x="66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98" name="Google Shape;3698;p70"/>
            <p:cNvGrpSpPr/>
            <p:nvPr/>
          </p:nvGrpSpPr>
          <p:grpSpPr>
            <a:xfrm flipH="1">
              <a:off x="2769943" y="1275158"/>
              <a:ext cx="201555" cy="121802"/>
              <a:chOff x="3410268" y="831871"/>
              <a:chExt cx="201555" cy="121802"/>
            </a:xfrm>
          </p:grpSpPr>
          <p:sp>
            <p:nvSpPr>
              <p:cNvPr id="3699" name="Google Shape;3699;p70"/>
              <p:cNvSpPr/>
              <p:nvPr/>
            </p:nvSpPr>
            <p:spPr>
              <a:xfrm>
                <a:off x="3580397" y="831871"/>
                <a:ext cx="31426" cy="119494"/>
              </a:xfrm>
              <a:custGeom>
                <a:avLst/>
                <a:gdLst/>
                <a:ahLst/>
                <a:cxnLst/>
                <a:rect l="l" t="t" r="r" b="b"/>
                <a:pathLst>
                  <a:path w="926" h="3521" extrusionOk="0">
                    <a:moveTo>
                      <a:pt x="1" y="0"/>
                    </a:moveTo>
                    <a:lnTo>
                      <a:pt x="43" y="3521"/>
                    </a:lnTo>
                    <a:lnTo>
                      <a:pt x="925" y="3521"/>
                    </a:lnTo>
                    <a:lnTo>
                      <a:pt x="9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0" name="Google Shape;3700;p70"/>
              <p:cNvSpPr/>
              <p:nvPr/>
            </p:nvSpPr>
            <p:spPr>
              <a:xfrm>
                <a:off x="3556233" y="845955"/>
                <a:ext cx="30238" cy="107718"/>
              </a:xfrm>
              <a:custGeom>
                <a:avLst/>
                <a:gdLst/>
                <a:ahLst/>
                <a:cxnLst/>
                <a:rect l="l" t="t" r="r" b="b"/>
                <a:pathLst>
                  <a:path w="891" h="3174" extrusionOk="0">
                    <a:moveTo>
                      <a:pt x="136" y="1"/>
                    </a:moveTo>
                    <a:lnTo>
                      <a:pt x="0" y="3173"/>
                    </a:lnTo>
                    <a:lnTo>
                      <a:pt x="891" y="3173"/>
                    </a:lnTo>
                    <a:lnTo>
                      <a:pt x="86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1" name="Google Shape;3701;p70"/>
              <p:cNvSpPr/>
              <p:nvPr/>
            </p:nvSpPr>
            <p:spPr>
              <a:xfrm>
                <a:off x="3473324" y="831871"/>
                <a:ext cx="67094" cy="119494"/>
              </a:xfrm>
              <a:custGeom>
                <a:avLst/>
                <a:gdLst/>
                <a:ahLst/>
                <a:cxnLst/>
                <a:rect l="l" t="t" r="r" b="b"/>
                <a:pathLst>
                  <a:path w="1977" h="3521" extrusionOk="0">
                    <a:moveTo>
                      <a:pt x="68" y="0"/>
                    </a:moveTo>
                    <a:lnTo>
                      <a:pt x="0" y="3521"/>
                    </a:lnTo>
                    <a:lnTo>
                      <a:pt x="1798" y="3521"/>
                    </a:lnTo>
                    <a:lnTo>
                      <a:pt x="197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2" name="Google Shape;3702;p70"/>
              <p:cNvSpPr/>
              <p:nvPr/>
            </p:nvSpPr>
            <p:spPr>
              <a:xfrm>
                <a:off x="3429273" y="841068"/>
                <a:ext cx="64515" cy="110297"/>
              </a:xfrm>
              <a:custGeom>
                <a:avLst/>
                <a:gdLst/>
                <a:ahLst/>
                <a:cxnLst/>
                <a:rect l="l" t="t" r="r" b="b"/>
                <a:pathLst>
                  <a:path w="1901" h="3250" extrusionOk="0">
                    <a:moveTo>
                      <a:pt x="93" y="1"/>
                    </a:moveTo>
                    <a:lnTo>
                      <a:pt x="0" y="3250"/>
                    </a:lnTo>
                    <a:lnTo>
                      <a:pt x="1900" y="3250"/>
                    </a:lnTo>
                    <a:lnTo>
                      <a:pt x="1807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3" name="Google Shape;3703;p70"/>
              <p:cNvSpPr/>
              <p:nvPr/>
            </p:nvSpPr>
            <p:spPr>
              <a:xfrm>
                <a:off x="3522262" y="831871"/>
                <a:ext cx="35431" cy="119494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3521" extrusionOk="0">
                    <a:moveTo>
                      <a:pt x="0" y="0"/>
                    </a:moveTo>
                    <a:lnTo>
                      <a:pt x="94" y="3521"/>
                    </a:lnTo>
                    <a:lnTo>
                      <a:pt x="1044" y="3521"/>
                    </a:lnTo>
                    <a:lnTo>
                      <a:pt x="101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4" name="Google Shape;3704;p70"/>
              <p:cNvSpPr/>
              <p:nvPr/>
            </p:nvSpPr>
            <p:spPr>
              <a:xfrm>
                <a:off x="3487408" y="841068"/>
                <a:ext cx="28270" cy="110297"/>
              </a:xfrm>
              <a:custGeom>
                <a:avLst/>
                <a:gdLst/>
                <a:ahLst/>
                <a:cxnLst/>
                <a:rect l="l" t="t" r="r" b="b"/>
                <a:pathLst>
                  <a:path w="833" h="3250" extrusionOk="0">
                    <a:moveTo>
                      <a:pt x="86" y="1"/>
                    </a:moveTo>
                    <a:lnTo>
                      <a:pt x="1" y="3250"/>
                    </a:lnTo>
                    <a:lnTo>
                      <a:pt x="832" y="3250"/>
                    </a:lnTo>
                    <a:lnTo>
                      <a:pt x="832" y="85"/>
                    </a:lnTo>
                    <a:lnTo>
                      <a:pt x="86" y="1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5" name="Google Shape;3705;p70"/>
              <p:cNvSpPr/>
              <p:nvPr/>
            </p:nvSpPr>
            <p:spPr>
              <a:xfrm>
                <a:off x="3410268" y="868421"/>
                <a:ext cx="65364" cy="82943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2444" extrusionOk="0">
                    <a:moveTo>
                      <a:pt x="51" y="1"/>
                    </a:moveTo>
                    <a:lnTo>
                      <a:pt x="0" y="2444"/>
                    </a:lnTo>
                    <a:lnTo>
                      <a:pt x="1926" y="2444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6" name="Google Shape;3706;p70"/>
              <p:cNvSpPr/>
              <p:nvPr/>
            </p:nvSpPr>
            <p:spPr>
              <a:xfrm>
                <a:off x="3527421" y="834450"/>
                <a:ext cx="25657" cy="12421"/>
              </a:xfrm>
              <a:custGeom>
                <a:avLst/>
                <a:gdLst/>
                <a:ahLst/>
                <a:cxnLst/>
                <a:rect l="l" t="t" r="r" b="b"/>
                <a:pathLst>
                  <a:path w="756" h="366" extrusionOk="0">
                    <a:moveTo>
                      <a:pt x="756" y="1"/>
                    </a:moveTo>
                    <a:lnTo>
                      <a:pt x="1" y="17"/>
                    </a:lnTo>
                    <a:lnTo>
                      <a:pt x="1" y="365"/>
                    </a:lnTo>
                    <a:lnTo>
                      <a:pt x="756" y="348"/>
                    </a:lnTo>
                    <a:lnTo>
                      <a:pt x="75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7" name="Google Shape;3707;p70"/>
              <p:cNvSpPr/>
              <p:nvPr/>
            </p:nvSpPr>
            <p:spPr>
              <a:xfrm>
                <a:off x="3530882" y="934939"/>
                <a:ext cx="22501" cy="12387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65" extrusionOk="0">
                    <a:moveTo>
                      <a:pt x="662" y="0"/>
                    </a:moveTo>
                    <a:lnTo>
                      <a:pt x="1" y="26"/>
                    </a:lnTo>
                    <a:lnTo>
                      <a:pt x="1" y="365"/>
                    </a:lnTo>
                    <a:lnTo>
                      <a:pt x="662" y="348"/>
                    </a:lnTo>
                    <a:lnTo>
                      <a:pt x="66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708" name="Google Shape;3708;p70"/>
            <p:cNvGrpSpPr/>
            <p:nvPr/>
          </p:nvGrpSpPr>
          <p:grpSpPr>
            <a:xfrm flipH="1">
              <a:off x="2789618" y="803108"/>
              <a:ext cx="201555" cy="121802"/>
              <a:chOff x="3410268" y="831871"/>
              <a:chExt cx="201555" cy="121802"/>
            </a:xfrm>
          </p:grpSpPr>
          <p:sp>
            <p:nvSpPr>
              <p:cNvPr id="3709" name="Google Shape;3709;p70"/>
              <p:cNvSpPr/>
              <p:nvPr/>
            </p:nvSpPr>
            <p:spPr>
              <a:xfrm>
                <a:off x="3580397" y="831871"/>
                <a:ext cx="31426" cy="119494"/>
              </a:xfrm>
              <a:custGeom>
                <a:avLst/>
                <a:gdLst/>
                <a:ahLst/>
                <a:cxnLst/>
                <a:rect l="l" t="t" r="r" b="b"/>
                <a:pathLst>
                  <a:path w="926" h="3521" extrusionOk="0">
                    <a:moveTo>
                      <a:pt x="1" y="0"/>
                    </a:moveTo>
                    <a:lnTo>
                      <a:pt x="43" y="3521"/>
                    </a:lnTo>
                    <a:lnTo>
                      <a:pt x="925" y="3521"/>
                    </a:lnTo>
                    <a:lnTo>
                      <a:pt x="9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0" name="Google Shape;3710;p70"/>
              <p:cNvSpPr/>
              <p:nvPr/>
            </p:nvSpPr>
            <p:spPr>
              <a:xfrm>
                <a:off x="3556233" y="845955"/>
                <a:ext cx="30238" cy="107718"/>
              </a:xfrm>
              <a:custGeom>
                <a:avLst/>
                <a:gdLst/>
                <a:ahLst/>
                <a:cxnLst/>
                <a:rect l="l" t="t" r="r" b="b"/>
                <a:pathLst>
                  <a:path w="891" h="3174" extrusionOk="0">
                    <a:moveTo>
                      <a:pt x="136" y="1"/>
                    </a:moveTo>
                    <a:lnTo>
                      <a:pt x="0" y="3173"/>
                    </a:lnTo>
                    <a:lnTo>
                      <a:pt x="891" y="3173"/>
                    </a:lnTo>
                    <a:lnTo>
                      <a:pt x="86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1" name="Google Shape;3711;p70"/>
              <p:cNvSpPr/>
              <p:nvPr/>
            </p:nvSpPr>
            <p:spPr>
              <a:xfrm>
                <a:off x="3473324" y="831871"/>
                <a:ext cx="67094" cy="119494"/>
              </a:xfrm>
              <a:custGeom>
                <a:avLst/>
                <a:gdLst/>
                <a:ahLst/>
                <a:cxnLst/>
                <a:rect l="l" t="t" r="r" b="b"/>
                <a:pathLst>
                  <a:path w="1977" h="3521" extrusionOk="0">
                    <a:moveTo>
                      <a:pt x="68" y="0"/>
                    </a:moveTo>
                    <a:lnTo>
                      <a:pt x="0" y="3521"/>
                    </a:lnTo>
                    <a:lnTo>
                      <a:pt x="1798" y="3521"/>
                    </a:lnTo>
                    <a:lnTo>
                      <a:pt x="197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2" name="Google Shape;3712;p70"/>
              <p:cNvSpPr/>
              <p:nvPr/>
            </p:nvSpPr>
            <p:spPr>
              <a:xfrm>
                <a:off x="3429273" y="841068"/>
                <a:ext cx="64515" cy="110297"/>
              </a:xfrm>
              <a:custGeom>
                <a:avLst/>
                <a:gdLst/>
                <a:ahLst/>
                <a:cxnLst/>
                <a:rect l="l" t="t" r="r" b="b"/>
                <a:pathLst>
                  <a:path w="1901" h="3250" extrusionOk="0">
                    <a:moveTo>
                      <a:pt x="93" y="1"/>
                    </a:moveTo>
                    <a:lnTo>
                      <a:pt x="0" y="3250"/>
                    </a:lnTo>
                    <a:lnTo>
                      <a:pt x="1900" y="3250"/>
                    </a:lnTo>
                    <a:lnTo>
                      <a:pt x="1807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3" name="Google Shape;3713;p70"/>
              <p:cNvSpPr/>
              <p:nvPr/>
            </p:nvSpPr>
            <p:spPr>
              <a:xfrm>
                <a:off x="3522262" y="831871"/>
                <a:ext cx="35431" cy="119494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3521" extrusionOk="0">
                    <a:moveTo>
                      <a:pt x="0" y="0"/>
                    </a:moveTo>
                    <a:lnTo>
                      <a:pt x="94" y="3521"/>
                    </a:lnTo>
                    <a:lnTo>
                      <a:pt x="1044" y="3521"/>
                    </a:lnTo>
                    <a:lnTo>
                      <a:pt x="101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4" name="Google Shape;3714;p70"/>
              <p:cNvSpPr/>
              <p:nvPr/>
            </p:nvSpPr>
            <p:spPr>
              <a:xfrm>
                <a:off x="3487408" y="841068"/>
                <a:ext cx="28270" cy="110297"/>
              </a:xfrm>
              <a:custGeom>
                <a:avLst/>
                <a:gdLst/>
                <a:ahLst/>
                <a:cxnLst/>
                <a:rect l="l" t="t" r="r" b="b"/>
                <a:pathLst>
                  <a:path w="833" h="3250" extrusionOk="0">
                    <a:moveTo>
                      <a:pt x="86" y="1"/>
                    </a:moveTo>
                    <a:lnTo>
                      <a:pt x="1" y="3250"/>
                    </a:lnTo>
                    <a:lnTo>
                      <a:pt x="832" y="3250"/>
                    </a:lnTo>
                    <a:lnTo>
                      <a:pt x="832" y="85"/>
                    </a:lnTo>
                    <a:lnTo>
                      <a:pt x="86" y="1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5" name="Google Shape;3715;p70"/>
              <p:cNvSpPr/>
              <p:nvPr/>
            </p:nvSpPr>
            <p:spPr>
              <a:xfrm>
                <a:off x="3410268" y="868421"/>
                <a:ext cx="65364" cy="82943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2444" extrusionOk="0">
                    <a:moveTo>
                      <a:pt x="51" y="1"/>
                    </a:moveTo>
                    <a:lnTo>
                      <a:pt x="0" y="2444"/>
                    </a:lnTo>
                    <a:lnTo>
                      <a:pt x="1926" y="2444"/>
                    </a:lnTo>
                    <a:lnTo>
                      <a:pt x="189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6" name="Google Shape;3716;p70"/>
              <p:cNvSpPr/>
              <p:nvPr/>
            </p:nvSpPr>
            <p:spPr>
              <a:xfrm>
                <a:off x="3527421" y="834450"/>
                <a:ext cx="25657" cy="12421"/>
              </a:xfrm>
              <a:custGeom>
                <a:avLst/>
                <a:gdLst/>
                <a:ahLst/>
                <a:cxnLst/>
                <a:rect l="l" t="t" r="r" b="b"/>
                <a:pathLst>
                  <a:path w="756" h="366" extrusionOk="0">
                    <a:moveTo>
                      <a:pt x="756" y="1"/>
                    </a:moveTo>
                    <a:lnTo>
                      <a:pt x="1" y="17"/>
                    </a:lnTo>
                    <a:lnTo>
                      <a:pt x="1" y="365"/>
                    </a:lnTo>
                    <a:lnTo>
                      <a:pt x="756" y="348"/>
                    </a:lnTo>
                    <a:lnTo>
                      <a:pt x="75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7" name="Google Shape;3717;p70"/>
              <p:cNvSpPr/>
              <p:nvPr/>
            </p:nvSpPr>
            <p:spPr>
              <a:xfrm>
                <a:off x="3530882" y="934939"/>
                <a:ext cx="22501" cy="12387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65" extrusionOk="0">
                    <a:moveTo>
                      <a:pt x="662" y="0"/>
                    </a:moveTo>
                    <a:lnTo>
                      <a:pt x="1" y="26"/>
                    </a:lnTo>
                    <a:lnTo>
                      <a:pt x="1" y="365"/>
                    </a:lnTo>
                    <a:lnTo>
                      <a:pt x="662" y="348"/>
                    </a:lnTo>
                    <a:lnTo>
                      <a:pt x="66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718" name="Google Shape;3718;p70"/>
            <p:cNvSpPr/>
            <p:nvPr/>
          </p:nvSpPr>
          <p:spPr>
            <a:xfrm>
              <a:off x="2721975" y="1561483"/>
              <a:ext cx="279000" cy="139381"/>
            </a:xfrm>
            <a:custGeom>
              <a:avLst/>
              <a:gdLst/>
              <a:ahLst/>
              <a:cxnLst/>
              <a:rect l="l" t="t" r="r" b="b"/>
              <a:pathLst>
                <a:path w="8221" h="4107" extrusionOk="0">
                  <a:moveTo>
                    <a:pt x="0" y="1"/>
                  </a:moveTo>
                  <a:lnTo>
                    <a:pt x="0" y="4106"/>
                  </a:lnTo>
                  <a:lnTo>
                    <a:pt x="8220" y="4106"/>
                  </a:lnTo>
                  <a:lnTo>
                    <a:pt x="822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19" name="Google Shape;3719;p70"/>
            <p:cNvGrpSpPr/>
            <p:nvPr/>
          </p:nvGrpSpPr>
          <p:grpSpPr>
            <a:xfrm>
              <a:off x="2464730" y="1678970"/>
              <a:ext cx="587594" cy="54470"/>
              <a:chOff x="4343749" y="2322263"/>
              <a:chExt cx="587594" cy="54470"/>
            </a:xfrm>
          </p:grpSpPr>
          <p:sp>
            <p:nvSpPr>
              <p:cNvPr id="3720" name="Google Shape;3720;p70"/>
              <p:cNvSpPr/>
              <p:nvPr/>
            </p:nvSpPr>
            <p:spPr>
              <a:xfrm>
                <a:off x="4703317" y="2322263"/>
                <a:ext cx="190321" cy="42083"/>
              </a:xfrm>
              <a:custGeom>
                <a:avLst/>
                <a:gdLst/>
                <a:ahLst/>
                <a:cxnLst/>
                <a:rect l="l" t="t" r="r" b="b"/>
                <a:pathLst>
                  <a:path w="5608" h="1240" extrusionOk="0">
                    <a:moveTo>
                      <a:pt x="0" y="1"/>
                    </a:moveTo>
                    <a:lnTo>
                      <a:pt x="0" y="1240"/>
                    </a:lnTo>
                    <a:lnTo>
                      <a:pt x="5608" y="1240"/>
                    </a:lnTo>
                    <a:lnTo>
                      <a:pt x="560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1" name="Google Shape;3721;p70"/>
              <p:cNvSpPr/>
              <p:nvPr/>
            </p:nvSpPr>
            <p:spPr>
              <a:xfrm>
                <a:off x="4693814" y="2343305"/>
                <a:ext cx="202437" cy="15849"/>
              </a:xfrm>
              <a:custGeom>
                <a:avLst/>
                <a:gdLst/>
                <a:ahLst/>
                <a:cxnLst/>
                <a:rect l="l" t="t" r="r" b="b"/>
                <a:pathLst>
                  <a:path w="5965" h="467" extrusionOk="0">
                    <a:moveTo>
                      <a:pt x="0" y="0"/>
                    </a:moveTo>
                    <a:lnTo>
                      <a:pt x="0" y="467"/>
                    </a:lnTo>
                    <a:lnTo>
                      <a:pt x="5964" y="467"/>
                    </a:lnTo>
                    <a:lnTo>
                      <a:pt x="596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2" name="Google Shape;3722;p70"/>
              <p:cNvSpPr/>
              <p:nvPr/>
            </p:nvSpPr>
            <p:spPr>
              <a:xfrm>
                <a:off x="4594785" y="2322263"/>
                <a:ext cx="94754" cy="31732"/>
              </a:xfrm>
              <a:custGeom>
                <a:avLst/>
                <a:gdLst/>
                <a:ahLst/>
                <a:cxnLst/>
                <a:rect l="l" t="t" r="r" b="b"/>
                <a:pathLst>
                  <a:path w="2792" h="935" extrusionOk="0">
                    <a:moveTo>
                      <a:pt x="0" y="1"/>
                    </a:moveTo>
                    <a:lnTo>
                      <a:pt x="0" y="934"/>
                    </a:lnTo>
                    <a:lnTo>
                      <a:pt x="2791" y="934"/>
                    </a:lnTo>
                    <a:lnTo>
                      <a:pt x="27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3" name="Google Shape;3723;p70"/>
              <p:cNvSpPr/>
              <p:nvPr/>
            </p:nvSpPr>
            <p:spPr>
              <a:xfrm>
                <a:off x="4553619" y="2347886"/>
                <a:ext cx="151735" cy="28847"/>
              </a:xfrm>
              <a:custGeom>
                <a:avLst/>
                <a:gdLst/>
                <a:ahLst/>
                <a:cxnLst/>
                <a:rect l="l" t="t" r="r" b="b"/>
                <a:pathLst>
                  <a:path w="4471" h="850" extrusionOk="0">
                    <a:moveTo>
                      <a:pt x="849" y="1"/>
                    </a:moveTo>
                    <a:cubicBezTo>
                      <a:pt x="373" y="1"/>
                      <a:pt x="0" y="374"/>
                      <a:pt x="0" y="849"/>
                    </a:cubicBezTo>
                    <a:lnTo>
                      <a:pt x="4471" y="849"/>
                    </a:lnTo>
                    <a:lnTo>
                      <a:pt x="44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4" name="Google Shape;3724;p70"/>
              <p:cNvSpPr/>
              <p:nvPr/>
            </p:nvSpPr>
            <p:spPr>
              <a:xfrm>
                <a:off x="4677117" y="2347886"/>
                <a:ext cx="254226" cy="28847"/>
              </a:xfrm>
              <a:custGeom>
                <a:avLst/>
                <a:gdLst/>
                <a:ahLst/>
                <a:cxnLst/>
                <a:rect l="l" t="t" r="r" b="b"/>
                <a:pathLst>
                  <a:path w="7491" h="850" extrusionOk="0">
                    <a:moveTo>
                      <a:pt x="849" y="1"/>
                    </a:moveTo>
                    <a:cubicBezTo>
                      <a:pt x="382" y="1"/>
                      <a:pt x="0" y="374"/>
                      <a:pt x="0" y="849"/>
                    </a:cubicBezTo>
                    <a:lnTo>
                      <a:pt x="7491" y="849"/>
                    </a:lnTo>
                    <a:cubicBezTo>
                      <a:pt x="7491" y="374"/>
                      <a:pt x="7109" y="1"/>
                      <a:pt x="66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5" name="Google Shape;3725;p70"/>
              <p:cNvSpPr/>
              <p:nvPr/>
            </p:nvSpPr>
            <p:spPr>
              <a:xfrm>
                <a:off x="4885256" y="2358848"/>
                <a:ext cx="36313" cy="17885"/>
              </a:xfrm>
              <a:custGeom>
                <a:avLst/>
                <a:gdLst/>
                <a:ahLst/>
                <a:cxnLst/>
                <a:rect l="l" t="t" r="r" b="b"/>
                <a:pathLst>
                  <a:path w="1070" h="527" extrusionOk="0">
                    <a:moveTo>
                      <a:pt x="535" y="0"/>
                    </a:moveTo>
                    <a:cubicBezTo>
                      <a:pt x="272" y="0"/>
                      <a:pt x="60" y="221"/>
                      <a:pt x="1" y="526"/>
                    </a:cubicBezTo>
                    <a:lnTo>
                      <a:pt x="1070" y="526"/>
                    </a:lnTo>
                    <a:cubicBezTo>
                      <a:pt x="1010" y="221"/>
                      <a:pt x="790" y="0"/>
                      <a:pt x="5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6" name="Google Shape;3726;p70"/>
              <p:cNvSpPr/>
              <p:nvPr/>
            </p:nvSpPr>
            <p:spPr>
              <a:xfrm>
                <a:off x="4855594" y="2367774"/>
                <a:ext cx="22501" cy="8960"/>
              </a:xfrm>
              <a:custGeom>
                <a:avLst/>
                <a:gdLst/>
                <a:ahLst/>
                <a:cxnLst/>
                <a:rect l="l" t="t" r="r" b="b"/>
                <a:pathLst>
                  <a:path w="663" h="264" extrusionOk="0">
                    <a:moveTo>
                      <a:pt x="332" y="0"/>
                    </a:moveTo>
                    <a:cubicBezTo>
                      <a:pt x="179" y="0"/>
                      <a:pt x="60" y="111"/>
                      <a:pt x="1" y="263"/>
                    </a:cubicBezTo>
                    <a:lnTo>
                      <a:pt x="663" y="263"/>
                    </a:lnTo>
                    <a:cubicBezTo>
                      <a:pt x="603" y="111"/>
                      <a:pt x="476" y="0"/>
                      <a:pt x="3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7" name="Google Shape;3727;p70"/>
              <p:cNvSpPr/>
              <p:nvPr/>
            </p:nvSpPr>
            <p:spPr>
              <a:xfrm>
                <a:off x="4733827" y="2367774"/>
                <a:ext cx="22501" cy="8960"/>
              </a:xfrm>
              <a:custGeom>
                <a:avLst/>
                <a:gdLst/>
                <a:ahLst/>
                <a:cxnLst/>
                <a:rect l="l" t="t" r="r" b="b"/>
                <a:pathLst>
                  <a:path w="663" h="264" extrusionOk="0">
                    <a:moveTo>
                      <a:pt x="331" y="0"/>
                    </a:moveTo>
                    <a:cubicBezTo>
                      <a:pt x="187" y="0"/>
                      <a:pt x="60" y="111"/>
                      <a:pt x="1" y="263"/>
                    </a:cubicBezTo>
                    <a:lnTo>
                      <a:pt x="662" y="263"/>
                    </a:lnTo>
                    <a:cubicBezTo>
                      <a:pt x="603" y="111"/>
                      <a:pt x="484" y="0"/>
                      <a:pt x="3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8" name="Google Shape;3728;p70"/>
              <p:cNvSpPr/>
              <p:nvPr/>
            </p:nvSpPr>
            <p:spPr>
              <a:xfrm>
                <a:off x="4690081" y="2358848"/>
                <a:ext cx="36313" cy="17885"/>
              </a:xfrm>
              <a:custGeom>
                <a:avLst/>
                <a:gdLst/>
                <a:ahLst/>
                <a:cxnLst/>
                <a:rect l="l" t="t" r="r" b="b"/>
                <a:pathLst>
                  <a:path w="1070" h="527" extrusionOk="0">
                    <a:moveTo>
                      <a:pt x="535" y="0"/>
                    </a:moveTo>
                    <a:cubicBezTo>
                      <a:pt x="272" y="0"/>
                      <a:pt x="51" y="221"/>
                      <a:pt x="0" y="526"/>
                    </a:cubicBezTo>
                    <a:lnTo>
                      <a:pt x="1069" y="526"/>
                    </a:lnTo>
                    <a:cubicBezTo>
                      <a:pt x="1010" y="221"/>
                      <a:pt x="789" y="0"/>
                      <a:pt x="5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9" name="Google Shape;3729;p70"/>
              <p:cNvSpPr/>
              <p:nvPr/>
            </p:nvSpPr>
            <p:spPr>
              <a:xfrm>
                <a:off x="4493447" y="2322263"/>
                <a:ext cx="190321" cy="42083"/>
              </a:xfrm>
              <a:custGeom>
                <a:avLst/>
                <a:gdLst/>
                <a:ahLst/>
                <a:cxnLst/>
                <a:rect l="l" t="t" r="r" b="b"/>
                <a:pathLst>
                  <a:path w="5608" h="1240" extrusionOk="0">
                    <a:moveTo>
                      <a:pt x="0" y="1"/>
                    </a:moveTo>
                    <a:lnTo>
                      <a:pt x="0" y="1240"/>
                    </a:lnTo>
                    <a:lnTo>
                      <a:pt x="5608" y="1240"/>
                    </a:lnTo>
                    <a:lnTo>
                      <a:pt x="560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0" name="Google Shape;3730;p70"/>
              <p:cNvSpPr/>
              <p:nvPr/>
            </p:nvSpPr>
            <p:spPr>
              <a:xfrm>
                <a:off x="4483945" y="2343305"/>
                <a:ext cx="202709" cy="15849"/>
              </a:xfrm>
              <a:custGeom>
                <a:avLst/>
                <a:gdLst/>
                <a:ahLst/>
                <a:cxnLst/>
                <a:rect l="l" t="t" r="r" b="b"/>
                <a:pathLst>
                  <a:path w="5973" h="467" extrusionOk="0">
                    <a:moveTo>
                      <a:pt x="0" y="0"/>
                    </a:moveTo>
                    <a:lnTo>
                      <a:pt x="0" y="467"/>
                    </a:lnTo>
                    <a:lnTo>
                      <a:pt x="5972" y="467"/>
                    </a:lnTo>
                    <a:lnTo>
                      <a:pt x="597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1" name="Google Shape;3731;p70"/>
              <p:cNvSpPr/>
              <p:nvPr/>
            </p:nvSpPr>
            <p:spPr>
              <a:xfrm>
                <a:off x="4343749" y="2347886"/>
                <a:ext cx="151735" cy="28847"/>
              </a:xfrm>
              <a:custGeom>
                <a:avLst/>
                <a:gdLst/>
                <a:ahLst/>
                <a:cxnLst/>
                <a:rect l="l" t="t" r="r" b="b"/>
                <a:pathLst>
                  <a:path w="4471" h="850" extrusionOk="0">
                    <a:moveTo>
                      <a:pt x="848" y="1"/>
                    </a:moveTo>
                    <a:cubicBezTo>
                      <a:pt x="382" y="1"/>
                      <a:pt x="0" y="374"/>
                      <a:pt x="0" y="849"/>
                    </a:cubicBezTo>
                    <a:lnTo>
                      <a:pt x="4471" y="849"/>
                    </a:lnTo>
                    <a:lnTo>
                      <a:pt x="44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2" name="Google Shape;3732;p70"/>
              <p:cNvSpPr/>
              <p:nvPr/>
            </p:nvSpPr>
            <p:spPr>
              <a:xfrm>
                <a:off x="4467519" y="2347886"/>
                <a:ext cx="253954" cy="28847"/>
              </a:xfrm>
              <a:custGeom>
                <a:avLst/>
                <a:gdLst/>
                <a:ahLst/>
                <a:cxnLst/>
                <a:rect l="l" t="t" r="r" b="b"/>
                <a:pathLst>
                  <a:path w="7483" h="850" extrusionOk="0">
                    <a:moveTo>
                      <a:pt x="849" y="1"/>
                    </a:moveTo>
                    <a:cubicBezTo>
                      <a:pt x="374" y="1"/>
                      <a:pt x="1" y="374"/>
                      <a:pt x="1" y="849"/>
                    </a:cubicBezTo>
                    <a:lnTo>
                      <a:pt x="7483" y="849"/>
                    </a:lnTo>
                    <a:cubicBezTo>
                      <a:pt x="7483" y="374"/>
                      <a:pt x="7110" y="1"/>
                      <a:pt x="66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3" name="Google Shape;3733;p70"/>
              <p:cNvSpPr/>
              <p:nvPr/>
            </p:nvSpPr>
            <p:spPr>
              <a:xfrm>
                <a:off x="4675386" y="2358848"/>
                <a:ext cx="36313" cy="17885"/>
              </a:xfrm>
              <a:custGeom>
                <a:avLst/>
                <a:gdLst/>
                <a:ahLst/>
                <a:cxnLst/>
                <a:rect l="l" t="t" r="r" b="b"/>
                <a:pathLst>
                  <a:path w="1070" h="527" extrusionOk="0">
                    <a:moveTo>
                      <a:pt x="535" y="0"/>
                    </a:moveTo>
                    <a:cubicBezTo>
                      <a:pt x="272" y="0"/>
                      <a:pt x="60" y="221"/>
                      <a:pt x="1" y="526"/>
                    </a:cubicBezTo>
                    <a:lnTo>
                      <a:pt x="1069" y="526"/>
                    </a:lnTo>
                    <a:cubicBezTo>
                      <a:pt x="1010" y="221"/>
                      <a:pt x="798" y="0"/>
                      <a:pt x="5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4" name="Google Shape;3734;p70"/>
              <p:cNvSpPr/>
              <p:nvPr/>
            </p:nvSpPr>
            <p:spPr>
              <a:xfrm>
                <a:off x="4645725" y="2367774"/>
                <a:ext cx="22501" cy="8960"/>
              </a:xfrm>
              <a:custGeom>
                <a:avLst/>
                <a:gdLst/>
                <a:ahLst/>
                <a:cxnLst/>
                <a:rect l="l" t="t" r="r" b="b"/>
                <a:pathLst>
                  <a:path w="663" h="264" extrusionOk="0">
                    <a:moveTo>
                      <a:pt x="332" y="0"/>
                    </a:moveTo>
                    <a:cubicBezTo>
                      <a:pt x="187" y="0"/>
                      <a:pt x="60" y="111"/>
                      <a:pt x="1" y="263"/>
                    </a:cubicBezTo>
                    <a:lnTo>
                      <a:pt x="662" y="263"/>
                    </a:lnTo>
                    <a:cubicBezTo>
                      <a:pt x="603" y="111"/>
                      <a:pt x="476" y="0"/>
                      <a:pt x="3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5" name="Google Shape;3735;p70"/>
              <p:cNvSpPr/>
              <p:nvPr/>
            </p:nvSpPr>
            <p:spPr>
              <a:xfrm>
                <a:off x="4524229" y="2367774"/>
                <a:ext cx="22501" cy="8960"/>
              </a:xfrm>
              <a:custGeom>
                <a:avLst/>
                <a:gdLst/>
                <a:ahLst/>
                <a:cxnLst/>
                <a:rect l="l" t="t" r="r" b="b"/>
                <a:pathLst>
                  <a:path w="663" h="264" extrusionOk="0">
                    <a:moveTo>
                      <a:pt x="323" y="0"/>
                    </a:moveTo>
                    <a:cubicBezTo>
                      <a:pt x="179" y="0"/>
                      <a:pt x="60" y="111"/>
                      <a:pt x="1" y="263"/>
                    </a:cubicBezTo>
                    <a:lnTo>
                      <a:pt x="663" y="263"/>
                    </a:lnTo>
                    <a:cubicBezTo>
                      <a:pt x="603" y="111"/>
                      <a:pt x="476" y="0"/>
                      <a:pt x="32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6" name="Google Shape;3736;p70"/>
              <p:cNvSpPr/>
              <p:nvPr/>
            </p:nvSpPr>
            <p:spPr>
              <a:xfrm>
                <a:off x="4480212" y="2358848"/>
                <a:ext cx="36279" cy="17885"/>
              </a:xfrm>
              <a:custGeom>
                <a:avLst/>
                <a:gdLst/>
                <a:ahLst/>
                <a:cxnLst/>
                <a:rect l="l" t="t" r="r" b="b"/>
                <a:pathLst>
                  <a:path w="1069" h="527" extrusionOk="0">
                    <a:moveTo>
                      <a:pt x="535" y="0"/>
                    </a:moveTo>
                    <a:cubicBezTo>
                      <a:pt x="272" y="0"/>
                      <a:pt x="59" y="221"/>
                      <a:pt x="0" y="526"/>
                    </a:cubicBezTo>
                    <a:lnTo>
                      <a:pt x="1069" y="526"/>
                    </a:lnTo>
                    <a:cubicBezTo>
                      <a:pt x="1010" y="221"/>
                      <a:pt x="789" y="0"/>
                      <a:pt x="5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737" name="Google Shape;3737;p70"/>
            <p:cNvSpPr/>
            <p:nvPr/>
          </p:nvSpPr>
          <p:spPr>
            <a:xfrm>
              <a:off x="2835971" y="1561483"/>
              <a:ext cx="153465" cy="118069"/>
            </a:xfrm>
            <a:custGeom>
              <a:avLst/>
              <a:gdLst/>
              <a:ahLst/>
              <a:cxnLst/>
              <a:rect l="l" t="t" r="r" b="b"/>
              <a:pathLst>
                <a:path w="4522" h="3479" extrusionOk="0">
                  <a:moveTo>
                    <a:pt x="0" y="1"/>
                  </a:moveTo>
                  <a:lnTo>
                    <a:pt x="0" y="3479"/>
                  </a:lnTo>
                  <a:lnTo>
                    <a:pt x="4522" y="3479"/>
                  </a:lnTo>
                  <a:lnTo>
                    <a:pt x="452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8" name="Google Shape;3738;p70"/>
            <p:cNvSpPr/>
            <p:nvPr/>
          </p:nvSpPr>
          <p:spPr>
            <a:xfrm>
              <a:off x="3011292" y="199775"/>
              <a:ext cx="15883" cy="1526712"/>
            </a:xfrm>
            <a:custGeom>
              <a:avLst/>
              <a:gdLst/>
              <a:ahLst/>
              <a:cxnLst/>
              <a:rect l="l" t="t" r="r" b="b"/>
              <a:pathLst>
                <a:path w="468" h="44986" extrusionOk="0">
                  <a:moveTo>
                    <a:pt x="0" y="0"/>
                  </a:moveTo>
                  <a:lnTo>
                    <a:pt x="0" y="44985"/>
                  </a:lnTo>
                  <a:lnTo>
                    <a:pt x="467" y="44985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9" name="Google Shape;3739;p70"/>
            <p:cNvSpPr/>
            <p:nvPr/>
          </p:nvSpPr>
          <p:spPr>
            <a:xfrm>
              <a:off x="2997751" y="199775"/>
              <a:ext cx="16460" cy="1526712"/>
            </a:xfrm>
            <a:custGeom>
              <a:avLst/>
              <a:gdLst/>
              <a:ahLst/>
              <a:cxnLst/>
              <a:rect l="l" t="t" r="r" b="b"/>
              <a:pathLst>
                <a:path w="485" h="44986" extrusionOk="0">
                  <a:moveTo>
                    <a:pt x="1" y="0"/>
                  </a:moveTo>
                  <a:lnTo>
                    <a:pt x="1" y="44985"/>
                  </a:lnTo>
                  <a:lnTo>
                    <a:pt x="484" y="44985"/>
                  </a:lnTo>
                  <a:lnTo>
                    <a:pt x="48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0" name="Google Shape;3740;p70"/>
            <p:cNvSpPr/>
            <p:nvPr/>
          </p:nvSpPr>
          <p:spPr>
            <a:xfrm>
              <a:off x="2847476" y="1571563"/>
              <a:ext cx="130456" cy="101100"/>
            </a:xfrm>
            <a:custGeom>
              <a:avLst/>
              <a:gdLst/>
              <a:ahLst/>
              <a:cxnLst/>
              <a:rect l="l" t="t" r="r" b="b"/>
              <a:pathLst>
                <a:path w="3844" h="2979" extrusionOk="0">
                  <a:moveTo>
                    <a:pt x="3742" y="102"/>
                  </a:moveTo>
                  <a:lnTo>
                    <a:pt x="3742" y="2876"/>
                  </a:lnTo>
                  <a:lnTo>
                    <a:pt x="102" y="2876"/>
                  </a:lnTo>
                  <a:lnTo>
                    <a:pt x="102" y="102"/>
                  </a:lnTo>
                  <a:close/>
                  <a:moveTo>
                    <a:pt x="1" y="1"/>
                  </a:moveTo>
                  <a:lnTo>
                    <a:pt x="1" y="2978"/>
                  </a:lnTo>
                  <a:lnTo>
                    <a:pt x="3843" y="2978"/>
                  </a:lnTo>
                  <a:lnTo>
                    <a:pt x="38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1" name="Google Shape;3741;p70"/>
            <p:cNvSpPr/>
            <p:nvPr/>
          </p:nvSpPr>
          <p:spPr>
            <a:xfrm>
              <a:off x="2729747" y="198316"/>
              <a:ext cx="271229" cy="101100"/>
            </a:xfrm>
            <a:custGeom>
              <a:avLst/>
              <a:gdLst/>
              <a:ahLst/>
              <a:cxnLst/>
              <a:rect l="l" t="t" r="r" b="b"/>
              <a:pathLst>
                <a:path w="7992" h="2979" extrusionOk="0">
                  <a:moveTo>
                    <a:pt x="0" y="1"/>
                  </a:moveTo>
                  <a:lnTo>
                    <a:pt x="0" y="2978"/>
                  </a:lnTo>
                  <a:lnTo>
                    <a:pt x="7991" y="2978"/>
                  </a:lnTo>
                  <a:lnTo>
                    <a:pt x="79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2" name="Google Shape;3742;p70"/>
            <p:cNvSpPr/>
            <p:nvPr/>
          </p:nvSpPr>
          <p:spPr>
            <a:xfrm>
              <a:off x="2838279" y="214164"/>
              <a:ext cx="140501" cy="85251"/>
            </a:xfrm>
            <a:custGeom>
              <a:avLst/>
              <a:gdLst/>
              <a:ahLst/>
              <a:cxnLst/>
              <a:rect l="l" t="t" r="r" b="b"/>
              <a:pathLst>
                <a:path w="4140" h="2512" extrusionOk="0">
                  <a:moveTo>
                    <a:pt x="0" y="0"/>
                  </a:moveTo>
                  <a:lnTo>
                    <a:pt x="0" y="2511"/>
                  </a:lnTo>
                  <a:lnTo>
                    <a:pt x="4140" y="2511"/>
                  </a:lnTo>
                  <a:lnTo>
                    <a:pt x="41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3" name="Google Shape;3743;p70"/>
            <p:cNvSpPr/>
            <p:nvPr/>
          </p:nvSpPr>
          <p:spPr>
            <a:xfrm>
              <a:off x="2816661" y="175306"/>
              <a:ext cx="15883" cy="54130"/>
            </a:xfrm>
            <a:custGeom>
              <a:avLst/>
              <a:gdLst/>
              <a:ahLst/>
              <a:cxnLst/>
              <a:rect l="l" t="t" r="r" b="b"/>
              <a:pathLst>
                <a:path w="468" h="1595" extrusionOk="0">
                  <a:moveTo>
                    <a:pt x="1" y="0"/>
                  </a:moveTo>
                  <a:lnTo>
                    <a:pt x="1" y="1595"/>
                  </a:lnTo>
                  <a:lnTo>
                    <a:pt x="468" y="1595"/>
                  </a:lnTo>
                  <a:lnTo>
                    <a:pt x="4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4" name="Google Shape;3744;p70"/>
            <p:cNvSpPr/>
            <p:nvPr/>
          </p:nvSpPr>
          <p:spPr>
            <a:xfrm>
              <a:off x="2818969" y="169537"/>
              <a:ext cx="233252" cy="37467"/>
            </a:xfrm>
            <a:custGeom>
              <a:avLst/>
              <a:gdLst/>
              <a:ahLst/>
              <a:cxnLst/>
              <a:rect l="l" t="t" r="r" b="b"/>
              <a:pathLst>
                <a:path w="6873" h="1104" extrusionOk="0">
                  <a:moveTo>
                    <a:pt x="1" y="0"/>
                  </a:moveTo>
                  <a:lnTo>
                    <a:pt x="1" y="1103"/>
                  </a:lnTo>
                  <a:lnTo>
                    <a:pt x="6278" y="1103"/>
                  </a:lnTo>
                  <a:cubicBezTo>
                    <a:pt x="6872" y="1103"/>
                    <a:pt x="6872" y="0"/>
                    <a:pt x="627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5" name="Google Shape;3745;p70"/>
            <p:cNvSpPr/>
            <p:nvPr/>
          </p:nvSpPr>
          <p:spPr>
            <a:xfrm>
              <a:off x="3019641" y="172998"/>
              <a:ext cx="16731" cy="30544"/>
            </a:xfrm>
            <a:custGeom>
              <a:avLst/>
              <a:gdLst/>
              <a:ahLst/>
              <a:cxnLst/>
              <a:rect l="l" t="t" r="r" b="b"/>
              <a:pathLst>
                <a:path w="493" h="900" extrusionOk="0">
                  <a:moveTo>
                    <a:pt x="0" y="0"/>
                  </a:moveTo>
                  <a:cubicBezTo>
                    <a:pt x="280" y="153"/>
                    <a:pt x="280" y="738"/>
                    <a:pt x="0" y="899"/>
                  </a:cubicBezTo>
                  <a:cubicBezTo>
                    <a:pt x="492" y="899"/>
                    <a:pt x="492" y="0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6" name="Google Shape;3746;p70"/>
            <p:cNvSpPr/>
            <p:nvPr/>
          </p:nvSpPr>
          <p:spPr>
            <a:xfrm>
              <a:off x="2851209" y="172998"/>
              <a:ext cx="16731" cy="30544"/>
            </a:xfrm>
            <a:custGeom>
              <a:avLst/>
              <a:gdLst/>
              <a:ahLst/>
              <a:cxnLst/>
              <a:rect l="l" t="t" r="r" b="b"/>
              <a:pathLst>
                <a:path w="493" h="900" extrusionOk="0">
                  <a:moveTo>
                    <a:pt x="1" y="0"/>
                  </a:moveTo>
                  <a:cubicBezTo>
                    <a:pt x="281" y="153"/>
                    <a:pt x="281" y="738"/>
                    <a:pt x="1" y="899"/>
                  </a:cubicBezTo>
                  <a:cubicBezTo>
                    <a:pt x="493" y="899"/>
                    <a:pt x="493" y="0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7" name="Google Shape;3747;p70"/>
            <p:cNvSpPr/>
            <p:nvPr/>
          </p:nvSpPr>
          <p:spPr>
            <a:xfrm>
              <a:off x="2686273" y="169537"/>
              <a:ext cx="154042" cy="37467"/>
            </a:xfrm>
            <a:custGeom>
              <a:avLst/>
              <a:gdLst/>
              <a:ahLst/>
              <a:cxnLst/>
              <a:rect l="l" t="t" r="r" b="b"/>
              <a:pathLst>
                <a:path w="4539" h="1104" extrusionOk="0">
                  <a:moveTo>
                    <a:pt x="501" y="0"/>
                  </a:moveTo>
                  <a:cubicBezTo>
                    <a:pt x="0" y="0"/>
                    <a:pt x="0" y="1103"/>
                    <a:pt x="501" y="1103"/>
                  </a:cubicBezTo>
                  <a:lnTo>
                    <a:pt x="4038" y="1103"/>
                  </a:lnTo>
                  <a:cubicBezTo>
                    <a:pt x="4539" y="1103"/>
                    <a:pt x="4539" y="0"/>
                    <a:pt x="40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8" name="Google Shape;3748;p70"/>
            <p:cNvSpPr/>
            <p:nvPr/>
          </p:nvSpPr>
          <p:spPr>
            <a:xfrm>
              <a:off x="2809772" y="179888"/>
              <a:ext cx="17885" cy="19921"/>
            </a:xfrm>
            <a:custGeom>
              <a:avLst/>
              <a:gdLst/>
              <a:ahLst/>
              <a:cxnLst/>
              <a:rect l="l" t="t" r="r" b="b"/>
              <a:pathLst>
                <a:path w="527" h="587" extrusionOk="0">
                  <a:moveTo>
                    <a:pt x="263" y="1"/>
                  </a:moveTo>
                  <a:cubicBezTo>
                    <a:pt x="119" y="1"/>
                    <a:pt x="0" y="128"/>
                    <a:pt x="0" y="298"/>
                  </a:cubicBezTo>
                  <a:cubicBezTo>
                    <a:pt x="0" y="459"/>
                    <a:pt x="119" y="586"/>
                    <a:pt x="263" y="586"/>
                  </a:cubicBezTo>
                  <a:cubicBezTo>
                    <a:pt x="408" y="586"/>
                    <a:pt x="526" y="459"/>
                    <a:pt x="526" y="298"/>
                  </a:cubicBezTo>
                  <a:cubicBezTo>
                    <a:pt x="526" y="128"/>
                    <a:pt x="408" y="1"/>
                    <a:pt x="2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9" name="Google Shape;3749;p70"/>
            <p:cNvSpPr/>
            <p:nvPr/>
          </p:nvSpPr>
          <p:spPr>
            <a:xfrm>
              <a:off x="2816084" y="184503"/>
              <a:ext cx="9265" cy="10690"/>
            </a:xfrm>
            <a:custGeom>
              <a:avLst/>
              <a:gdLst/>
              <a:ahLst/>
              <a:cxnLst/>
              <a:rect l="l" t="t" r="r" b="b"/>
              <a:pathLst>
                <a:path w="273" h="315" extrusionOk="0">
                  <a:moveTo>
                    <a:pt x="137" y="0"/>
                  </a:moveTo>
                  <a:cubicBezTo>
                    <a:pt x="60" y="0"/>
                    <a:pt x="1" y="68"/>
                    <a:pt x="1" y="162"/>
                  </a:cubicBezTo>
                  <a:cubicBezTo>
                    <a:pt x="1" y="246"/>
                    <a:pt x="60" y="314"/>
                    <a:pt x="137" y="314"/>
                  </a:cubicBezTo>
                  <a:cubicBezTo>
                    <a:pt x="213" y="314"/>
                    <a:pt x="272" y="246"/>
                    <a:pt x="272" y="162"/>
                  </a:cubicBezTo>
                  <a:cubicBezTo>
                    <a:pt x="272" y="68"/>
                    <a:pt x="213" y="0"/>
                    <a:pt x="1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0" name="Google Shape;3750;p70"/>
            <p:cNvSpPr/>
            <p:nvPr/>
          </p:nvSpPr>
          <p:spPr>
            <a:xfrm>
              <a:off x="2694893" y="179888"/>
              <a:ext cx="17614" cy="19921"/>
            </a:xfrm>
            <a:custGeom>
              <a:avLst/>
              <a:gdLst/>
              <a:ahLst/>
              <a:cxnLst/>
              <a:rect l="l" t="t" r="r" b="b"/>
              <a:pathLst>
                <a:path w="519" h="587" extrusionOk="0">
                  <a:moveTo>
                    <a:pt x="264" y="1"/>
                  </a:moveTo>
                  <a:cubicBezTo>
                    <a:pt x="119" y="1"/>
                    <a:pt x="1" y="128"/>
                    <a:pt x="1" y="298"/>
                  </a:cubicBezTo>
                  <a:cubicBezTo>
                    <a:pt x="1" y="459"/>
                    <a:pt x="119" y="586"/>
                    <a:pt x="264" y="586"/>
                  </a:cubicBezTo>
                  <a:cubicBezTo>
                    <a:pt x="408" y="586"/>
                    <a:pt x="518" y="459"/>
                    <a:pt x="518" y="298"/>
                  </a:cubicBezTo>
                  <a:cubicBezTo>
                    <a:pt x="518" y="128"/>
                    <a:pt x="408" y="1"/>
                    <a:pt x="2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1" name="Google Shape;3751;p70"/>
            <p:cNvSpPr/>
            <p:nvPr/>
          </p:nvSpPr>
          <p:spPr>
            <a:xfrm>
              <a:off x="2700934" y="184503"/>
              <a:ext cx="9536" cy="10690"/>
            </a:xfrm>
            <a:custGeom>
              <a:avLst/>
              <a:gdLst/>
              <a:ahLst/>
              <a:cxnLst/>
              <a:rect l="l" t="t" r="r" b="b"/>
              <a:pathLst>
                <a:path w="281" h="315" extrusionOk="0">
                  <a:moveTo>
                    <a:pt x="137" y="0"/>
                  </a:moveTo>
                  <a:cubicBezTo>
                    <a:pt x="69" y="0"/>
                    <a:pt x="1" y="68"/>
                    <a:pt x="1" y="162"/>
                  </a:cubicBezTo>
                  <a:cubicBezTo>
                    <a:pt x="1" y="246"/>
                    <a:pt x="69" y="314"/>
                    <a:pt x="137" y="314"/>
                  </a:cubicBezTo>
                  <a:cubicBezTo>
                    <a:pt x="213" y="314"/>
                    <a:pt x="281" y="246"/>
                    <a:pt x="281" y="162"/>
                  </a:cubicBezTo>
                  <a:cubicBezTo>
                    <a:pt x="281" y="68"/>
                    <a:pt x="213" y="0"/>
                    <a:pt x="1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2" name="Google Shape;3752;p70"/>
            <p:cNvSpPr/>
            <p:nvPr/>
          </p:nvSpPr>
          <p:spPr>
            <a:xfrm>
              <a:off x="2845474" y="221359"/>
              <a:ext cx="128419" cy="70285"/>
            </a:xfrm>
            <a:custGeom>
              <a:avLst/>
              <a:gdLst/>
              <a:ahLst/>
              <a:cxnLst/>
              <a:rect l="l" t="t" r="r" b="b"/>
              <a:pathLst>
                <a:path w="3784" h="2071" extrusionOk="0">
                  <a:moveTo>
                    <a:pt x="3682" y="94"/>
                  </a:moveTo>
                  <a:lnTo>
                    <a:pt x="3682" y="1968"/>
                  </a:lnTo>
                  <a:lnTo>
                    <a:pt x="102" y="1968"/>
                  </a:lnTo>
                  <a:lnTo>
                    <a:pt x="102" y="94"/>
                  </a:lnTo>
                  <a:close/>
                  <a:moveTo>
                    <a:pt x="0" y="0"/>
                  </a:moveTo>
                  <a:lnTo>
                    <a:pt x="0" y="2070"/>
                  </a:lnTo>
                  <a:lnTo>
                    <a:pt x="3784" y="2070"/>
                  </a:lnTo>
                  <a:lnTo>
                    <a:pt x="378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3" name="Google Shape;3753;p70"/>
            <p:cNvSpPr/>
            <p:nvPr/>
          </p:nvSpPr>
          <p:spPr>
            <a:xfrm>
              <a:off x="2519844" y="928413"/>
              <a:ext cx="483406" cy="15883"/>
            </a:xfrm>
            <a:custGeom>
              <a:avLst/>
              <a:gdLst/>
              <a:ahLst/>
              <a:cxnLst/>
              <a:rect l="l" t="t" r="r" b="b"/>
              <a:pathLst>
                <a:path w="14244" h="468" extrusionOk="0">
                  <a:moveTo>
                    <a:pt x="1" y="1"/>
                  </a:moveTo>
                  <a:lnTo>
                    <a:pt x="1" y="467"/>
                  </a:lnTo>
                  <a:lnTo>
                    <a:pt x="14244" y="467"/>
                  </a:lnTo>
                  <a:lnTo>
                    <a:pt x="142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4" name="Google Shape;3754;p70"/>
            <p:cNvSpPr/>
            <p:nvPr/>
          </p:nvSpPr>
          <p:spPr>
            <a:xfrm>
              <a:off x="2519844" y="1070645"/>
              <a:ext cx="483406" cy="15849"/>
            </a:xfrm>
            <a:custGeom>
              <a:avLst/>
              <a:gdLst/>
              <a:ahLst/>
              <a:cxnLst/>
              <a:rect l="l" t="t" r="r" b="b"/>
              <a:pathLst>
                <a:path w="14244" h="467" extrusionOk="0">
                  <a:moveTo>
                    <a:pt x="1" y="0"/>
                  </a:moveTo>
                  <a:lnTo>
                    <a:pt x="1" y="467"/>
                  </a:lnTo>
                  <a:lnTo>
                    <a:pt x="14244" y="467"/>
                  </a:lnTo>
                  <a:lnTo>
                    <a:pt x="142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5" name="Google Shape;3755;p70"/>
            <p:cNvSpPr/>
            <p:nvPr/>
          </p:nvSpPr>
          <p:spPr>
            <a:xfrm>
              <a:off x="2519844" y="1226961"/>
              <a:ext cx="483406" cy="15849"/>
            </a:xfrm>
            <a:custGeom>
              <a:avLst/>
              <a:gdLst/>
              <a:ahLst/>
              <a:cxnLst/>
              <a:rect l="l" t="t" r="r" b="b"/>
              <a:pathLst>
                <a:path w="14244" h="467" extrusionOk="0">
                  <a:moveTo>
                    <a:pt x="1" y="0"/>
                  </a:moveTo>
                  <a:lnTo>
                    <a:pt x="1" y="467"/>
                  </a:lnTo>
                  <a:lnTo>
                    <a:pt x="14244" y="467"/>
                  </a:lnTo>
                  <a:lnTo>
                    <a:pt x="142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6" name="Google Shape;3756;p70"/>
            <p:cNvSpPr/>
            <p:nvPr/>
          </p:nvSpPr>
          <p:spPr>
            <a:xfrm>
              <a:off x="2519844" y="1394239"/>
              <a:ext cx="483406" cy="15849"/>
            </a:xfrm>
            <a:custGeom>
              <a:avLst/>
              <a:gdLst/>
              <a:ahLst/>
              <a:cxnLst/>
              <a:rect l="l" t="t" r="r" b="b"/>
              <a:pathLst>
                <a:path w="14244" h="467" extrusionOk="0">
                  <a:moveTo>
                    <a:pt x="1" y="0"/>
                  </a:moveTo>
                  <a:lnTo>
                    <a:pt x="1" y="467"/>
                  </a:lnTo>
                  <a:lnTo>
                    <a:pt x="14244" y="467"/>
                  </a:lnTo>
                  <a:lnTo>
                    <a:pt x="142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7" name="Google Shape;3757;p70"/>
            <p:cNvSpPr/>
            <p:nvPr/>
          </p:nvSpPr>
          <p:spPr>
            <a:xfrm>
              <a:off x="2519844" y="613473"/>
              <a:ext cx="483406" cy="15849"/>
            </a:xfrm>
            <a:custGeom>
              <a:avLst/>
              <a:gdLst/>
              <a:ahLst/>
              <a:cxnLst/>
              <a:rect l="l" t="t" r="r" b="b"/>
              <a:pathLst>
                <a:path w="14244" h="467" extrusionOk="0">
                  <a:moveTo>
                    <a:pt x="1" y="0"/>
                  </a:moveTo>
                  <a:lnTo>
                    <a:pt x="1" y="467"/>
                  </a:lnTo>
                  <a:lnTo>
                    <a:pt x="14244" y="467"/>
                  </a:lnTo>
                  <a:lnTo>
                    <a:pt x="142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8" name="Google Shape;3758;p70"/>
            <p:cNvSpPr/>
            <p:nvPr/>
          </p:nvSpPr>
          <p:spPr>
            <a:xfrm>
              <a:off x="2519844" y="770943"/>
              <a:ext cx="480826" cy="15849"/>
            </a:xfrm>
            <a:custGeom>
              <a:avLst/>
              <a:gdLst/>
              <a:ahLst/>
              <a:cxnLst/>
              <a:rect l="l" t="t" r="r" b="b"/>
              <a:pathLst>
                <a:path w="14168" h="467" extrusionOk="0">
                  <a:moveTo>
                    <a:pt x="1" y="0"/>
                  </a:moveTo>
                  <a:lnTo>
                    <a:pt x="1" y="467"/>
                  </a:lnTo>
                  <a:lnTo>
                    <a:pt x="14168" y="467"/>
                  </a:lnTo>
                  <a:lnTo>
                    <a:pt x="141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9" name="Google Shape;3759;p70"/>
            <p:cNvSpPr/>
            <p:nvPr/>
          </p:nvSpPr>
          <p:spPr>
            <a:xfrm>
              <a:off x="2519844" y="453118"/>
              <a:ext cx="481132" cy="15849"/>
            </a:xfrm>
            <a:custGeom>
              <a:avLst/>
              <a:gdLst/>
              <a:ahLst/>
              <a:cxnLst/>
              <a:rect l="l" t="t" r="r" b="b"/>
              <a:pathLst>
                <a:path w="14177" h="467" extrusionOk="0">
                  <a:moveTo>
                    <a:pt x="1" y="0"/>
                  </a:moveTo>
                  <a:lnTo>
                    <a:pt x="1" y="467"/>
                  </a:lnTo>
                  <a:lnTo>
                    <a:pt x="14176" y="467"/>
                  </a:lnTo>
                  <a:lnTo>
                    <a:pt x="141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0" name="Google Shape;3760;p70"/>
            <p:cNvSpPr/>
            <p:nvPr/>
          </p:nvSpPr>
          <p:spPr>
            <a:xfrm>
              <a:off x="2512072" y="1561483"/>
              <a:ext cx="279000" cy="139381"/>
            </a:xfrm>
            <a:custGeom>
              <a:avLst/>
              <a:gdLst/>
              <a:ahLst/>
              <a:cxnLst/>
              <a:rect l="l" t="t" r="r" b="b"/>
              <a:pathLst>
                <a:path w="8221" h="4107" extrusionOk="0">
                  <a:moveTo>
                    <a:pt x="1" y="1"/>
                  </a:moveTo>
                  <a:lnTo>
                    <a:pt x="1" y="4106"/>
                  </a:lnTo>
                  <a:lnTo>
                    <a:pt x="8221" y="4106"/>
                  </a:lnTo>
                  <a:lnTo>
                    <a:pt x="822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1" name="Google Shape;3761;p70"/>
            <p:cNvSpPr/>
            <p:nvPr/>
          </p:nvSpPr>
          <p:spPr>
            <a:xfrm>
              <a:off x="2507500" y="1665212"/>
              <a:ext cx="94747" cy="49275"/>
            </a:xfrm>
            <a:custGeom>
              <a:avLst/>
              <a:gdLst/>
              <a:ahLst/>
              <a:cxnLst/>
              <a:rect l="l" t="t" r="r" b="b"/>
              <a:pathLst>
                <a:path w="2792" h="926" extrusionOk="0">
                  <a:moveTo>
                    <a:pt x="0" y="1"/>
                  </a:moveTo>
                  <a:lnTo>
                    <a:pt x="0" y="926"/>
                  </a:lnTo>
                  <a:lnTo>
                    <a:pt x="2791" y="926"/>
                  </a:lnTo>
                  <a:lnTo>
                    <a:pt x="27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2" name="Google Shape;3762;p70"/>
            <p:cNvSpPr/>
            <p:nvPr/>
          </p:nvSpPr>
          <p:spPr>
            <a:xfrm>
              <a:off x="2626102" y="1561483"/>
              <a:ext cx="153771" cy="118069"/>
            </a:xfrm>
            <a:custGeom>
              <a:avLst/>
              <a:gdLst/>
              <a:ahLst/>
              <a:cxnLst/>
              <a:rect l="l" t="t" r="r" b="b"/>
              <a:pathLst>
                <a:path w="4531" h="3479" extrusionOk="0">
                  <a:moveTo>
                    <a:pt x="0" y="1"/>
                  </a:moveTo>
                  <a:lnTo>
                    <a:pt x="0" y="3479"/>
                  </a:lnTo>
                  <a:lnTo>
                    <a:pt x="4530" y="3479"/>
                  </a:lnTo>
                  <a:lnTo>
                    <a:pt x="453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3" name="Google Shape;3763;p70"/>
            <p:cNvSpPr/>
            <p:nvPr/>
          </p:nvSpPr>
          <p:spPr>
            <a:xfrm>
              <a:off x="2823584" y="199775"/>
              <a:ext cx="15883" cy="1526712"/>
            </a:xfrm>
            <a:custGeom>
              <a:avLst/>
              <a:gdLst/>
              <a:ahLst/>
              <a:cxnLst/>
              <a:rect l="l" t="t" r="r" b="b"/>
              <a:pathLst>
                <a:path w="468" h="44986" extrusionOk="0">
                  <a:moveTo>
                    <a:pt x="1" y="0"/>
                  </a:moveTo>
                  <a:lnTo>
                    <a:pt x="1" y="44985"/>
                  </a:lnTo>
                  <a:lnTo>
                    <a:pt x="467" y="44985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4" name="Google Shape;3764;p70"/>
            <p:cNvSpPr/>
            <p:nvPr/>
          </p:nvSpPr>
          <p:spPr>
            <a:xfrm>
              <a:off x="2809772" y="199775"/>
              <a:ext cx="16426" cy="1526712"/>
            </a:xfrm>
            <a:custGeom>
              <a:avLst/>
              <a:gdLst/>
              <a:ahLst/>
              <a:cxnLst/>
              <a:rect l="l" t="t" r="r" b="b"/>
              <a:pathLst>
                <a:path w="484" h="44986" extrusionOk="0">
                  <a:moveTo>
                    <a:pt x="0" y="0"/>
                  </a:moveTo>
                  <a:lnTo>
                    <a:pt x="0" y="44985"/>
                  </a:lnTo>
                  <a:lnTo>
                    <a:pt x="484" y="44985"/>
                  </a:lnTo>
                  <a:lnTo>
                    <a:pt x="48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5" name="Google Shape;3765;p70"/>
            <p:cNvSpPr/>
            <p:nvPr/>
          </p:nvSpPr>
          <p:spPr>
            <a:xfrm>
              <a:off x="2516110" y="199775"/>
              <a:ext cx="15883" cy="1379322"/>
            </a:xfrm>
            <a:custGeom>
              <a:avLst/>
              <a:gdLst/>
              <a:ahLst/>
              <a:cxnLst/>
              <a:rect l="l" t="t" r="r" b="b"/>
              <a:pathLst>
                <a:path w="468" h="40643" extrusionOk="0">
                  <a:moveTo>
                    <a:pt x="1" y="0"/>
                  </a:moveTo>
                  <a:lnTo>
                    <a:pt x="1" y="40642"/>
                  </a:lnTo>
                  <a:lnTo>
                    <a:pt x="467" y="40142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6" name="Google Shape;3766;p70"/>
            <p:cNvSpPr/>
            <p:nvPr/>
          </p:nvSpPr>
          <p:spPr>
            <a:xfrm>
              <a:off x="2502569" y="199775"/>
              <a:ext cx="16460" cy="1526712"/>
            </a:xfrm>
            <a:custGeom>
              <a:avLst/>
              <a:gdLst/>
              <a:ahLst/>
              <a:cxnLst/>
              <a:rect l="l" t="t" r="r" b="b"/>
              <a:pathLst>
                <a:path w="485" h="44986" extrusionOk="0">
                  <a:moveTo>
                    <a:pt x="1" y="0"/>
                  </a:moveTo>
                  <a:lnTo>
                    <a:pt x="1" y="44985"/>
                  </a:lnTo>
                  <a:lnTo>
                    <a:pt x="485" y="44985"/>
                  </a:lnTo>
                  <a:lnTo>
                    <a:pt x="4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7" name="Google Shape;3767;p70"/>
            <p:cNvSpPr/>
            <p:nvPr/>
          </p:nvSpPr>
          <p:spPr>
            <a:xfrm>
              <a:off x="2637912" y="1571563"/>
              <a:ext cx="130150" cy="101100"/>
            </a:xfrm>
            <a:custGeom>
              <a:avLst/>
              <a:gdLst/>
              <a:ahLst/>
              <a:cxnLst/>
              <a:rect l="l" t="t" r="r" b="b"/>
              <a:pathLst>
                <a:path w="3835" h="2979" extrusionOk="0">
                  <a:moveTo>
                    <a:pt x="3741" y="102"/>
                  </a:moveTo>
                  <a:lnTo>
                    <a:pt x="3741" y="2876"/>
                  </a:lnTo>
                  <a:lnTo>
                    <a:pt x="93" y="2876"/>
                  </a:lnTo>
                  <a:lnTo>
                    <a:pt x="93" y="102"/>
                  </a:lnTo>
                  <a:close/>
                  <a:moveTo>
                    <a:pt x="0" y="1"/>
                  </a:moveTo>
                  <a:lnTo>
                    <a:pt x="0" y="2978"/>
                  </a:lnTo>
                  <a:lnTo>
                    <a:pt x="3834" y="2978"/>
                  </a:lnTo>
                  <a:lnTo>
                    <a:pt x="38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8" name="Google Shape;3768;p70"/>
            <p:cNvSpPr/>
            <p:nvPr/>
          </p:nvSpPr>
          <p:spPr>
            <a:xfrm>
              <a:off x="2519844" y="198316"/>
              <a:ext cx="271229" cy="101100"/>
            </a:xfrm>
            <a:custGeom>
              <a:avLst/>
              <a:gdLst/>
              <a:ahLst/>
              <a:cxnLst/>
              <a:rect l="l" t="t" r="r" b="b"/>
              <a:pathLst>
                <a:path w="7992" h="2979" extrusionOk="0">
                  <a:moveTo>
                    <a:pt x="1" y="1"/>
                  </a:moveTo>
                  <a:lnTo>
                    <a:pt x="1" y="2978"/>
                  </a:lnTo>
                  <a:lnTo>
                    <a:pt x="7992" y="2978"/>
                  </a:lnTo>
                  <a:lnTo>
                    <a:pt x="79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9" name="Google Shape;3769;p70"/>
            <p:cNvSpPr/>
            <p:nvPr/>
          </p:nvSpPr>
          <p:spPr>
            <a:xfrm>
              <a:off x="2628410" y="214164"/>
              <a:ext cx="140501" cy="85251"/>
            </a:xfrm>
            <a:custGeom>
              <a:avLst/>
              <a:gdLst/>
              <a:ahLst/>
              <a:cxnLst/>
              <a:rect l="l" t="t" r="r" b="b"/>
              <a:pathLst>
                <a:path w="4140" h="2512" extrusionOk="0">
                  <a:moveTo>
                    <a:pt x="0" y="0"/>
                  </a:moveTo>
                  <a:lnTo>
                    <a:pt x="0" y="2511"/>
                  </a:lnTo>
                  <a:lnTo>
                    <a:pt x="4140" y="2511"/>
                  </a:lnTo>
                  <a:lnTo>
                    <a:pt x="41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0" name="Google Shape;3770;p70"/>
            <p:cNvSpPr/>
            <p:nvPr/>
          </p:nvSpPr>
          <p:spPr>
            <a:xfrm>
              <a:off x="2793346" y="175306"/>
              <a:ext cx="15577" cy="54130"/>
            </a:xfrm>
            <a:custGeom>
              <a:avLst/>
              <a:gdLst/>
              <a:ahLst/>
              <a:cxnLst/>
              <a:rect l="l" t="t" r="r" b="b"/>
              <a:pathLst>
                <a:path w="459" h="1595" extrusionOk="0">
                  <a:moveTo>
                    <a:pt x="1" y="0"/>
                  </a:moveTo>
                  <a:lnTo>
                    <a:pt x="1" y="1595"/>
                  </a:lnTo>
                  <a:lnTo>
                    <a:pt x="459" y="1595"/>
                  </a:lnTo>
                  <a:lnTo>
                    <a:pt x="45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1" name="Google Shape;3771;p70"/>
            <p:cNvSpPr/>
            <p:nvPr/>
          </p:nvSpPr>
          <p:spPr>
            <a:xfrm>
              <a:off x="2606791" y="175306"/>
              <a:ext cx="15883" cy="54130"/>
            </a:xfrm>
            <a:custGeom>
              <a:avLst/>
              <a:gdLst/>
              <a:ahLst/>
              <a:cxnLst/>
              <a:rect l="l" t="t" r="r" b="b"/>
              <a:pathLst>
                <a:path w="468" h="1595" extrusionOk="0">
                  <a:moveTo>
                    <a:pt x="1" y="0"/>
                  </a:moveTo>
                  <a:lnTo>
                    <a:pt x="1" y="1595"/>
                  </a:lnTo>
                  <a:lnTo>
                    <a:pt x="467" y="1595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2" name="Google Shape;3772;p70"/>
            <p:cNvSpPr/>
            <p:nvPr/>
          </p:nvSpPr>
          <p:spPr>
            <a:xfrm>
              <a:off x="2609099" y="169537"/>
              <a:ext cx="233219" cy="37467"/>
            </a:xfrm>
            <a:custGeom>
              <a:avLst/>
              <a:gdLst/>
              <a:ahLst/>
              <a:cxnLst/>
              <a:rect l="l" t="t" r="r" b="b"/>
              <a:pathLst>
                <a:path w="6872" h="1104" extrusionOk="0">
                  <a:moveTo>
                    <a:pt x="1" y="0"/>
                  </a:moveTo>
                  <a:lnTo>
                    <a:pt x="1" y="1103"/>
                  </a:lnTo>
                  <a:lnTo>
                    <a:pt x="6278" y="1103"/>
                  </a:lnTo>
                  <a:cubicBezTo>
                    <a:pt x="6872" y="1103"/>
                    <a:pt x="6872" y="0"/>
                    <a:pt x="627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3" name="Google Shape;3773;p70"/>
            <p:cNvSpPr/>
            <p:nvPr/>
          </p:nvSpPr>
          <p:spPr>
            <a:xfrm>
              <a:off x="2809772" y="172998"/>
              <a:ext cx="17003" cy="30544"/>
            </a:xfrm>
            <a:custGeom>
              <a:avLst/>
              <a:gdLst/>
              <a:ahLst/>
              <a:cxnLst/>
              <a:rect l="l" t="t" r="r" b="b"/>
              <a:pathLst>
                <a:path w="501" h="900" extrusionOk="0">
                  <a:moveTo>
                    <a:pt x="0" y="0"/>
                  </a:moveTo>
                  <a:cubicBezTo>
                    <a:pt x="289" y="153"/>
                    <a:pt x="289" y="738"/>
                    <a:pt x="0" y="899"/>
                  </a:cubicBezTo>
                  <a:cubicBezTo>
                    <a:pt x="501" y="899"/>
                    <a:pt x="501" y="0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4" name="Google Shape;3774;p70"/>
            <p:cNvSpPr/>
            <p:nvPr/>
          </p:nvSpPr>
          <p:spPr>
            <a:xfrm>
              <a:off x="2641340" y="172998"/>
              <a:ext cx="16731" cy="30544"/>
            </a:xfrm>
            <a:custGeom>
              <a:avLst/>
              <a:gdLst/>
              <a:ahLst/>
              <a:cxnLst/>
              <a:rect l="l" t="t" r="r" b="b"/>
              <a:pathLst>
                <a:path w="493" h="900" extrusionOk="0">
                  <a:moveTo>
                    <a:pt x="1" y="0"/>
                  </a:moveTo>
                  <a:cubicBezTo>
                    <a:pt x="281" y="153"/>
                    <a:pt x="281" y="738"/>
                    <a:pt x="1" y="899"/>
                  </a:cubicBezTo>
                  <a:cubicBezTo>
                    <a:pt x="493" y="899"/>
                    <a:pt x="493" y="0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5" name="Google Shape;3775;p70"/>
            <p:cNvSpPr/>
            <p:nvPr/>
          </p:nvSpPr>
          <p:spPr>
            <a:xfrm>
              <a:off x="2600174" y="179888"/>
              <a:ext cx="17614" cy="19921"/>
            </a:xfrm>
            <a:custGeom>
              <a:avLst/>
              <a:gdLst/>
              <a:ahLst/>
              <a:cxnLst/>
              <a:rect l="l" t="t" r="r" b="b"/>
              <a:pathLst>
                <a:path w="519" h="587" extrusionOk="0">
                  <a:moveTo>
                    <a:pt x="255" y="1"/>
                  </a:moveTo>
                  <a:cubicBezTo>
                    <a:pt x="111" y="1"/>
                    <a:pt x="1" y="128"/>
                    <a:pt x="1" y="298"/>
                  </a:cubicBezTo>
                  <a:cubicBezTo>
                    <a:pt x="1" y="459"/>
                    <a:pt x="111" y="586"/>
                    <a:pt x="255" y="586"/>
                  </a:cubicBezTo>
                  <a:cubicBezTo>
                    <a:pt x="399" y="586"/>
                    <a:pt x="518" y="459"/>
                    <a:pt x="518" y="298"/>
                  </a:cubicBezTo>
                  <a:cubicBezTo>
                    <a:pt x="518" y="128"/>
                    <a:pt x="399" y="1"/>
                    <a:pt x="2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6" name="Google Shape;3776;p70"/>
            <p:cNvSpPr/>
            <p:nvPr/>
          </p:nvSpPr>
          <p:spPr>
            <a:xfrm>
              <a:off x="2635604" y="221359"/>
              <a:ext cx="128419" cy="70285"/>
            </a:xfrm>
            <a:custGeom>
              <a:avLst/>
              <a:gdLst/>
              <a:ahLst/>
              <a:cxnLst/>
              <a:rect l="l" t="t" r="r" b="b"/>
              <a:pathLst>
                <a:path w="3784" h="2071" extrusionOk="0">
                  <a:moveTo>
                    <a:pt x="3682" y="94"/>
                  </a:moveTo>
                  <a:lnTo>
                    <a:pt x="3682" y="1968"/>
                  </a:lnTo>
                  <a:lnTo>
                    <a:pt x="102" y="1968"/>
                  </a:lnTo>
                  <a:lnTo>
                    <a:pt x="102" y="94"/>
                  </a:lnTo>
                  <a:close/>
                  <a:moveTo>
                    <a:pt x="0" y="0"/>
                  </a:moveTo>
                  <a:lnTo>
                    <a:pt x="0" y="2070"/>
                  </a:lnTo>
                  <a:lnTo>
                    <a:pt x="3784" y="2070"/>
                  </a:lnTo>
                  <a:lnTo>
                    <a:pt x="378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7" name="Google Shape;3777;p70"/>
            <p:cNvSpPr/>
            <p:nvPr/>
          </p:nvSpPr>
          <p:spPr>
            <a:xfrm>
              <a:off x="2607674" y="199775"/>
              <a:ext cx="15849" cy="1526712"/>
            </a:xfrm>
            <a:custGeom>
              <a:avLst/>
              <a:gdLst/>
              <a:ahLst/>
              <a:cxnLst/>
              <a:rect l="l" t="t" r="r" b="b"/>
              <a:pathLst>
                <a:path w="467" h="44986" extrusionOk="0">
                  <a:moveTo>
                    <a:pt x="0" y="0"/>
                  </a:moveTo>
                  <a:lnTo>
                    <a:pt x="0" y="44985"/>
                  </a:lnTo>
                  <a:lnTo>
                    <a:pt x="467" y="44985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8" name="Google Shape;3778;p70"/>
            <p:cNvSpPr/>
            <p:nvPr/>
          </p:nvSpPr>
          <p:spPr>
            <a:xfrm>
              <a:off x="2594133" y="199775"/>
              <a:ext cx="16460" cy="1526712"/>
            </a:xfrm>
            <a:custGeom>
              <a:avLst/>
              <a:gdLst/>
              <a:ahLst/>
              <a:cxnLst/>
              <a:rect l="l" t="t" r="r" b="b"/>
              <a:pathLst>
                <a:path w="485" h="44986" extrusionOk="0">
                  <a:moveTo>
                    <a:pt x="1" y="0"/>
                  </a:moveTo>
                  <a:lnTo>
                    <a:pt x="1" y="44985"/>
                  </a:lnTo>
                  <a:lnTo>
                    <a:pt x="484" y="44985"/>
                  </a:lnTo>
                  <a:lnTo>
                    <a:pt x="48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9" name="Google Shape;3779;p70"/>
            <p:cNvSpPr/>
            <p:nvPr/>
          </p:nvSpPr>
          <p:spPr>
            <a:xfrm>
              <a:off x="2795353" y="139012"/>
              <a:ext cx="270652" cy="38315"/>
            </a:xfrm>
            <a:custGeom>
              <a:avLst/>
              <a:gdLst/>
              <a:ahLst/>
              <a:cxnLst/>
              <a:rect l="l" t="t" r="r" b="b"/>
              <a:pathLst>
                <a:path w="7975" h="1129" extrusionOk="0">
                  <a:moveTo>
                    <a:pt x="0" y="0"/>
                  </a:moveTo>
                  <a:lnTo>
                    <a:pt x="0" y="1129"/>
                  </a:lnTo>
                  <a:lnTo>
                    <a:pt x="7389" y="1129"/>
                  </a:lnTo>
                  <a:lnTo>
                    <a:pt x="7389" y="832"/>
                  </a:lnTo>
                  <a:lnTo>
                    <a:pt x="7974" y="212"/>
                  </a:lnTo>
                  <a:lnTo>
                    <a:pt x="797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0" name="Google Shape;3780;p70"/>
            <p:cNvSpPr/>
            <p:nvPr/>
          </p:nvSpPr>
          <p:spPr>
            <a:xfrm>
              <a:off x="2585755" y="139012"/>
              <a:ext cx="270652" cy="38315"/>
            </a:xfrm>
            <a:custGeom>
              <a:avLst/>
              <a:gdLst/>
              <a:ahLst/>
              <a:cxnLst/>
              <a:rect l="l" t="t" r="r" b="b"/>
              <a:pathLst>
                <a:path w="7975" h="1129" extrusionOk="0">
                  <a:moveTo>
                    <a:pt x="0" y="0"/>
                  </a:moveTo>
                  <a:lnTo>
                    <a:pt x="0" y="1129"/>
                  </a:lnTo>
                  <a:lnTo>
                    <a:pt x="7389" y="1129"/>
                  </a:lnTo>
                  <a:lnTo>
                    <a:pt x="7389" y="832"/>
                  </a:lnTo>
                  <a:lnTo>
                    <a:pt x="7974" y="212"/>
                  </a:lnTo>
                  <a:lnTo>
                    <a:pt x="797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1" name="Google Shape;3781;p70"/>
            <p:cNvSpPr/>
            <p:nvPr/>
          </p:nvSpPr>
          <p:spPr>
            <a:xfrm>
              <a:off x="2472913" y="171252"/>
              <a:ext cx="154042" cy="37467"/>
            </a:xfrm>
            <a:custGeom>
              <a:avLst/>
              <a:gdLst/>
              <a:ahLst/>
              <a:cxnLst/>
              <a:rect l="l" t="t" r="r" b="b"/>
              <a:pathLst>
                <a:path w="4539" h="1104" extrusionOk="0">
                  <a:moveTo>
                    <a:pt x="501" y="0"/>
                  </a:moveTo>
                  <a:cubicBezTo>
                    <a:pt x="0" y="0"/>
                    <a:pt x="0" y="1103"/>
                    <a:pt x="501" y="1103"/>
                  </a:cubicBezTo>
                  <a:lnTo>
                    <a:pt x="4038" y="1103"/>
                  </a:lnTo>
                  <a:cubicBezTo>
                    <a:pt x="4538" y="1103"/>
                    <a:pt x="4538" y="0"/>
                    <a:pt x="40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2" name="Google Shape;3782;p70"/>
            <p:cNvSpPr/>
            <p:nvPr/>
          </p:nvSpPr>
          <p:spPr>
            <a:xfrm>
              <a:off x="2458218" y="139012"/>
              <a:ext cx="183432" cy="38315"/>
            </a:xfrm>
            <a:custGeom>
              <a:avLst/>
              <a:gdLst/>
              <a:ahLst/>
              <a:cxnLst/>
              <a:rect l="l" t="t" r="r" b="b"/>
              <a:pathLst>
                <a:path w="5405" h="1129" extrusionOk="0">
                  <a:moveTo>
                    <a:pt x="0" y="0"/>
                  </a:moveTo>
                  <a:lnTo>
                    <a:pt x="0" y="212"/>
                  </a:lnTo>
                  <a:lnTo>
                    <a:pt x="492" y="832"/>
                  </a:lnTo>
                  <a:lnTo>
                    <a:pt x="492" y="1129"/>
                  </a:lnTo>
                  <a:lnTo>
                    <a:pt x="4912" y="1129"/>
                  </a:lnTo>
                  <a:lnTo>
                    <a:pt x="4912" y="832"/>
                  </a:lnTo>
                  <a:lnTo>
                    <a:pt x="5404" y="212"/>
                  </a:lnTo>
                  <a:lnTo>
                    <a:pt x="54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85" name="Google Shape;3785;p70"/>
          <p:cNvSpPr txBox="1">
            <a:spLocks noGrp="1"/>
          </p:cNvSpPr>
          <p:nvPr>
            <p:ph type="subTitle" idx="1"/>
          </p:nvPr>
        </p:nvSpPr>
        <p:spPr>
          <a:xfrm>
            <a:off x="5250958" y="1676278"/>
            <a:ext cx="3095680" cy="18309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1800" b="1" dirty="0" err="1"/>
              <a:t>Типове</a:t>
            </a:r>
            <a:r>
              <a:rPr lang="ru-RU" sz="1800" b="1" dirty="0"/>
              <a:t> </a:t>
            </a:r>
            <a:r>
              <a:rPr lang="ru-RU" sz="1800" b="1" dirty="0" err="1"/>
              <a:t>данни</a:t>
            </a:r>
            <a:r>
              <a:rPr lang="ru-RU" sz="1800" b="1" dirty="0"/>
              <a:t>:</a:t>
            </a:r>
            <a:r>
              <a:rPr lang="ru-RU" sz="1800" dirty="0"/>
              <a:t> </a:t>
            </a:r>
            <a:r>
              <a:rPr lang="ru-RU" sz="1800" dirty="0" err="1"/>
              <a:t>Внедряване</a:t>
            </a:r>
            <a:r>
              <a:rPr lang="ru-RU" sz="1800" dirty="0"/>
              <a:t> на </a:t>
            </a:r>
            <a:r>
              <a:rPr lang="ru-RU" sz="1800" b="1" dirty="0"/>
              <a:t>GUID</a:t>
            </a:r>
            <a:r>
              <a:rPr lang="ru-RU" sz="1800" dirty="0"/>
              <a:t> за </a:t>
            </a:r>
            <a:r>
              <a:rPr lang="ru-RU" sz="1800" dirty="0" err="1"/>
              <a:t>уникални</a:t>
            </a:r>
            <a:r>
              <a:rPr lang="ru-RU" sz="1800" dirty="0"/>
              <a:t> </a:t>
            </a:r>
            <a:r>
              <a:rPr lang="ru-RU" sz="1800" dirty="0" err="1"/>
              <a:t>потребителски</a:t>
            </a:r>
            <a:r>
              <a:rPr lang="ru-RU" sz="1800" dirty="0"/>
              <a:t> </a:t>
            </a:r>
            <a:r>
              <a:rPr lang="ru-RU" sz="1800" dirty="0" err="1"/>
              <a:t>идентификатори</a:t>
            </a:r>
            <a:r>
              <a:rPr lang="ru-RU" sz="1800" dirty="0"/>
              <a:t> и </a:t>
            </a:r>
            <a:r>
              <a:rPr lang="ru-RU" sz="1800" b="1" dirty="0" err="1"/>
              <a:t>Integer</a:t>
            </a:r>
            <a:r>
              <a:rPr lang="ru-RU" sz="1800" dirty="0"/>
              <a:t> за </a:t>
            </a:r>
            <a:r>
              <a:rPr lang="ru-RU" sz="1800" dirty="0" err="1"/>
              <a:t>библиотечни</a:t>
            </a:r>
            <a:r>
              <a:rPr lang="ru-RU" sz="1800" dirty="0"/>
              <a:t> </a:t>
            </a:r>
            <a:r>
              <a:rPr lang="ru-RU" sz="1800" dirty="0" err="1"/>
              <a:t>единици</a:t>
            </a:r>
            <a:r>
              <a:rPr lang="ru-RU" sz="1800" dirty="0"/>
              <a:t>.</a:t>
            </a:r>
          </a:p>
        </p:txBody>
      </p:sp>
      <p:sp>
        <p:nvSpPr>
          <p:cNvPr id="3787" name="Google Shape;3787;p70"/>
          <p:cNvSpPr txBox="1">
            <a:spLocks noGrp="1"/>
          </p:cNvSpPr>
          <p:nvPr>
            <p:ph type="title" idx="4"/>
          </p:nvPr>
        </p:nvSpPr>
        <p:spPr>
          <a:xfrm>
            <a:off x="720000" y="539500"/>
            <a:ext cx="77040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bg-BG" dirty="0">
                <a:solidFill>
                  <a:schemeClr val="dk1"/>
                </a:solidFill>
              </a:rPr>
              <a:t>Дизайн на архитектурата</a:t>
            </a:r>
            <a:endParaRPr dirty="0"/>
          </a:p>
        </p:txBody>
      </p:sp>
      <p:grpSp>
        <p:nvGrpSpPr>
          <p:cNvPr id="3804" name="Google Shape;3804;p70"/>
          <p:cNvGrpSpPr/>
          <p:nvPr/>
        </p:nvGrpSpPr>
        <p:grpSpPr>
          <a:xfrm rot="1321491" flipH="1">
            <a:off x="5157789" y="4254908"/>
            <a:ext cx="714934" cy="378491"/>
            <a:chOff x="-1074225" y="4512538"/>
            <a:chExt cx="714950" cy="378500"/>
          </a:xfrm>
        </p:grpSpPr>
        <p:sp>
          <p:nvSpPr>
            <p:cNvPr id="3805" name="Google Shape;3805;p70"/>
            <p:cNvSpPr/>
            <p:nvPr/>
          </p:nvSpPr>
          <p:spPr>
            <a:xfrm>
              <a:off x="-962825" y="4548088"/>
              <a:ext cx="188375" cy="120175"/>
            </a:xfrm>
            <a:custGeom>
              <a:avLst/>
              <a:gdLst/>
              <a:ahLst/>
              <a:cxnLst/>
              <a:rect l="l" t="t" r="r" b="b"/>
              <a:pathLst>
                <a:path w="7535" h="4807" extrusionOk="0">
                  <a:moveTo>
                    <a:pt x="2269" y="0"/>
                  </a:moveTo>
                  <a:lnTo>
                    <a:pt x="0" y="2619"/>
                  </a:lnTo>
                  <a:lnTo>
                    <a:pt x="7534" y="4807"/>
                  </a:lnTo>
                  <a:lnTo>
                    <a:pt x="2269" y="0"/>
                  </a:ln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6" name="Google Shape;3806;p70"/>
            <p:cNvSpPr/>
            <p:nvPr/>
          </p:nvSpPr>
          <p:spPr>
            <a:xfrm>
              <a:off x="-1064100" y="4512538"/>
              <a:ext cx="642725" cy="266450"/>
            </a:xfrm>
            <a:custGeom>
              <a:avLst/>
              <a:gdLst/>
              <a:ahLst/>
              <a:cxnLst/>
              <a:rect l="l" t="t" r="r" b="b"/>
              <a:pathLst>
                <a:path w="25709" h="10658" extrusionOk="0">
                  <a:moveTo>
                    <a:pt x="15471" y="1"/>
                  </a:moveTo>
                  <a:cubicBezTo>
                    <a:pt x="14774" y="1"/>
                    <a:pt x="14066" y="74"/>
                    <a:pt x="13395" y="261"/>
                  </a:cubicBezTo>
                  <a:cubicBezTo>
                    <a:pt x="10532" y="1044"/>
                    <a:pt x="8696" y="3582"/>
                    <a:pt x="8696" y="3582"/>
                  </a:cubicBezTo>
                  <a:lnTo>
                    <a:pt x="8075" y="3636"/>
                  </a:lnTo>
                  <a:cubicBezTo>
                    <a:pt x="8075" y="3636"/>
                    <a:pt x="6914" y="1152"/>
                    <a:pt x="5375" y="1098"/>
                  </a:cubicBezTo>
                  <a:cubicBezTo>
                    <a:pt x="5293" y="1094"/>
                    <a:pt x="5208" y="1091"/>
                    <a:pt x="5120" y="1091"/>
                  </a:cubicBezTo>
                  <a:cubicBezTo>
                    <a:pt x="4135" y="1091"/>
                    <a:pt x="2728" y="1465"/>
                    <a:pt x="1" y="4365"/>
                  </a:cubicBezTo>
                  <a:lnTo>
                    <a:pt x="10640" y="10657"/>
                  </a:lnTo>
                  <a:lnTo>
                    <a:pt x="25708" y="9172"/>
                  </a:lnTo>
                  <a:lnTo>
                    <a:pt x="20388" y="963"/>
                  </a:lnTo>
                  <a:cubicBezTo>
                    <a:pt x="20388" y="963"/>
                    <a:pt x="18000" y="1"/>
                    <a:pt x="15471" y="1"/>
                  </a:cubicBez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7" name="Google Shape;3807;p70"/>
            <p:cNvSpPr/>
            <p:nvPr/>
          </p:nvSpPr>
          <p:spPr>
            <a:xfrm>
              <a:off x="-1053975" y="4564288"/>
              <a:ext cx="81050" cy="60775"/>
            </a:xfrm>
            <a:custGeom>
              <a:avLst/>
              <a:gdLst/>
              <a:ahLst/>
              <a:cxnLst/>
              <a:rect l="l" t="t" r="r" b="b"/>
              <a:pathLst>
                <a:path w="3242" h="2431" extrusionOk="0">
                  <a:moveTo>
                    <a:pt x="3241" y="0"/>
                  </a:moveTo>
                  <a:lnTo>
                    <a:pt x="3241" y="0"/>
                  </a:lnTo>
                  <a:cubicBezTo>
                    <a:pt x="3241" y="0"/>
                    <a:pt x="1000" y="1026"/>
                    <a:pt x="1" y="2295"/>
                  </a:cubicBezTo>
                  <a:lnTo>
                    <a:pt x="649" y="2430"/>
                  </a:lnTo>
                  <a:cubicBezTo>
                    <a:pt x="973" y="1377"/>
                    <a:pt x="3241" y="0"/>
                    <a:pt x="3241" y="0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8" name="Google Shape;3808;p70"/>
            <p:cNvSpPr/>
            <p:nvPr/>
          </p:nvSpPr>
          <p:spPr>
            <a:xfrm>
              <a:off x="-997925" y="4570088"/>
              <a:ext cx="98575" cy="24600"/>
            </a:xfrm>
            <a:custGeom>
              <a:avLst/>
              <a:gdLst/>
              <a:ahLst/>
              <a:cxnLst/>
              <a:rect l="l" t="t" r="r" b="b"/>
              <a:pathLst>
                <a:path w="3943" h="984" extrusionOk="0">
                  <a:moveTo>
                    <a:pt x="2190" y="1"/>
                  </a:moveTo>
                  <a:cubicBezTo>
                    <a:pt x="1509" y="1"/>
                    <a:pt x="734" y="287"/>
                    <a:pt x="0" y="983"/>
                  </a:cubicBezTo>
                  <a:cubicBezTo>
                    <a:pt x="748" y="458"/>
                    <a:pt x="1433" y="227"/>
                    <a:pt x="2069" y="227"/>
                  </a:cubicBezTo>
                  <a:cubicBezTo>
                    <a:pt x="2741" y="227"/>
                    <a:pt x="3360" y="485"/>
                    <a:pt x="3943" y="929"/>
                  </a:cubicBezTo>
                  <a:cubicBezTo>
                    <a:pt x="3613" y="370"/>
                    <a:pt x="2962" y="1"/>
                    <a:pt x="2190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9" name="Google Shape;3809;p70"/>
            <p:cNvSpPr/>
            <p:nvPr/>
          </p:nvSpPr>
          <p:spPr>
            <a:xfrm>
              <a:off x="-837950" y="4525788"/>
              <a:ext cx="162050" cy="93200"/>
            </a:xfrm>
            <a:custGeom>
              <a:avLst/>
              <a:gdLst/>
              <a:ahLst/>
              <a:cxnLst/>
              <a:rect l="l" t="t" r="r" b="b"/>
              <a:pathLst>
                <a:path w="6482" h="3728" extrusionOk="0">
                  <a:moveTo>
                    <a:pt x="6482" y="1"/>
                  </a:moveTo>
                  <a:lnTo>
                    <a:pt x="6482" y="1"/>
                  </a:lnTo>
                  <a:cubicBezTo>
                    <a:pt x="6481" y="1"/>
                    <a:pt x="1702" y="190"/>
                    <a:pt x="1" y="3727"/>
                  </a:cubicBezTo>
                  <a:lnTo>
                    <a:pt x="541" y="3727"/>
                  </a:lnTo>
                  <a:cubicBezTo>
                    <a:pt x="1891" y="1405"/>
                    <a:pt x="3997" y="433"/>
                    <a:pt x="6482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0" name="Google Shape;3810;p70"/>
            <p:cNvSpPr/>
            <p:nvPr/>
          </p:nvSpPr>
          <p:spPr>
            <a:xfrm>
              <a:off x="-742750" y="4536413"/>
              <a:ext cx="151925" cy="23850"/>
            </a:xfrm>
            <a:custGeom>
              <a:avLst/>
              <a:gdLst/>
              <a:ahLst/>
              <a:cxnLst/>
              <a:rect l="l" t="t" r="r" b="b"/>
              <a:pathLst>
                <a:path w="6077" h="954" extrusionOk="0">
                  <a:moveTo>
                    <a:pt x="3227" y="1"/>
                  </a:moveTo>
                  <a:cubicBezTo>
                    <a:pt x="2104" y="1"/>
                    <a:pt x="979" y="320"/>
                    <a:pt x="0" y="953"/>
                  </a:cubicBezTo>
                  <a:cubicBezTo>
                    <a:pt x="987" y="460"/>
                    <a:pt x="2035" y="224"/>
                    <a:pt x="3133" y="224"/>
                  </a:cubicBezTo>
                  <a:cubicBezTo>
                    <a:pt x="4080" y="224"/>
                    <a:pt x="5064" y="400"/>
                    <a:pt x="6076" y="737"/>
                  </a:cubicBezTo>
                  <a:cubicBezTo>
                    <a:pt x="5194" y="245"/>
                    <a:pt x="4211" y="1"/>
                    <a:pt x="3227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1" name="Google Shape;3811;p70"/>
            <p:cNvSpPr/>
            <p:nvPr/>
          </p:nvSpPr>
          <p:spPr>
            <a:xfrm>
              <a:off x="-877100" y="4605913"/>
              <a:ext cx="40525" cy="25475"/>
            </a:xfrm>
            <a:custGeom>
              <a:avLst/>
              <a:gdLst/>
              <a:ahLst/>
              <a:cxnLst/>
              <a:rect l="l" t="t" r="r" b="b"/>
              <a:pathLst>
                <a:path w="1621" h="1019" extrusionOk="0">
                  <a:moveTo>
                    <a:pt x="906" y="0"/>
                  </a:moveTo>
                  <a:cubicBezTo>
                    <a:pt x="597" y="0"/>
                    <a:pt x="303" y="178"/>
                    <a:pt x="136" y="441"/>
                  </a:cubicBezTo>
                  <a:cubicBezTo>
                    <a:pt x="1" y="738"/>
                    <a:pt x="217" y="981"/>
                    <a:pt x="595" y="1009"/>
                  </a:cubicBezTo>
                  <a:cubicBezTo>
                    <a:pt x="639" y="1015"/>
                    <a:pt x="684" y="1019"/>
                    <a:pt x="728" y="1019"/>
                  </a:cubicBezTo>
                  <a:cubicBezTo>
                    <a:pt x="1033" y="1019"/>
                    <a:pt x="1324" y="859"/>
                    <a:pt x="1513" y="576"/>
                  </a:cubicBezTo>
                  <a:cubicBezTo>
                    <a:pt x="1621" y="306"/>
                    <a:pt x="1432" y="36"/>
                    <a:pt x="1027" y="9"/>
                  </a:cubicBezTo>
                  <a:cubicBezTo>
                    <a:pt x="987" y="3"/>
                    <a:pt x="946" y="0"/>
                    <a:pt x="906" y="0"/>
                  </a:cubicBezTo>
                  <a:close/>
                </a:path>
              </a:pathLst>
            </a:custGeom>
            <a:solidFill>
              <a:srgbClr val="725D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2" name="Google Shape;3812;p70"/>
            <p:cNvSpPr/>
            <p:nvPr/>
          </p:nvSpPr>
          <p:spPr>
            <a:xfrm>
              <a:off x="-1074225" y="4544038"/>
              <a:ext cx="714950" cy="347000"/>
            </a:xfrm>
            <a:custGeom>
              <a:avLst/>
              <a:gdLst/>
              <a:ahLst/>
              <a:cxnLst/>
              <a:rect l="l" t="t" r="r" b="b"/>
              <a:pathLst>
                <a:path w="28598" h="13880" extrusionOk="0">
                  <a:moveTo>
                    <a:pt x="21604" y="0"/>
                  </a:moveTo>
                  <a:lnTo>
                    <a:pt x="9560" y="2781"/>
                  </a:lnTo>
                  <a:lnTo>
                    <a:pt x="8426" y="2916"/>
                  </a:lnTo>
                  <a:lnTo>
                    <a:pt x="136" y="2916"/>
                  </a:lnTo>
                  <a:lnTo>
                    <a:pt x="1" y="3321"/>
                  </a:lnTo>
                  <a:lnTo>
                    <a:pt x="8237" y="12746"/>
                  </a:lnTo>
                  <a:lnTo>
                    <a:pt x="16446" y="13880"/>
                  </a:lnTo>
                  <a:lnTo>
                    <a:pt x="20226" y="13880"/>
                  </a:lnTo>
                  <a:lnTo>
                    <a:pt x="28597" y="11558"/>
                  </a:lnTo>
                  <a:lnTo>
                    <a:pt x="2160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3" name="Google Shape;3813;p70"/>
            <p:cNvSpPr/>
            <p:nvPr/>
          </p:nvSpPr>
          <p:spPr>
            <a:xfrm>
              <a:off x="-815650" y="4565638"/>
              <a:ext cx="407775" cy="318650"/>
            </a:xfrm>
            <a:custGeom>
              <a:avLst/>
              <a:gdLst/>
              <a:ahLst/>
              <a:cxnLst/>
              <a:rect l="l" t="t" r="r" b="b"/>
              <a:pathLst>
                <a:path w="16311" h="12746" extrusionOk="0">
                  <a:moveTo>
                    <a:pt x="10774" y="270"/>
                  </a:moveTo>
                  <a:lnTo>
                    <a:pt x="15959" y="9802"/>
                  </a:lnTo>
                  <a:lnTo>
                    <a:pt x="7507" y="12476"/>
                  </a:lnTo>
                  <a:lnTo>
                    <a:pt x="405" y="2782"/>
                  </a:lnTo>
                  <a:lnTo>
                    <a:pt x="10774" y="270"/>
                  </a:lnTo>
                  <a:close/>
                  <a:moveTo>
                    <a:pt x="10855" y="0"/>
                  </a:moveTo>
                  <a:lnTo>
                    <a:pt x="162" y="2620"/>
                  </a:lnTo>
                  <a:lnTo>
                    <a:pt x="0" y="2647"/>
                  </a:lnTo>
                  <a:lnTo>
                    <a:pt x="7345" y="12665"/>
                  </a:lnTo>
                  <a:lnTo>
                    <a:pt x="7399" y="12746"/>
                  </a:lnTo>
                  <a:lnTo>
                    <a:pt x="16310" y="9964"/>
                  </a:lnTo>
                  <a:lnTo>
                    <a:pt x="10855" y="0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4" name="Google Shape;3814;p70"/>
            <p:cNvSpPr/>
            <p:nvPr/>
          </p:nvSpPr>
          <p:spPr>
            <a:xfrm>
              <a:off x="-1074225" y="4627063"/>
              <a:ext cx="411150" cy="263975"/>
            </a:xfrm>
            <a:custGeom>
              <a:avLst/>
              <a:gdLst/>
              <a:ahLst/>
              <a:cxnLst/>
              <a:rect l="l" t="t" r="r" b="b"/>
              <a:pathLst>
                <a:path w="16446" h="10559" extrusionOk="0">
                  <a:moveTo>
                    <a:pt x="1" y="0"/>
                  </a:moveTo>
                  <a:lnTo>
                    <a:pt x="8237" y="9425"/>
                  </a:lnTo>
                  <a:lnTo>
                    <a:pt x="16446" y="10559"/>
                  </a:lnTo>
                  <a:lnTo>
                    <a:pt x="16446" y="10559"/>
                  </a:lnTo>
                  <a:lnTo>
                    <a:pt x="8426" y="13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5" name="Google Shape;3815;p70"/>
            <p:cNvSpPr/>
            <p:nvPr/>
          </p:nvSpPr>
          <p:spPr>
            <a:xfrm>
              <a:off x="-1049250" y="4639888"/>
              <a:ext cx="346350" cy="230900"/>
            </a:xfrm>
            <a:custGeom>
              <a:avLst/>
              <a:gdLst/>
              <a:ahLst/>
              <a:cxnLst/>
              <a:rect l="l" t="t" r="r" b="b"/>
              <a:pathLst>
                <a:path w="13854" h="9236" extrusionOk="0">
                  <a:moveTo>
                    <a:pt x="568" y="271"/>
                  </a:moveTo>
                  <a:lnTo>
                    <a:pt x="7049" y="649"/>
                  </a:lnTo>
                  <a:lnTo>
                    <a:pt x="13341" y="9020"/>
                  </a:lnTo>
                  <a:lnTo>
                    <a:pt x="13341" y="9020"/>
                  </a:lnTo>
                  <a:lnTo>
                    <a:pt x="7535" y="8237"/>
                  </a:lnTo>
                  <a:lnTo>
                    <a:pt x="568" y="271"/>
                  </a:lnTo>
                  <a:close/>
                  <a:moveTo>
                    <a:pt x="1" y="1"/>
                  </a:moveTo>
                  <a:lnTo>
                    <a:pt x="7292" y="8372"/>
                  </a:lnTo>
                  <a:lnTo>
                    <a:pt x="13854" y="9236"/>
                  </a:lnTo>
                  <a:lnTo>
                    <a:pt x="13854" y="9236"/>
                  </a:lnTo>
                  <a:lnTo>
                    <a:pt x="13827" y="9182"/>
                  </a:lnTo>
                  <a:lnTo>
                    <a:pt x="7211" y="406"/>
                  </a:lnTo>
                  <a:lnTo>
                    <a:pt x="7076" y="40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16" name="Google Shape;3816;p70"/>
          <p:cNvGrpSpPr/>
          <p:nvPr/>
        </p:nvGrpSpPr>
        <p:grpSpPr>
          <a:xfrm>
            <a:off x="3581925" y="1705375"/>
            <a:ext cx="714950" cy="378500"/>
            <a:chOff x="-1074225" y="4512538"/>
            <a:chExt cx="714950" cy="378500"/>
          </a:xfrm>
        </p:grpSpPr>
        <p:sp>
          <p:nvSpPr>
            <p:cNvPr id="3817" name="Google Shape;3817;p70"/>
            <p:cNvSpPr/>
            <p:nvPr/>
          </p:nvSpPr>
          <p:spPr>
            <a:xfrm>
              <a:off x="-962825" y="4548088"/>
              <a:ext cx="188375" cy="120175"/>
            </a:xfrm>
            <a:custGeom>
              <a:avLst/>
              <a:gdLst/>
              <a:ahLst/>
              <a:cxnLst/>
              <a:rect l="l" t="t" r="r" b="b"/>
              <a:pathLst>
                <a:path w="7535" h="4807" extrusionOk="0">
                  <a:moveTo>
                    <a:pt x="2269" y="0"/>
                  </a:moveTo>
                  <a:lnTo>
                    <a:pt x="0" y="2619"/>
                  </a:lnTo>
                  <a:lnTo>
                    <a:pt x="7534" y="4807"/>
                  </a:lnTo>
                  <a:lnTo>
                    <a:pt x="2269" y="0"/>
                  </a:ln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8" name="Google Shape;3818;p70"/>
            <p:cNvSpPr/>
            <p:nvPr/>
          </p:nvSpPr>
          <p:spPr>
            <a:xfrm>
              <a:off x="-1064100" y="4512538"/>
              <a:ext cx="642725" cy="266450"/>
            </a:xfrm>
            <a:custGeom>
              <a:avLst/>
              <a:gdLst/>
              <a:ahLst/>
              <a:cxnLst/>
              <a:rect l="l" t="t" r="r" b="b"/>
              <a:pathLst>
                <a:path w="25709" h="10658" extrusionOk="0">
                  <a:moveTo>
                    <a:pt x="15471" y="1"/>
                  </a:moveTo>
                  <a:cubicBezTo>
                    <a:pt x="14774" y="1"/>
                    <a:pt x="14066" y="74"/>
                    <a:pt x="13395" y="261"/>
                  </a:cubicBezTo>
                  <a:cubicBezTo>
                    <a:pt x="10532" y="1044"/>
                    <a:pt x="8696" y="3582"/>
                    <a:pt x="8696" y="3582"/>
                  </a:cubicBezTo>
                  <a:lnTo>
                    <a:pt x="8075" y="3636"/>
                  </a:lnTo>
                  <a:cubicBezTo>
                    <a:pt x="8075" y="3636"/>
                    <a:pt x="6914" y="1152"/>
                    <a:pt x="5375" y="1098"/>
                  </a:cubicBezTo>
                  <a:cubicBezTo>
                    <a:pt x="5293" y="1094"/>
                    <a:pt x="5208" y="1091"/>
                    <a:pt x="5120" y="1091"/>
                  </a:cubicBezTo>
                  <a:cubicBezTo>
                    <a:pt x="4135" y="1091"/>
                    <a:pt x="2728" y="1465"/>
                    <a:pt x="1" y="4365"/>
                  </a:cubicBezTo>
                  <a:lnTo>
                    <a:pt x="10640" y="10657"/>
                  </a:lnTo>
                  <a:lnTo>
                    <a:pt x="25708" y="9172"/>
                  </a:lnTo>
                  <a:lnTo>
                    <a:pt x="20388" y="963"/>
                  </a:lnTo>
                  <a:cubicBezTo>
                    <a:pt x="20388" y="963"/>
                    <a:pt x="18000" y="1"/>
                    <a:pt x="15471" y="1"/>
                  </a:cubicBez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9" name="Google Shape;3819;p70"/>
            <p:cNvSpPr/>
            <p:nvPr/>
          </p:nvSpPr>
          <p:spPr>
            <a:xfrm>
              <a:off x="-1053975" y="4564288"/>
              <a:ext cx="81050" cy="60775"/>
            </a:xfrm>
            <a:custGeom>
              <a:avLst/>
              <a:gdLst/>
              <a:ahLst/>
              <a:cxnLst/>
              <a:rect l="l" t="t" r="r" b="b"/>
              <a:pathLst>
                <a:path w="3242" h="2431" extrusionOk="0">
                  <a:moveTo>
                    <a:pt x="3241" y="0"/>
                  </a:moveTo>
                  <a:lnTo>
                    <a:pt x="3241" y="0"/>
                  </a:lnTo>
                  <a:cubicBezTo>
                    <a:pt x="3241" y="0"/>
                    <a:pt x="1000" y="1026"/>
                    <a:pt x="1" y="2295"/>
                  </a:cubicBezTo>
                  <a:lnTo>
                    <a:pt x="649" y="2430"/>
                  </a:lnTo>
                  <a:cubicBezTo>
                    <a:pt x="973" y="1377"/>
                    <a:pt x="3241" y="0"/>
                    <a:pt x="3241" y="0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0" name="Google Shape;3820;p70"/>
            <p:cNvSpPr/>
            <p:nvPr/>
          </p:nvSpPr>
          <p:spPr>
            <a:xfrm>
              <a:off x="-997925" y="4570088"/>
              <a:ext cx="98575" cy="24600"/>
            </a:xfrm>
            <a:custGeom>
              <a:avLst/>
              <a:gdLst/>
              <a:ahLst/>
              <a:cxnLst/>
              <a:rect l="l" t="t" r="r" b="b"/>
              <a:pathLst>
                <a:path w="3943" h="984" extrusionOk="0">
                  <a:moveTo>
                    <a:pt x="2190" y="1"/>
                  </a:moveTo>
                  <a:cubicBezTo>
                    <a:pt x="1509" y="1"/>
                    <a:pt x="734" y="287"/>
                    <a:pt x="0" y="983"/>
                  </a:cubicBezTo>
                  <a:cubicBezTo>
                    <a:pt x="748" y="458"/>
                    <a:pt x="1433" y="227"/>
                    <a:pt x="2069" y="227"/>
                  </a:cubicBezTo>
                  <a:cubicBezTo>
                    <a:pt x="2741" y="227"/>
                    <a:pt x="3360" y="485"/>
                    <a:pt x="3943" y="929"/>
                  </a:cubicBezTo>
                  <a:cubicBezTo>
                    <a:pt x="3613" y="370"/>
                    <a:pt x="2962" y="1"/>
                    <a:pt x="2190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1" name="Google Shape;3821;p70"/>
            <p:cNvSpPr/>
            <p:nvPr/>
          </p:nvSpPr>
          <p:spPr>
            <a:xfrm>
              <a:off x="-837950" y="4525788"/>
              <a:ext cx="162050" cy="93200"/>
            </a:xfrm>
            <a:custGeom>
              <a:avLst/>
              <a:gdLst/>
              <a:ahLst/>
              <a:cxnLst/>
              <a:rect l="l" t="t" r="r" b="b"/>
              <a:pathLst>
                <a:path w="6482" h="3728" extrusionOk="0">
                  <a:moveTo>
                    <a:pt x="6482" y="1"/>
                  </a:moveTo>
                  <a:lnTo>
                    <a:pt x="6482" y="1"/>
                  </a:lnTo>
                  <a:cubicBezTo>
                    <a:pt x="6481" y="1"/>
                    <a:pt x="1702" y="190"/>
                    <a:pt x="1" y="3727"/>
                  </a:cubicBezTo>
                  <a:lnTo>
                    <a:pt x="541" y="3727"/>
                  </a:lnTo>
                  <a:cubicBezTo>
                    <a:pt x="1891" y="1405"/>
                    <a:pt x="3997" y="433"/>
                    <a:pt x="6482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2" name="Google Shape;3822;p70"/>
            <p:cNvSpPr/>
            <p:nvPr/>
          </p:nvSpPr>
          <p:spPr>
            <a:xfrm>
              <a:off x="-742750" y="4536413"/>
              <a:ext cx="151925" cy="23850"/>
            </a:xfrm>
            <a:custGeom>
              <a:avLst/>
              <a:gdLst/>
              <a:ahLst/>
              <a:cxnLst/>
              <a:rect l="l" t="t" r="r" b="b"/>
              <a:pathLst>
                <a:path w="6077" h="954" extrusionOk="0">
                  <a:moveTo>
                    <a:pt x="3227" y="1"/>
                  </a:moveTo>
                  <a:cubicBezTo>
                    <a:pt x="2104" y="1"/>
                    <a:pt x="979" y="320"/>
                    <a:pt x="0" y="953"/>
                  </a:cubicBezTo>
                  <a:cubicBezTo>
                    <a:pt x="987" y="460"/>
                    <a:pt x="2035" y="224"/>
                    <a:pt x="3133" y="224"/>
                  </a:cubicBezTo>
                  <a:cubicBezTo>
                    <a:pt x="4080" y="224"/>
                    <a:pt x="5064" y="400"/>
                    <a:pt x="6076" y="737"/>
                  </a:cubicBezTo>
                  <a:cubicBezTo>
                    <a:pt x="5194" y="245"/>
                    <a:pt x="4211" y="1"/>
                    <a:pt x="3227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3" name="Google Shape;3823;p70"/>
            <p:cNvSpPr/>
            <p:nvPr/>
          </p:nvSpPr>
          <p:spPr>
            <a:xfrm>
              <a:off x="-877100" y="4605913"/>
              <a:ext cx="40525" cy="25475"/>
            </a:xfrm>
            <a:custGeom>
              <a:avLst/>
              <a:gdLst/>
              <a:ahLst/>
              <a:cxnLst/>
              <a:rect l="l" t="t" r="r" b="b"/>
              <a:pathLst>
                <a:path w="1621" h="1019" extrusionOk="0">
                  <a:moveTo>
                    <a:pt x="906" y="0"/>
                  </a:moveTo>
                  <a:cubicBezTo>
                    <a:pt x="597" y="0"/>
                    <a:pt x="303" y="178"/>
                    <a:pt x="136" y="441"/>
                  </a:cubicBezTo>
                  <a:cubicBezTo>
                    <a:pt x="1" y="738"/>
                    <a:pt x="217" y="981"/>
                    <a:pt x="595" y="1009"/>
                  </a:cubicBezTo>
                  <a:cubicBezTo>
                    <a:pt x="639" y="1015"/>
                    <a:pt x="684" y="1019"/>
                    <a:pt x="728" y="1019"/>
                  </a:cubicBezTo>
                  <a:cubicBezTo>
                    <a:pt x="1033" y="1019"/>
                    <a:pt x="1324" y="859"/>
                    <a:pt x="1513" y="576"/>
                  </a:cubicBezTo>
                  <a:cubicBezTo>
                    <a:pt x="1621" y="306"/>
                    <a:pt x="1432" y="36"/>
                    <a:pt x="1027" y="9"/>
                  </a:cubicBezTo>
                  <a:cubicBezTo>
                    <a:pt x="987" y="3"/>
                    <a:pt x="946" y="0"/>
                    <a:pt x="906" y="0"/>
                  </a:cubicBezTo>
                  <a:close/>
                </a:path>
              </a:pathLst>
            </a:custGeom>
            <a:solidFill>
              <a:srgbClr val="725D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4" name="Google Shape;3824;p70"/>
            <p:cNvSpPr/>
            <p:nvPr/>
          </p:nvSpPr>
          <p:spPr>
            <a:xfrm>
              <a:off x="-1074225" y="4544038"/>
              <a:ext cx="714950" cy="347000"/>
            </a:xfrm>
            <a:custGeom>
              <a:avLst/>
              <a:gdLst/>
              <a:ahLst/>
              <a:cxnLst/>
              <a:rect l="l" t="t" r="r" b="b"/>
              <a:pathLst>
                <a:path w="28598" h="13880" extrusionOk="0">
                  <a:moveTo>
                    <a:pt x="21604" y="0"/>
                  </a:moveTo>
                  <a:lnTo>
                    <a:pt x="9560" y="2781"/>
                  </a:lnTo>
                  <a:lnTo>
                    <a:pt x="8426" y="2916"/>
                  </a:lnTo>
                  <a:lnTo>
                    <a:pt x="136" y="2916"/>
                  </a:lnTo>
                  <a:lnTo>
                    <a:pt x="1" y="3321"/>
                  </a:lnTo>
                  <a:lnTo>
                    <a:pt x="8237" y="12746"/>
                  </a:lnTo>
                  <a:lnTo>
                    <a:pt x="16446" y="13880"/>
                  </a:lnTo>
                  <a:lnTo>
                    <a:pt x="20226" y="13880"/>
                  </a:lnTo>
                  <a:lnTo>
                    <a:pt x="28597" y="11558"/>
                  </a:lnTo>
                  <a:lnTo>
                    <a:pt x="2160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5" name="Google Shape;3825;p70"/>
            <p:cNvSpPr/>
            <p:nvPr/>
          </p:nvSpPr>
          <p:spPr>
            <a:xfrm>
              <a:off x="-836575" y="4548088"/>
              <a:ext cx="382800" cy="253850"/>
            </a:xfrm>
            <a:custGeom>
              <a:avLst/>
              <a:gdLst/>
              <a:ahLst/>
              <a:cxnLst/>
              <a:rect l="l" t="t" r="r" b="b"/>
              <a:pathLst>
                <a:path w="15312" h="10154" extrusionOk="0">
                  <a:moveTo>
                    <a:pt x="12126" y="0"/>
                  </a:moveTo>
                  <a:lnTo>
                    <a:pt x="82" y="2781"/>
                  </a:lnTo>
                  <a:lnTo>
                    <a:pt x="1" y="2781"/>
                  </a:lnTo>
                  <a:cubicBezTo>
                    <a:pt x="838" y="4699"/>
                    <a:pt x="2107" y="6373"/>
                    <a:pt x="3727" y="7642"/>
                  </a:cubicBezTo>
                  <a:cubicBezTo>
                    <a:pt x="5795" y="9315"/>
                    <a:pt x="8089" y="10154"/>
                    <a:pt x="10091" y="10154"/>
                  </a:cubicBezTo>
                  <a:cubicBezTo>
                    <a:pt x="11934" y="10154"/>
                    <a:pt x="13530" y="9444"/>
                    <a:pt x="14475" y="8020"/>
                  </a:cubicBezTo>
                  <a:cubicBezTo>
                    <a:pt x="14988" y="7183"/>
                    <a:pt x="15285" y="6238"/>
                    <a:pt x="15312" y="5266"/>
                  </a:cubicBezTo>
                  <a:lnTo>
                    <a:pt x="121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6" name="Google Shape;3826;p70"/>
            <p:cNvSpPr/>
            <p:nvPr/>
          </p:nvSpPr>
          <p:spPr>
            <a:xfrm>
              <a:off x="-815650" y="4565638"/>
              <a:ext cx="407775" cy="318650"/>
            </a:xfrm>
            <a:custGeom>
              <a:avLst/>
              <a:gdLst/>
              <a:ahLst/>
              <a:cxnLst/>
              <a:rect l="l" t="t" r="r" b="b"/>
              <a:pathLst>
                <a:path w="16311" h="12746" extrusionOk="0">
                  <a:moveTo>
                    <a:pt x="10774" y="270"/>
                  </a:moveTo>
                  <a:lnTo>
                    <a:pt x="15959" y="9802"/>
                  </a:lnTo>
                  <a:lnTo>
                    <a:pt x="7507" y="12476"/>
                  </a:lnTo>
                  <a:lnTo>
                    <a:pt x="405" y="2782"/>
                  </a:lnTo>
                  <a:lnTo>
                    <a:pt x="10774" y="270"/>
                  </a:lnTo>
                  <a:close/>
                  <a:moveTo>
                    <a:pt x="10855" y="0"/>
                  </a:moveTo>
                  <a:lnTo>
                    <a:pt x="162" y="2620"/>
                  </a:lnTo>
                  <a:lnTo>
                    <a:pt x="0" y="2647"/>
                  </a:lnTo>
                  <a:lnTo>
                    <a:pt x="7345" y="12665"/>
                  </a:lnTo>
                  <a:lnTo>
                    <a:pt x="7399" y="12746"/>
                  </a:lnTo>
                  <a:lnTo>
                    <a:pt x="16310" y="9964"/>
                  </a:lnTo>
                  <a:lnTo>
                    <a:pt x="10855" y="0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7" name="Google Shape;3827;p70"/>
            <p:cNvSpPr/>
            <p:nvPr/>
          </p:nvSpPr>
          <p:spPr>
            <a:xfrm>
              <a:off x="-1074225" y="4627063"/>
              <a:ext cx="411150" cy="263975"/>
            </a:xfrm>
            <a:custGeom>
              <a:avLst/>
              <a:gdLst/>
              <a:ahLst/>
              <a:cxnLst/>
              <a:rect l="l" t="t" r="r" b="b"/>
              <a:pathLst>
                <a:path w="16446" h="10559" extrusionOk="0">
                  <a:moveTo>
                    <a:pt x="1" y="0"/>
                  </a:moveTo>
                  <a:lnTo>
                    <a:pt x="8237" y="9425"/>
                  </a:lnTo>
                  <a:lnTo>
                    <a:pt x="16446" y="10559"/>
                  </a:lnTo>
                  <a:lnTo>
                    <a:pt x="16446" y="10559"/>
                  </a:lnTo>
                  <a:lnTo>
                    <a:pt x="8426" y="13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8" name="Google Shape;3828;p70"/>
            <p:cNvSpPr/>
            <p:nvPr/>
          </p:nvSpPr>
          <p:spPr>
            <a:xfrm>
              <a:off x="-1049250" y="4639888"/>
              <a:ext cx="346350" cy="230900"/>
            </a:xfrm>
            <a:custGeom>
              <a:avLst/>
              <a:gdLst/>
              <a:ahLst/>
              <a:cxnLst/>
              <a:rect l="l" t="t" r="r" b="b"/>
              <a:pathLst>
                <a:path w="13854" h="9236" extrusionOk="0">
                  <a:moveTo>
                    <a:pt x="568" y="271"/>
                  </a:moveTo>
                  <a:lnTo>
                    <a:pt x="7049" y="649"/>
                  </a:lnTo>
                  <a:lnTo>
                    <a:pt x="13341" y="9020"/>
                  </a:lnTo>
                  <a:lnTo>
                    <a:pt x="13341" y="9020"/>
                  </a:lnTo>
                  <a:lnTo>
                    <a:pt x="7535" y="8237"/>
                  </a:lnTo>
                  <a:lnTo>
                    <a:pt x="568" y="271"/>
                  </a:lnTo>
                  <a:close/>
                  <a:moveTo>
                    <a:pt x="1" y="1"/>
                  </a:moveTo>
                  <a:lnTo>
                    <a:pt x="7292" y="8372"/>
                  </a:lnTo>
                  <a:lnTo>
                    <a:pt x="13854" y="9236"/>
                  </a:lnTo>
                  <a:lnTo>
                    <a:pt x="13854" y="9236"/>
                  </a:lnTo>
                  <a:lnTo>
                    <a:pt x="13827" y="9182"/>
                  </a:lnTo>
                  <a:lnTo>
                    <a:pt x="7211" y="406"/>
                  </a:lnTo>
                  <a:lnTo>
                    <a:pt x="7076" y="40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6D9310D6-BDE8-BB04-BC36-F69289D962ED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44600" y="1705375"/>
            <a:ext cx="313899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Модел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MVC (Model-View-Controller)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архитектура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Релации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Използвани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релации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One-to-Many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Автор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към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Книги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и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Many-to-Many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през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таблица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Loans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Книги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и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Потребители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7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3" name="Google Shape;3833;p71"/>
          <p:cNvSpPr/>
          <p:nvPr/>
        </p:nvSpPr>
        <p:spPr>
          <a:xfrm>
            <a:off x="1579000" y="1785457"/>
            <a:ext cx="811613" cy="811850"/>
          </a:xfrm>
          <a:custGeom>
            <a:avLst/>
            <a:gdLst/>
            <a:ahLst/>
            <a:cxnLst/>
            <a:rect l="l" t="t" r="r" b="b"/>
            <a:pathLst>
              <a:path w="91295" h="91296" extrusionOk="0">
                <a:moveTo>
                  <a:pt x="75084" y="16212"/>
                </a:moveTo>
                <a:cubicBezTo>
                  <a:pt x="91295" y="32466"/>
                  <a:pt x="91295" y="58788"/>
                  <a:pt x="75084" y="75041"/>
                </a:cubicBezTo>
                <a:cubicBezTo>
                  <a:pt x="58830" y="91295"/>
                  <a:pt x="32466" y="91295"/>
                  <a:pt x="16255" y="75041"/>
                </a:cubicBezTo>
                <a:cubicBezTo>
                  <a:pt x="1" y="58788"/>
                  <a:pt x="1" y="32466"/>
                  <a:pt x="16255" y="16212"/>
                </a:cubicBezTo>
                <a:cubicBezTo>
                  <a:pt x="32466" y="1"/>
                  <a:pt x="58830" y="1"/>
                  <a:pt x="75084" y="16212"/>
                </a:cubicBezTo>
                <a:close/>
              </a:path>
            </a:pathLst>
          </a:custGeom>
          <a:gradFill>
            <a:gsLst>
              <a:gs pos="0">
                <a:srgbClr val="FFF6DB">
                  <a:alpha val="21910"/>
                </a:srgbClr>
              </a:gs>
              <a:gs pos="100000">
                <a:srgbClr val="FAD25C">
                  <a:alpha val="2191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4" name="Google Shape;3834;p71"/>
          <p:cNvSpPr/>
          <p:nvPr/>
        </p:nvSpPr>
        <p:spPr>
          <a:xfrm>
            <a:off x="4166194" y="1780869"/>
            <a:ext cx="811613" cy="811850"/>
          </a:xfrm>
          <a:custGeom>
            <a:avLst/>
            <a:gdLst/>
            <a:ahLst/>
            <a:cxnLst/>
            <a:rect l="l" t="t" r="r" b="b"/>
            <a:pathLst>
              <a:path w="91295" h="91296" extrusionOk="0">
                <a:moveTo>
                  <a:pt x="75084" y="16212"/>
                </a:moveTo>
                <a:cubicBezTo>
                  <a:pt x="91295" y="32466"/>
                  <a:pt x="91295" y="58788"/>
                  <a:pt x="75084" y="75041"/>
                </a:cubicBezTo>
                <a:cubicBezTo>
                  <a:pt x="58830" y="91295"/>
                  <a:pt x="32466" y="91295"/>
                  <a:pt x="16255" y="75041"/>
                </a:cubicBezTo>
                <a:cubicBezTo>
                  <a:pt x="1" y="58788"/>
                  <a:pt x="1" y="32466"/>
                  <a:pt x="16255" y="16212"/>
                </a:cubicBezTo>
                <a:cubicBezTo>
                  <a:pt x="32466" y="1"/>
                  <a:pt x="58830" y="1"/>
                  <a:pt x="75084" y="16212"/>
                </a:cubicBezTo>
                <a:close/>
              </a:path>
            </a:pathLst>
          </a:custGeom>
          <a:gradFill>
            <a:gsLst>
              <a:gs pos="0">
                <a:srgbClr val="FFF6DB">
                  <a:alpha val="21910"/>
                </a:srgbClr>
              </a:gs>
              <a:gs pos="100000">
                <a:srgbClr val="FAD25C">
                  <a:alpha val="2191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5" name="Google Shape;3835;p71"/>
          <p:cNvSpPr/>
          <p:nvPr/>
        </p:nvSpPr>
        <p:spPr>
          <a:xfrm>
            <a:off x="6753315" y="1785457"/>
            <a:ext cx="811613" cy="811850"/>
          </a:xfrm>
          <a:custGeom>
            <a:avLst/>
            <a:gdLst/>
            <a:ahLst/>
            <a:cxnLst/>
            <a:rect l="l" t="t" r="r" b="b"/>
            <a:pathLst>
              <a:path w="91295" h="91296" extrusionOk="0">
                <a:moveTo>
                  <a:pt x="75084" y="16212"/>
                </a:moveTo>
                <a:cubicBezTo>
                  <a:pt x="91295" y="32466"/>
                  <a:pt x="91295" y="58788"/>
                  <a:pt x="75084" y="75041"/>
                </a:cubicBezTo>
                <a:cubicBezTo>
                  <a:pt x="58830" y="91295"/>
                  <a:pt x="32466" y="91295"/>
                  <a:pt x="16255" y="75041"/>
                </a:cubicBezTo>
                <a:cubicBezTo>
                  <a:pt x="1" y="58788"/>
                  <a:pt x="1" y="32466"/>
                  <a:pt x="16255" y="16212"/>
                </a:cubicBezTo>
                <a:cubicBezTo>
                  <a:pt x="32466" y="1"/>
                  <a:pt x="58830" y="1"/>
                  <a:pt x="75084" y="16212"/>
                </a:cubicBezTo>
                <a:close/>
              </a:path>
            </a:pathLst>
          </a:custGeom>
          <a:gradFill>
            <a:gsLst>
              <a:gs pos="0">
                <a:srgbClr val="FFF6DB">
                  <a:alpha val="21910"/>
                </a:srgbClr>
              </a:gs>
              <a:gs pos="100000">
                <a:srgbClr val="FAD25C">
                  <a:alpha val="2191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6" name="Google Shape;3836;p71"/>
          <p:cNvSpPr txBox="1">
            <a:spLocks noGrp="1"/>
          </p:cNvSpPr>
          <p:nvPr>
            <p:ph type="title" idx="6"/>
          </p:nvPr>
        </p:nvSpPr>
        <p:spPr>
          <a:xfrm>
            <a:off x="1367015" y="710591"/>
            <a:ext cx="6674512" cy="906437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dirty="0" err="1"/>
              <a:t>Представяне</a:t>
            </a:r>
            <a:r>
              <a:rPr lang="ru-RU" dirty="0"/>
              <a:t> на </a:t>
            </a:r>
            <a:r>
              <a:rPr lang="ru-RU" dirty="0" err="1"/>
              <a:t>функционалности</a:t>
            </a:r>
            <a:r>
              <a:rPr lang="ru-RU" dirty="0"/>
              <a:t> и роли</a:t>
            </a:r>
            <a:endParaRPr dirty="0"/>
          </a:p>
        </p:txBody>
      </p:sp>
      <p:sp>
        <p:nvSpPr>
          <p:cNvPr id="3837" name="Google Shape;3837;p71"/>
          <p:cNvSpPr txBox="1">
            <a:spLocks noGrp="1"/>
          </p:cNvSpPr>
          <p:nvPr>
            <p:ph type="title"/>
          </p:nvPr>
        </p:nvSpPr>
        <p:spPr>
          <a:xfrm>
            <a:off x="711300" y="2690819"/>
            <a:ext cx="2547000" cy="41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bg-BG" b="1" dirty="0"/>
              <a:t>Потребител</a:t>
            </a:r>
            <a:endParaRPr b="1" dirty="0"/>
          </a:p>
        </p:txBody>
      </p:sp>
      <p:sp>
        <p:nvSpPr>
          <p:cNvPr id="3838" name="Google Shape;3838;p71"/>
          <p:cNvSpPr txBox="1">
            <a:spLocks noGrp="1"/>
          </p:cNvSpPr>
          <p:nvPr>
            <p:ph type="subTitle" idx="1"/>
          </p:nvPr>
        </p:nvSpPr>
        <p:spPr>
          <a:xfrm>
            <a:off x="711306" y="3053418"/>
            <a:ext cx="2547000" cy="80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u-RU" dirty="0" err="1"/>
              <a:t>Разглеждане</a:t>
            </a:r>
            <a:r>
              <a:rPr lang="ru-RU" dirty="0"/>
              <a:t> на каталога, </a:t>
            </a:r>
            <a:r>
              <a:rPr lang="ru-RU" dirty="0" err="1"/>
              <a:t>търсене</a:t>
            </a:r>
            <a:r>
              <a:rPr lang="ru-RU" dirty="0"/>
              <a:t> по автор/жанр, </a:t>
            </a:r>
            <a:r>
              <a:rPr lang="ru-RU" dirty="0" err="1"/>
              <a:t>следене</a:t>
            </a:r>
            <a:r>
              <a:rPr lang="ru-RU" dirty="0"/>
              <a:t> на </a:t>
            </a:r>
            <a:r>
              <a:rPr lang="ru-RU" dirty="0" err="1"/>
              <a:t>лични</a:t>
            </a:r>
            <a:r>
              <a:rPr lang="ru-RU" dirty="0"/>
              <a:t> </a:t>
            </a:r>
            <a:r>
              <a:rPr lang="ru-RU" dirty="0" err="1"/>
              <a:t>заемания</a:t>
            </a:r>
            <a:r>
              <a:rPr lang="ru-RU" dirty="0"/>
              <a:t>.</a:t>
            </a:r>
            <a:endParaRPr dirty="0"/>
          </a:p>
        </p:txBody>
      </p:sp>
      <p:sp>
        <p:nvSpPr>
          <p:cNvPr id="3839" name="Google Shape;3839;p71"/>
          <p:cNvSpPr txBox="1">
            <a:spLocks noGrp="1"/>
          </p:cNvSpPr>
          <p:nvPr>
            <p:ph type="title" idx="2"/>
          </p:nvPr>
        </p:nvSpPr>
        <p:spPr>
          <a:xfrm>
            <a:off x="3298461" y="2686231"/>
            <a:ext cx="2547000" cy="41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bg-BG" b="1" dirty="0"/>
              <a:t>Библиотекар</a:t>
            </a:r>
            <a:endParaRPr b="1" dirty="0"/>
          </a:p>
        </p:txBody>
      </p:sp>
      <p:sp>
        <p:nvSpPr>
          <p:cNvPr id="3840" name="Google Shape;3840;p71"/>
          <p:cNvSpPr txBox="1">
            <a:spLocks noGrp="1"/>
          </p:cNvSpPr>
          <p:nvPr>
            <p:ph type="subTitle" idx="3"/>
          </p:nvPr>
        </p:nvSpPr>
        <p:spPr>
          <a:xfrm>
            <a:off x="3423863" y="3102931"/>
            <a:ext cx="2587152" cy="8679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err="1"/>
              <a:t>Добавяне</a:t>
            </a:r>
            <a:r>
              <a:rPr lang="ru-RU" dirty="0"/>
              <a:t> на книги, редакция на </a:t>
            </a:r>
            <a:r>
              <a:rPr lang="ru-RU" dirty="0" err="1"/>
              <a:t>автори</a:t>
            </a:r>
            <a:r>
              <a:rPr lang="ru-RU" dirty="0"/>
              <a:t>, </a:t>
            </a:r>
            <a:r>
              <a:rPr lang="ru-RU" dirty="0" err="1"/>
              <a:t>отразяване</a:t>
            </a:r>
            <a:r>
              <a:rPr lang="ru-RU" dirty="0"/>
              <a:t> на </a:t>
            </a:r>
            <a:r>
              <a:rPr lang="ru-RU" dirty="0" err="1"/>
              <a:t>заемания</a:t>
            </a:r>
            <a:r>
              <a:rPr lang="ru-RU" dirty="0"/>
              <a:t> и </a:t>
            </a:r>
            <a:r>
              <a:rPr lang="ru-RU" dirty="0" err="1"/>
              <a:t>връщания</a:t>
            </a:r>
            <a:r>
              <a:rPr lang="ru-RU" dirty="0"/>
              <a:t>.</a:t>
            </a:r>
            <a:endParaRPr dirty="0"/>
          </a:p>
        </p:txBody>
      </p:sp>
      <p:sp>
        <p:nvSpPr>
          <p:cNvPr id="3841" name="Google Shape;3841;p71"/>
          <p:cNvSpPr txBox="1">
            <a:spLocks noGrp="1"/>
          </p:cNvSpPr>
          <p:nvPr>
            <p:ph type="title" idx="4"/>
          </p:nvPr>
        </p:nvSpPr>
        <p:spPr>
          <a:xfrm>
            <a:off x="5885622" y="2690819"/>
            <a:ext cx="2547000" cy="41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bg-BG" b="1" dirty="0"/>
              <a:t>Администратор</a:t>
            </a:r>
            <a:endParaRPr b="1" dirty="0"/>
          </a:p>
        </p:txBody>
      </p:sp>
      <p:sp>
        <p:nvSpPr>
          <p:cNvPr id="3842" name="Google Shape;3842;p71"/>
          <p:cNvSpPr txBox="1">
            <a:spLocks noGrp="1"/>
          </p:cNvSpPr>
          <p:nvPr>
            <p:ph type="subTitle" idx="5"/>
          </p:nvPr>
        </p:nvSpPr>
        <p:spPr>
          <a:xfrm>
            <a:off x="5885622" y="3053418"/>
            <a:ext cx="2547000" cy="80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u-RU" dirty="0" err="1"/>
              <a:t>Пълен</a:t>
            </a:r>
            <a:r>
              <a:rPr lang="ru-RU" dirty="0"/>
              <a:t> контрол над </a:t>
            </a:r>
            <a:r>
              <a:rPr lang="ru-RU" dirty="0" err="1"/>
              <a:t>системата</a:t>
            </a:r>
            <a:r>
              <a:rPr lang="ru-RU" dirty="0"/>
              <a:t> и управление на </a:t>
            </a:r>
            <a:r>
              <a:rPr lang="ru-RU" dirty="0" err="1"/>
              <a:t>потребителски</a:t>
            </a:r>
            <a:r>
              <a:rPr lang="ru-RU" dirty="0"/>
              <a:t> роли.</a:t>
            </a:r>
            <a:endParaRPr dirty="0"/>
          </a:p>
        </p:txBody>
      </p:sp>
      <p:grpSp>
        <p:nvGrpSpPr>
          <p:cNvPr id="3843" name="Google Shape;3843;p71"/>
          <p:cNvGrpSpPr/>
          <p:nvPr/>
        </p:nvGrpSpPr>
        <p:grpSpPr>
          <a:xfrm flipH="1">
            <a:off x="713201" y="445296"/>
            <a:ext cx="714936" cy="971200"/>
            <a:chOff x="638276" y="3526008"/>
            <a:chExt cx="714936" cy="971200"/>
          </a:xfrm>
        </p:grpSpPr>
        <p:sp>
          <p:nvSpPr>
            <p:cNvPr id="3844" name="Google Shape;3844;p71"/>
            <p:cNvSpPr/>
            <p:nvPr/>
          </p:nvSpPr>
          <p:spPr>
            <a:xfrm>
              <a:off x="801537" y="3817400"/>
              <a:ext cx="388460" cy="388464"/>
            </a:xfrm>
            <a:custGeom>
              <a:avLst/>
              <a:gdLst/>
              <a:ahLst/>
              <a:cxnLst/>
              <a:rect l="l" t="t" r="r" b="b"/>
              <a:pathLst>
                <a:path w="91295" h="91296" extrusionOk="0">
                  <a:moveTo>
                    <a:pt x="75084" y="16212"/>
                  </a:moveTo>
                  <a:cubicBezTo>
                    <a:pt x="91295" y="32466"/>
                    <a:pt x="91295" y="58788"/>
                    <a:pt x="75084" y="75041"/>
                  </a:cubicBezTo>
                  <a:cubicBezTo>
                    <a:pt x="58830" y="91295"/>
                    <a:pt x="32466" y="91295"/>
                    <a:pt x="16255" y="75041"/>
                  </a:cubicBezTo>
                  <a:cubicBezTo>
                    <a:pt x="1" y="58788"/>
                    <a:pt x="1" y="32466"/>
                    <a:pt x="16255" y="16212"/>
                  </a:cubicBezTo>
                  <a:cubicBezTo>
                    <a:pt x="32466" y="1"/>
                    <a:pt x="58830" y="1"/>
                    <a:pt x="75084" y="16212"/>
                  </a:cubicBezTo>
                  <a:close/>
                </a:path>
              </a:pathLst>
            </a:custGeom>
            <a:gradFill>
              <a:gsLst>
                <a:gs pos="0">
                  <a:srgbClr val="F9EBAB">
                    <a:alpha val="21960"/>
                    <a:alpha val="21910"/>
                  </a:srgbClr>
                </a:gs>
                <a:gs pos="41000">
                  <a:srgbClr val="F9EBAB">
                    <a:alpha val="53333"/>
                    <a:alpha val="21910"/>
                  </a:srgbClr>
                </a:gs>
                <a:gs pos="100000">
                  <a:srgbClr val="F9EBAB">
                    <a:alpha val="77254"/>
                    <a:alpha val="2191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845" name="Google Shape;3845;p71"/>
            <p:cNvGrpSpPr/>
            <p:nvPr/>
          </p:nvGrpSpPr>
          <p:grpSpPr>
            <a:xfrm>
              <a:off x="638276" y="3526008"/>
              <a:ext cx="714936" cy="971200"/>
              <a:chOff x="9141124" y="2771118"/>
              <a:chExt cx="319239" cy="433649"/>
            </a:xfrm>
          </p:grpSpPr>
          <p:sp>
            <p:nvSpPr>
              <p:cNvPr id="3846" name="Google Shape;3846;p71"/>
              <p:cNvSpPr/>
              <p:nvPr/>
            </p:nvSpPr>
            <p:spPr>
              <a:xfrm>
                <a:off x="9271960" y="3034862"/>
                <a:ext cx="17824" cy="25355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1579" extrusionOk="0">
                    <a:moveTo>
                      <a:pt x="641" y="0"/>
                    </a:moveTo>
                    <a:cubicBezTo>
                      <a:pt x="385" y="0"/>
                      <a:pt x="129" y="384"/>
                      <a:pt x="43" y="811"/>
                    </a:cubicBezTo>
                    <a:cubicBezTo>
                      <a:pt x="1" y="1237"/>
                      <a:pt x="214" y="1579"/>
                      <a:pt x="470" y="1579"/>
                    </a:cubicBezTo>
                    <a:cubicBezTo>
                      <a:pt x="769" y="1579"/>
                      <a:pt x="1025" y="1237"/>
                      <a:pt x="1067" y="811"/>
                    </a:cubicBezTo>
                    <a:cubicBezTo>
                      <a:pt x="1110" y="384"/>
                      <a:pt x="939" y="0"/>
                      <a:pt x="641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7" name="Google Shape;3847;p71"/>
              <p:cNvSpPr/>
              <p:nvPr/>
            </p:nvSpPr>
            <p:spPr>
              <a:xfrm>
                <a:off x="9267175" y="2928674"/>
                <a:ext cx="54965" cy="93728"/>
              </a:xfrm>
              <a:custGeom>
                <a:avLst/>
                <a:gdLst/>
                <a:ahLst/>
                <a:cxnLst/>
                <a:rect l="l" t="t" r="r" b="b"/>
                <a:pathLst>
                  <a:path w="3423" h="5837" extrusionOk="0">
                    <a:moveTo>
                      <a:pt x="1195" y="1"/>
                    </a:moveTo>
                    <a:cubicBezTo>
                      <a:pt x="1195" y="1"/>
                      <a:pt x="1962" y="1707"/>
                      <a:pt x="1109" y="2518"/>
                    </a:cubicBezTo>
                    <a:cubicBezTo>
                      <a:pt x="85" y="3499"/>
                      <a:pt x="0" y="5419"/>
                      <a:pt x="1579" y="5803"/>
                    </a:cubicBezTo>
                    <a:cubicBezTo>
                      <a:pt x="1673" y="5826"/>
                      <a:pt x="1762" y="5837"/>
                      <a:pt x="1847" y="5837"/>
                    </a:cubicBezTo>
                    <a:cubicBezTo>
                      <a:pt x="3190" y="5837"/>
                      <a:pt x="3423" y="3127"/>
                      <a:pt x="2901" y="1963"/>
                    </a:cubicBezTo>
                    <a:cubicBezTo>
                      <a:pt x="2517" y="1195"/>
                      <a:pt x="1920" y="513"/>
                      <a:pt x="1195" y="1"/>
                    </a:cubicBezTo>
                    <a:close/>
                  </a:path>
                </a:pathLst>
              </a:custGeom>
              <a:solidFill>
                <a:srgbClr val="F2D3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8" name="Google Shape;3848;p71"/>
              <p:cNvSpPr/>
              <p:nvPr/>
            </p:nvSpPr>
            <p:spPr>
              <a:xfrm>
                <a:off x="9274706" y="3031330"/>
                <a:ext cx="53439" cy="115213"/>
              </a:xfrm>
              <a:custGeom>
                <a:avLst/>
                <a:gdLst/>
                <a:ahLst/>
                <a:cxnLst/>
                <a:rect l="l" t="t" r="r" b="b"/>
                <a:pathLst>
                  <a:path w="3328" h="7175" extrusionOk="0">
                    <a:moveTo>
                      <a:pt x="2456" y="0"/>
                    </a:moveTo>
                    <a:cubicBezTo>
                      <a:pt x="2434" y="0"/>
                      <a:pt x="2411" y="3"/>
                      <a:pt x="2389" y="7"/>
                    </a:cubicBezTo>
                    <a:lnTo>
                      <a:pt x="726" y="135"/>
                    </a:lnTo>
                    <a:cubicBezTo>
                      <a:pt x="512" y="135"/>
                      <a:pt x="342" y="306"/>
                      <a:pt x="342" y="519"/>
                    </a:cubicBezTo>
                    <a:cubicBezTo>
                      <a:pt x="171" y="3207"/>
                      <a:pt x="0" y="5937"/>
                      <a:pt x="214" y="7174"/>
                    </a:cubicBezTo>
                    <a:lnTo>
                      <a:pt x="3115" y="7174"/>
                    </a:lnTo>
                    <a:cubicBezTo>
                      <a:pt x="3328" y="5852"/>
                      <a:pt x="2944" y="3036"/>
                      <a:pt x="2859" y="391"/>
                    </a:cubicBezTo>
                    <a:cubicBezTo>
                      <a:pt x="2859" y="161"/>
                      <a:pt x="2653" y="0"/>
                      <a:pt x="2456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9" name="Google Shape;3849;p71"/>
              <p:cNvSpPr/>
              <p:nvPr/>
            </p:nvSpPr>
            <p:spPr>
              <a:xfrm>
                <a:off x="9209625" y="3132139"/>
                <a:ext cx="185657" cy="54804"/>
              </a:xfrm>
              <a:custGeom>
                <a:avLst/>
                <a:gdLst/>
                <a:ahLst/>
                <a:cxnLst/>
                <a:rect l="l" t="t" r="r" b="b"/>
                <a:pathLst>
                  <a:path w="11562" h="3413" extrusionOk="0">
                    <a:moveTo>
                      <a:pt x="5760" y="0"/>
                    </a:moveTo>
                    <a:cubicBezTo>
                      <a:pt x="3669" y="0"/>
                      <a:pt x="1" y="1067"/>
                      <a:pt x="1" y="1920"/>
                    </a:cubicBezTo>
                    <a:cubicBezTo>
                      <a:pt x="1" y="2730"/>
                      <a:pt x="2560" y="3413"/>
                      <a:pt x="5760" y="3413"/>
                    </a:cubicBezTo>
                    <a:cubicBezTo>
                      <a:pt x="8959" y="3413"/>
                      <a:pt x="11562" y="2730"/>
                      <a:pt x="11562" y="1920"/>
                    </a:cubicBezTo>
                    <a:cubicBezTo>
                      <a:pt x="11562" y="1067"/>
                      <a:pt x="7893" y="0"/>
                      <a:pt x="5760" y="0"/>
                    </a:cubicBezTo>
                    <a:close/>
                  </a:path>
                </a:pathLst>
              </a:custGeom>
              <a:solidFill>
                <a:srgbClr val="D8934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0" name="Google Shape;3850;p71"/>
              <p:cNvSpPr/>
              <p:nvPr/>
            </p:nvSpPr>
            <p:spPr>
              <a:xfrm>
                <a:off x="9193872" y="2882091"/>
                <a:ext cx="15078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39" h="18047" extrusionOk="0">
                    <a:moveTo>
                      <a:pt x="0" y="1"/>
                    </a:moveTo>
                    <a:lnTo>
                      <a:pt x="0" y="18046"/>
                    </a:lnTo>
                    <a:lnTo>
                      <a:pt x="939" y="18046"/>
                    </a:lnTo>
                    <a:lnTo>
                      <a:pt x="939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1" name="Google Shape;3851;p71"/>
              <p:cNvSpPr/>
              <p:nvPr/>
            </p:nvSpPr>
            <p:spPr>
              <a:xfrm>
                <a:off x="9392520" y="2882091"/>
                <a:ext cx="15094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18047" extrusionOk="0">
                    <a:moveTo>
                      <a:pt x="1" y="1"/>
                    </a:moveTo>
                    <a:lnTo>
                      <a:pt x="1" y="18046"/>
                    </a:lnTo>
                    <a:lnTo>
                      <a:pt x="940" y="18046"/>
                    </a:lnTo>
                    <a:lnTo>
                      <a:pt x="940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2" name="Google Shape;3852;p71"/>
              <p:cNvSpPr/>
              <p:nvPr/>
            </p:nvSpPr>
            <p:spPr>
              <a:xfrm>
                <a:off x="9338406" y="2882091"/>
                <a:ext cx="15094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18047" extrusionOk="0">
                    <a:moveTo>
                      <a:pt x="1" y="1"/>
                    </a:moveTo>
                    <a:lnTo>
                      <a:pt x="1" y="18046"/>
                    </a:lnTo>
                    <a:lnTo>
                      <a:pt x="939" y="18046"/>
                    </a:lnTo>
                    <a:lnTo>
                      <a:pt x="939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3" name="Google Shape;3853;p71"/>
              <p:cNvSpPr/>
              <p:nvPr/>
            </p:nvSpPr>
            <p:spPr>
              <a:xfrm>
                <a:off x="9182231" y="2880726"/>
                <a:ext cx="237025" cy="17824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110" extrusionOk="0">
                    <a:moveTo>
                      <a:pt x="0" y="1"/>
                    </a:moveTo>
                    <a:lnTo>
                      <a:pt x="0" y="299"/>
                    </a:lnTo>
                    <a:cubicBezTo>
                      <a:pt x="0" y="768"/>
                      <a:pt x="384" y="1110"/>
                      <a:pt x="811" y="1110"/>
                    </a:cubicBezTo>
                    <a:lnTo>
                      <a:pt x="13993" y="1110"/>
                    </a:lnTo>
                    <a:cubicBezTo>
                      <a:pt x="14419" y="1110"/>
                      <a:pt x="14761" y="768"/>
                      <a:pt x="14761" y="299"/>
                    </a:cubicBezTo>
                    <a:lnTo>
                      <a:pt x="14761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4" name="Google Shape;3854;p71"/>
              <p:cNvSpPr/>
              <p:nvPr/>
            </p:nvSpPr>
            <p:spPr>
              <a:xfrm>
                <a:off x="9182231" y="3152676"/>
                <a:ext cx="237025" cy="30172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879" extrusionOk="0">
                    <a:moveTo>
                      <a:pt x="1024" y="1"/>
                    </a:moveTo>
                    <a:cubicBezTo>
                      <a:pt x="469" y="1"/>
                      <a:pt x="0" y="470"/>
                      <a:pt x="0" y="1025"/>
                    </a:cubicBezTo>
                    <a:lnTo>
                      <a:pt x="0" y="1878"/>
                    </a:lnTo>
                    <a:lnTo>
                      <a:pt x="14761" y="1878"/>
                    </a:lnTo>
                    <a:lnTo>
                      <a:pt x="14761" y="1025"/>
                    </a:lnTo>
                    <a:cubicBezTo>
                      <a:pt x="14761" y="470"/>
                      <a:pt x="14334" y="1"/>
                      <a:pt x="13737" y="1"/>
                    </a:cubicBez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5" name="Google Shape;3855;p71"/>
              <p:cNvSpPr/>
              <p:nvPr/>
            </p:nvSpPr>
            <p:spPr>
              <a:xfrm>
                <a:off x="9180175" y="2803313"/>
                <a:ext cx="254158" cy="68533"/>
              </a:xfrm>
              <a:custGeom>
                <a:avLst/>
                <a:gdLst/>
                <a:ahLst/>
                <a:cxnLst/>
                <a:rect l="l" t="t" r="r" b="b"/>
                <a:pathLst>
                  <a:path w="15828" h="4268" extrusionOk="0">
                    <a:moveTo>
                      <a:pt x="7892" y="1"/>
                    </a:moveTo>
                    <a:cubicBezTo>
                      <a:pt x="3882" y="1"/>
                      <a:pt x="555" y="1835"/>
                      <a:pt x="0" y="4267"/>
                    </a:cubicBezTo>
                    <a:lnTo>
                      <a:pt x="15827" y="4267"/>
                    </a:lnTo>
                    <a:cubicBezTo>
                      <a:pt x="15230" y="1835"/>
                      <a:pt x="11902" y="1"/>
                      <a:pt x="7892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6" name="Google Shape;3856;p71"/>
              <p:cNvSpPr/>
              <p:nvPr/>
            </p:nvSpPr>
            <p:spPr>
              <a:xfrm>
                <a:off x="9296624" y="2771118"/>
                <a:ext cx="20570" cy="35648"/>
              </a:xfrm>
              <a:custGeom>
                <a:avLst/>
                <a:gdLst/>
                <a:ahLst/>
                <a:cxnLst/>
                <a:rect l="l" t="t" r="r" b="b"/>
                <a:pathLst>
                  <a:path w="1281" h="2220" extrusionOk="0">
                    <a:moveTo>
                      <a:pt x="640" y="1"/>
                    </a:moveTo>
                    <a:cubicBezTo>
                      <a:pt x="320" y="1"/>
                      <a:pt x="0" y="257"/>
                      <a:pt x="0" y="769"/>
                    </a:cubicBezTo>
                    <a:lnTo>
                      <a:pt x="0" y="2219"/>
                    </a:lnTo>
                    <a:lnTo>
                      <a:pt x="1280" y="2219"/>
                    </a:lnTo>
                    <a:lnTo>
                      <a:pt x="1280" y="769"/>
                    </a:lnTo>
                    <a:cubicBezTo>
                      <a:pt x="1280" y="257"/>
                      <a:pt x="960" y="1"/>
                      <a:pt x="640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7" name="Google Shape;3857;p71"/>
              <p:cNvSpPr/>
              <p:nvPr/>
            </p:nvSpPr>
            <p:spPr>
              <a:xfrm>
                <a:off x="9141124" y="2856062"/>
                <a:ext cx="319239" cy="28791"/>
              </a:xfrm>
              <a:custGeom>
                <a:avLst/>
                <a:gdLst/>
                <a:ahLst/>
                <a:cxnLst/>
                <a:rect l="l" t="t" r="r" b="b"/>
                <a:pathLst>
                  <a:path w="19881" h="1793" extrusionOk="0">
                    <a:moveTo>
                      <a:pt x="1707" y="1"/>
                    </a:moveTo>
                    <a:cubicBezTo>
                      <a:pt x="1" y="1"/>
                      <a:pt x="1" y="1793"/>
                      <a:pt x="1707" y="1793"/>
                    </a:cubicBezTo>
                    <a:lnTo>
                      <a:pt x="18217" y="1793"/>
                    </a:lnTo>
                    <a:cubicBezTo>
                      <a:pt x="19880" y="1793"/>
                      <a:pt x="19880" y="1"/>
                      <a:pt x="18217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8" name="Google Shape;3858;p71"/>
              <p:cNvSpPr/>
              <p:nvPr/>
            </p:nvSpPr>
            <p:spPr>
              <a:xfrm>
                <a:off x="9152091" y="3174611"/>
                <a:ext cx="301415" cy="30156"/>
              </a:xfrm>
              <a:custGeom>
                <a:avLst/>
                <a:gdLst/>
                <a:ahLst/>
                <a:cxnLst/>
                <a:rect l="l" t="t" r="r" b="b"/>
                <a:pathLst>
                  <a:path w="18771" h="1878" extrusionOk="0">
                    <a:moveTo>
                      <a:pt x="1024" y="0"/>
                    </a:moveTo>
                    <a:cubicBezTo>
                      <a:pt x="0" y="0"/>
                      <a:pt x="0" y="1877"/>
                      <a:pt x="1024" y="1877"/>
                    </a:cubicBezTo>
                    <a:lnTo>
                      <a:pt x="17534" y="1877"/>
                    </a:lnTo>
                    <a:cubicBezTo>
                      <a:pt x="18771" y="1877"/>
                      <a:pt x="18771" y="0"/>
                      <a:pt x="17534" y="0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9" name="Google Shape;3859;p71"/>
              <p:cNvSpPr/>
              <p:nvPr/>
            </p:nvSpPr>
            <p:spPr>
              <a:xfrm>
                <a:off x="9215101" y="2803281"/>
                <a:ext cx="197989" cy="42584"/>
              </a:xfrm>
              <a:custGeom>
                <a:avLst/>
                <a:gdLst/>
                <a:ahLst/>
                <a:cxnLst/>
                <a:rect l="l" t="t" r="r" b="b"/>
                <a:pathLst>
                  <a:path w="12330" h="2652" extrusionOk="0">
                    <a:moveTo>
                      <a:pt x="5486" y="0"/>
                    </a:moveTo>
                    <a:cubicBezTo>
                      <a:pt x="3561" y="0"/>
                      <a:pt x="1683" y="512"/>
                      <a:pt x="1" y="1496"/>
                    </a:cubicBezTo>
                    <a:cubicBezTo>
                      <a:pt x="2270" y="2266"/>
                      <a:pt x="4655" y="2651"/>
                      <a:pt x="7010" y="2651"/>
                    </a:cubicBezTo>
                    <a:cubicBezTo>
                      <a:pt x="7134" y="2651"/>
                      <a:pt x="7257" y="2650"/>
                      <a:pt x="7381" y="2648"/>
                    </a:cubicBezTo>
                    <a:cubicBezTo>
                      <a:pt x="9045" y="2648"/>
                      <a:pt x="10709" y="2477"/>
                      <a:pt x="12330" y="2179"/>
                    </a:cubicBezTo>
                    <a:cubicBezTo>
                      <a:pt x="10879" y="856"/>
                      <a:pt x="8490" y="3"/>
                      <a:pt x="5717" y="3"/>
                    </a:cubicBezTo>
                    <a:cubicBezTo>
                      <a:pt x="5640" y="1"/>
                      <a:pt x="5563" y="0"/>
                      <a:pt x="5486" y="0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0" name="Google Shape;3860;p71"/>
              <p:cNvSpPr/>
              <p:nvPr/>
            </p:nvSpPr>
            <p:spPr>
              <a:xfrm>
                <a:off x="9150710" y="2856062"/>
                <a:ext cx="300741" cy="14516"/>
              </a:xfrm>
              <a:custGeom>
                <a:avLst/>
                <a:gdLst/>
                <a:ahLst/>
                <a:cxnLst/>
                <a:rect l="l" t="t" r="r" b="b"/>
                <a:pathLst>
                  <a:path w="18729" h="904" extrusionOk="0">
                    <a:moveTo>
                      <a:pt x="1110" y="1"/>
                    </a:moveTo>
                    <a:cubicBezTo>
                      <a:pt x="683" y="1"/>
                      <a:pt x="257" y="129"/>
                      <a:pt x="1" y="470"/>
                    </a:cubicBezTo>
                    <a:cubicBezTo>
                      <a:pt x="231" y="738"/>
                      <a:pt x="598" y="903"/>
                      <a:pt x="979" y="903"/>
                    </a:cubicBezTo>
                    <a:cubicBezTo>
                      <a:pt x="1023" y="903"/>
                      <a:pt x="1066" y="901"/>
                      <a:pt x="1110" y="897"/>
                    </a:cubicBezTo>
                    <a:lnTo>
                      <a:pt x="17620" y="897"/>
                    </a:lnTo>
                    <a:cubicBezTo>
                      <a:pt x="17659" y="901"/>
                      <a:pt x="17698" y="903"/>
                      <a:pt x="17738" y="903"/>
                    </a:cubicBezTo>
                    <a:cubicBezTo>
                      <a:pt x="18089" y="903"/>
                      <a:pt x="18461" y="738"/>
                      <a:pt x="18729" y="470"/>
                    </a:cubicBezTo>
                    <a:cubicBezTo>
                      <a:pt x="18430" y="129"/>
                      <a:pt x="18004" y="1"/>
                      <a:pt x="17620" y="1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1" name="Google Shape;3861;p71"/>
              <p:cNvSpPr/>
              <p:nvPr/>
            </p:nvSpPr>
            <p:spPr>
              <a:xfrm>
                <a:off x="9158257" y="3174498"/>
                <a:ext cx="289083" cy="13826"/>
              </a:xfrm>
              <a:custGeom>
                <a:avLst/>
                <a:gdLst/>
                <a:ahLst/>
                <a:cxnLst/>
                <a:rect l="l" t="t" r="r" b="b"/>
                <a:pathLst>
                  <a:path w="18003" h="861" extrusionOk="0">
                    <a:moveTo>
                      <a:pt x="17253" y="1"/>
                    </a:moveTo>
                    <a:cubicBezTo>
                      <a:pt x="17219" y="1"/>
                      <a:pt x="17184" y="3"/>
                      <a:pt x="17150" y="7"/>
                    </a:cubicBezTo>
                    <a:lnTo>
                      <a:pt x="640" y="7"/>
                    </a:lnTo>
                    <a:cubicBezTo>
                      <a:pt x="341" y="7"/>
                      <a:pt x="85" y="178"/>
                      <a:pt x="0" y="434"/>
                    </a:cubicBezTo>
                    <a:cubicBezTo>
                      <a:pt x="85" y="690"/>
                      <a:pt x="341" y="860"/>
                      <a:pt x="640" y="860"/>
                    </a:cubicBezTo>
                    <a:lnTo>
                      <a:pt x="17150" y="860"/>
                    </a:lnTo>
                    <a:cubicBezTo>
                      <a:pt x="17491" y="860"/>
                      <a:pt x="17790" y="690"/>
                      <a:pt x="18003" y="434"/>
                    </a:cubicBezTo>
                    <a:cubicBezTo>
                      <a:pt x="17811" y="166"/>
                      <a:pt x="17551" y="1"/>
                      <a:pt x="17253" y="1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2" name="Google Shape;3862;p71"/>
              <p:cNvSpPr/>
              <p:nvPr/>
            </p:nvSpPr>
            <p:spPr>
              <a:xfrm>
                <a:off x="9187016" y="3174611"/>
                <a:ext cx="79485" cy="13713"/>
              </a:xfrm>
              <a:custGeom>
                <a:avLst/>
                <a:gdLst/>
                <a:ahLst/>
                <a:cxnLst/>
                <a:rect l="l" t="t" r="r" b="b"/>
                <a:pathLst>
                  <a:path w="4950" h="854" extrusionOk="0">
                    <a:moveTo>
                      <a:pt x="214" y="0"/>
                    </a:moveTo>
                    <a:cubicBezTo>
                      <a:pt x="129" y="0"/>
                      <a:pt x="86" y="171"/>
                      <a:pt x="43" y="427"/>
                    </a:cubicBezTo>
                    <a:cubicBezTo>
                      <a:pt x="1" y="640"/>
                      <a:pt x="129" y="853"/>
                      <a:pt x="214" y="853"/>
                    </a:cubicBezTo>
                    <a:lnTo>
                      <a:pt x="4693" y="853"/>
                    </a:lnTo>
                    <a:cubicBezTo>
                      <a:pt x="4821" y="853"/>
                      <a:pt x="4907" y="640"/>
                      <a:pt x="4949" y="427"/>
                    </a:cubicBezTo>
                    <a:cubicBezTo>
                      <a:pt x="4907" y="171"/>
                      <a:pt x="4821" y="0"/>
                      <a:pt x="4693" y="0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3" name="Google Shape;3863;p71"/>
              <p:cNvSpPr/>
              <p:nvPr/>
            </p:nvSpPr>
            <p:spPr>
              <a:xfrm>
                <a:off x="9277436" y="3031426"/>
                <a:ext cx="40433" cy="80175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4993" extrusionOk="0">
                    <a:moveTo>
                      <a:pt x="2219" y="1"/>
                    </a:moveTo>
                    <a:lnTo>
                      <a:pt x="598" y="172"/>
                    </a:lnTo>
                    <a:cubicBezTo>
                      <a:pt x="385" y="172"/>
                      <a:pt x="214" y="342"/>
                      <a:pt x="172" y="556"/>
                    </a:cubicBezTo>
                    <a:cubicBezTo>
                      <a:pt x="129" y="1665"/>
                      <a:pt x="44" y="2817"/>
                      <a:pt x="1" y="3840"/>
                    </a:cubicBezTo>
                    <a:cubicBezTo>
                      <a:pt x="257" y="4523"/>
                      <a:pt x="641" y="4992"/>
                      <a:pt x="1068" y="4992"/>
                    </a:cubicBezTo>
                    <a:cubicBezTo>
                      <a:pt x="1835" y="4992"/>
                      <a:pt x="2518" y="3371"/>
                      <a:pt x="2518" y="1323"/>
                    </a:cubicBezTo>
                    <a:cubicBezTo>
                      <a:pt x="2518" y="897"/>
                      <a:pt x="2475" y="428"/>
                      <a:pt x="2390" y="1"/>
                    </a:cubicBezTo>
                    <a:close/>
                  </a:path>
                </a:pathLst>
              </a:custGeom>
              <a:solidFill>
                <a:srgbClr val="F7D8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4" name="Google Shape;3864;p71"/>
              <p:cNvSpPr/>
              <p:nvPr/>
            </p:nvSpPr>
            <p:spPr>
              <a:xfrm>
                <a:off x="9277436" y="2974582"/>
                <a:ext cx="40433" cy="47900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2983" extrusionOk="0">
                    <a:moveTo>
                      <a:pt x="1409" y="0"/>
                    </a:moveTo>
                    <a:cubicBezTo>
                      <a:pt x="684" y="0"/>
                      <a:pt x="86" y="1024"/>
                      <a:pt x="1" y="2346"/>
                    </a:cubicBezTo>
                    <a:cubicBezTo>
                      <a:pt x="214" y="2645"/>
                      <a:pt x="556" y="2858"/>
                      <a:pt x="940" y="2944"/>
                    </a:cubicBezTo>
                    <a:cubicBezTo>
                      <a:pt x="1039" y="2970"/>
                      <a:pt x="1134" y="2982"/>
                      <a:pt x="1223" y="2982"/>
                    </a:cubicBezTo>
                    <a:cubicBezTo>
                      <a:pt x="2013" y="2982"/>
                      <a:pt x="2403" y="2020"/>
                      <a:pt x="2518" y="1024"/>
                    </a:cubicBezTo>
                    <a:cubicBezTo>
                      <a:pt x="2219" y="384"/>
                      <a:pt x="1835" y="0"/>
                      <a:pt x="1409" y="0"/>
                    </a:cubicBezTo>
                    <a:close/>
                  </a:path>
                </a:pathLst>
              </a:custGeom>
              <a:solidFill>
                <a:srgbClr val="FFAD6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5" name="Google Shape;3865;p71"/>
              <p:cNvSpPr/>
              <p:nvPr/>
            </p:nvSpPr>
            <p:spPr>
              <a:xfrm>
                <a:off x="9284983" y="2993065"/>
                <a:ext cx="24680" cy="28582"/>
              </a:xfrm>
              <a:custGeom>
                <a:avLst/>
                <a:gdLst/>
                <a:ahLst/>
                <a:cxnLst/>
                <a:rect l="l" t="t" r="r" b="b"/>
                <a:pathLst>
                  <a:path w="1537" h="1780" extrusionOk="0">
                    <a:moveTo>
                      <a:pt x="853" y="1"/>
                    </a:moveTo>
                    <a:cubicBezTo>
                      <a:pt x="427" y="1"/>
                      <a:pt x="86" y="598"/>
                      <a:pt x="0" y="1409"/>
                    </a:cubicBezTo>
                    <a:cubicBezTo>
                      <a:pt x="171" y="1579"/>
                      <a:pt x="384" y="1707"/>
                      <a:pt x="598" y="1750"/>
                    </a:cubicBezTo>
                    <a:cubicBezTo>
                      <a:pt x="667" y="1770"/>
                      <a:pt x="732" y="1779"/>
                      <a:pt x="793" y="1779"/>
                    </a:cubicBezTo>
                    <a:cubicBezTo>
                      <a:pt x="1252" y="1779"/>
                      <a:pt x="1461" y="1239"/>
                      <a:pt x="1536" y="598"/>
                    </a:cubicBezTo>
                    <a:cubicBezTo>
                      <a:pt x="1365" y="214"/>
                      <a:pt x="1152" y="1"/>
                      <a:pt x="853" y="1"/>
                    </a:cubicBezTo>
                    <a:close/>
                  </a:path>
                </a:pathLst>
              </a:custGeom>
              <a:solidFill>
                <a:srgbClr val="F2D3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6" name="Google Shape;3866;p71"/>
              <p:cNvSpPr/>
              <p:nvPr/>
            </p:nvSpPr>
            <p:spPr>
              <a:xfrm>
                <a:off x="9278817" y="3075279"/>
                <a:ext cx="26736" cy="19189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1195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86" y="683"/>
                      <a:pt x="427" y="1195"/>
                      <a:pt x="854" y="1195"/>
                    </a:cubicBezTo>
                    <a:cubicBezTo>
                      <a:pt x="1237" y="1195"/>
                      <a:pt x="1579" y="726"/>
                      <a:pt x="1664" y="128"/>
                    </a:cubicBezTo>
                    <a:lnTo>
                      <a:pt x="1664" y="128"/>
                    </a:lnTo>
                    <a:cubicBezTo>
                      <a:pt x="1493" y="384"/>
                      <a:pt x="1195" y="555"/>
                      <a:pt x="854" y="555"/>
                    </a:cubicBezTo>
                    <a:cubicBezTo>
                      <a:pt x="512" y="512"/>
                      <a:pt x="171" y="342"/>
                      <a:pt x="0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7" name="Google Shape;3867;p71"/>
              <p:cNvSpPr/>
              <p:nvPr/>
            </p:nvSpPr>
            <p:spPr>
              <a:xfrm>
                <a:off x="9293879" y="3036918"/>
                <a:ext cx="26045" cy="20586"/>
              </a:xfrm>
              <a:custGeom>
                <a:avLst/>
                <a:gdLst/>
                <a:ahLst/>
                <a:cxnLst/>
                <a:rect l="l" t="t" r="r" b="b"/>
                <a:pathLst>
                  <a:path w="1622" h="1282" extrusionOk="0">
                    <a:moveTo>
                      <a:pt x="1579" y="0"/>
                    </a:moveTo>
                    <a:lnTo>
                      <a:pt x="1579" y="0"/>
                    </a:lnTo>
                    <a:cubicBezTo>
                      <a:pt x="1451" y="299"/>
                      <a:pt x="1195" y="555"/>
                      <a:pt x="897" y="726"/>
                    </a:cubicBezTo>
                    <a:cubicBezTo>
                      <a:pt x="802" y="753"/>
                      <a:pt x="699" y="767"/>
                      <a:pt x="596" y="767"/>
                    </a:cubicBezTo>
                    <a:cubicBezTo>
                      <a:pt x="372" y="767"/>
                      <a:pt x="147" y="701"/>
                      <a:pt x="1" y="555"/>
                    </a:cubicBezTo>
                    <a:lnTo>
                      <a:pt x="1" y="555"/>
                    </a:lnTo>
                    <a:cubicBezTo>
                      <a:pt x="141" y="976"/>
                      <a:pt x="455" y="1282"/>
                      <a:pt x="776" y="1282"/>
                    </a:cubicBezTo>
                    <a:cubicBezTo>
                      <a:pt x="845" y="1282"/>
                      <a:pt x="914" y="1268"/>
                      <a:pt x="982" y="1237"/>
                    </a:cubicBezTo>
                    <a:cubicBezTo>
                      <a:pt x="1409" y="981"/>
                      <a:pt x="1622" y="512"/>
                      <a:pt x="1579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8" name="Google Shape;3868;p71"/>
              <p:cNvSpPr/>
              <p:nvPr/>
            </p:nvSpPr>
            <p:spPr>
              <a:xfrm>
                <a:off x="9208934" y="2856062"/>
                <a:ext cx="85651" cy="14404"/>
              </a:xfrm>
              <a:custGeom>
                <a:avLst/>
                <a:gdLst/>
                <a:ahLst/>
                <a:cxnLst/>
                <a:rect l="l" t="t" r="r" b="b"/>
                <a:pathLst>
                  <a:path w="5334" h="897" extrusionOk="0">
                    <a:moveTo>
                      <a:pt x="300" y="1"/>
                    </a:moveTo>
                    <a:cubicBezTo>
                      <a:pt x="129" y="1"/>
                      <a:pt x="44" y="214"/>
                      <a:pt x="1" y="470"/>
                    </a:cubicBezTo>
                    <a:cubicBezTo>
                      <a:pt x="44" y="726"/>
                      <a:pt x="129" y="897"/>
                      <a:pt x="300" y="897"/>
                    </a:cubicBezTo>
                    <a:lnTo>
                      <a:pt x="5035" y="897"/>
                    </a:lnTo>
                    <a:cubicBezTo>
                      <a:pt x="5163" y="897"/>
                      <a:pt x="5291" y="726"/>
                      <a:pt x="5334" y="470"/>
                    </a:cubicBezTo>
                    <a:cubicBezTo>
                      <a:pt x="5291" y="214"/>
                      <a:pt x="5163" y="1"/>
                      <a:pt x="5035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9" name="Google Shape;3869;p71"/>
              <p:cNvSpPr/>
              <p:nvPr/>
            </p:nvSpPr>
            <p:spPr>
              <a:xfrm>
                <a:off x="9312377" y="2856062"/>
                <a:ext cx="52765" cy="14404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897" extrusionOk="0">
                    <a:moveTo>
                      <a:pt x="214" y="1"/>
                    </a:moveTo>
                    <a:cubicBezTo>
                      <a:pt x="129" y="1"/>
                      <a:pt x="86" y="214"/>
                      <a:pt x="43" y="470"/>
                    </a:cubicBezTo>
                    <a:cubicBezTo>
                      <a:pt x="1" y="726"/>
                      <a:pt x="129" y="897"/>
                      <a:pt x="214" y="897"/>
                    </a:cubicBezTo>
                    <a:lnTo>
                      <a:pt x="3072" y="897"/>
                    </a:lnTo>
                    <a:cubicBezTo>
                      <a:pt x="3158" y="897"/>
                      <a:pt x="3243" y="726"/>
                      <a:pt x="3243" y="470"/>
                    </a:cubicBezTo>
                    <a:cubicBezTo>
                      <a:pt x="3286" y="214"/>
                      <a:pt x="3158" y="1"/>
                      <a:pt x="3072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0" name="Google Shape;3870;p71"/>
              <p:cNvSpPr/>
              <p:nvPr/>
            </p:nvSpPr>
            <p:spPr>
              <a:xfrm>
                <a:off x="9339097" y="2819499"/>
                <a:ext cx="47289" cy="17422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1085" extrusionOk="0">
                    <a:moveTo>
                      <a:pt x="845" y="1"/>
                    </a:moveTo>
                    <a:cubicBezTo>
                      <a:pt x="387" y="1"/>
                      <a:pt x="73" y="96"/>
                      <a:pt x="43" y="273"/>
                    </a:cubicBezTo>
                    <a:cubicBezTo>
                      <a:pt x="0" y="529"/>
                      <a:pt x="555" y="870"/>
                      <a:pt x="1366" y="998"/>
                    </a:cubicBezTo>
                    <a:cubicBezTo>
                      <a:pt x="1644" y="1057"/>
                      <a:pt x="1907" y="1085"/>
                      <a:pt x="2134" y="1085"/>
                    </a:cubicBezTo>
                    <a:cubicBezTo>
                      <a:pt x="2569" y="1085"/>
                      <a:pt x="2873" y="981"/>
                      <a:pt x="2901" y="785"/>
                    </a:cubicBezTo>
                    <a:cubicBezTo>
                      <a:pt x="2944" y="529"/>
                      <a:pt x="2347" y="230"/>
                      <a:pt x="1536" y="59"/>
                    </a:cubicBezTo>
                    <a:cubicBezTo>
                      <a:pt x="1285" y="20"/>
                      <a:pt x="1051" y="1"/>
                      <a:pt x="845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1" name="Google Shape;3871;p71"/>
              <p:cNvSpPr/>
              <p:nvPr/>
            </p:nvSpPr>
            <p:spPr>
              <a:xfrm>
                <a:off x="9306901" y="2808805"/>
                <a:ext cx="30846" cy="10293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641" extrusionOk="0">
                    <a:moveTo>
                      <a:pt x="939" y="0"/>
                    </a:moveTo>
                    <a:cubicBezTo>
                      <a:pt x="384" y="0"/>
                      <a:pt x="0" y="171"/>
                      <a:pt x="0" y="342"/>
                    </a:cubicBezTo>
                    <a:cubicBezTo>
                      <a:pt x="0" y="512"/>
                      <a:pt x="427" y="640"/>
                      <a:pt x="939" y="640"/>
                    </a:cubicBezTo>
                    <a:cubicBezTo>
                      <a:pt x="1494" y="640"/>
                      <a:pt x="1920" y="469"/>
                      <a:pt x="1920" y="299"/>
                    </a:cubicBezTo>
                    <a:cubicBezTo>
                      <a:pt x="1920" y="128"/>
                      <a:pt x="1451" y="0"/>
                      <a:pt x="939" y="0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872" name="Google Shape;3872;p71"/>
          <p:cNvGrpSpPr/>
          <p:nvPr/>
        </p:nvGrpSpPr>
        <p:grpSpPr>
          <a:xfrm>
            <a:off x="1776493" y="2075968"/>
            <a:ext cx="416626" cy="230826"/>
            <a:chOff x="903075" y="2730000"/>
            <a:chExt cx="475275" cy="263350"/>
          </a:xfrm>
        </p:grpSpPr>
        <p:sp>
          <p:nvSpPr>
            <p:cNvPr id="3873" name="Google Shape;3873;p71"/>
            <p:cNvSpPr/>
            <p:nvPr/>
          </p:nvSpPr>
          <p:spPr>
            <a:xfrm>
              <a:off x="986725" y="2807325"/>
              <a:ext cx="308000" cy="108800"/>
            </a:xfrm>
            <a:custGeom>
              <a:avLst/>
              <a:gdLst/>
              <a:ahLst/>
              <a:cxnLst/>
              <a:rect l="l" t="t" r="r" b="b"/>
              <a:pathLst>
                <a:path w="12320" h="4352" extrusionOk="0">
                  <a:moveTo>
                    <a:pt x="6161" y="482"/>
                  </a:moveTo>
                  <a:cubicBezTo>
                    <a:pt x="6845" y="482"/>
                    <a:pt x="7462" y="894"/>
                    <a:pt x="7724" y="1527"/>
                  </a:cubicBezTo>
                  <a:cubicBezTo>
                    <a:pt x="7986" y="2159"/>
                    <a:pt x="7838" y="2888"/>
                    <a:pt x="7357" y="3370"/>
                  </a:cubicBezTo>
                  <a:cubicBezTo>
                    <a:pt x="7032" y="3694"/>
                    <a:pt x="6599" y="3866"/>
                    <a:pt x="6158" y="3866"/>
                  </a:cubicBezTo>
                  <a:cubicBezTo>
                    <a:pt x="5940" y="3866"/>
                    <a:pt x="5720" y="3824"/>
                    <a:pt x="5511" y="3737"/>
                  </a:cubicBezTo>
                  <a:cubicBezTo>
                    <a:pt x="4881" y="3475"/>
                    <a:pt x="4469" y="2858"/>
                    <a:pt x="4469" y="2174"/>
                  </a:cubicBezTo>
                  <a:cubicBezTo>
                    <a:pt x="4469" y="1241"/>
                    <a:pt x="5225" y="482"/>
                    <a:pt x="6161" y="482"/>
                  </a:cubicBezTo>
                  <a:close/>
                  <a:moveTo>
                    <a:pt x="1418" y="0"/>
                  </a:moveTo>
                  <a:cubicBezTo>
                    <a:pt x="1220" y="684"/>
                    <a:pt x="684" y="1220"/>
                    <a:pt x="0" y="1415"/>
                  </a:cubicBezTo>
                  <a:lnTo>
                    <a:pt x="0" y="2933"/>
                  </a:lnTo>
                  <a:cubicBezTo>
                    <a:pt x="684" y="3129"/>
                    <a:pt x="1220" y="3665"/>
                    <a:pt x="1418" y="4351"/>
                  </a:cubicBezTo>
                  <a:lnTo>
                    <a:pt x="10904" y="4351"/>
                  </a:lnTo>
                  <a:cubicBezTo>
                    <a:pt x="11100" y="3665"/>
                    <a:pt x="11636" y="3129"/>
                    <a:pt x="12319" y="2933"/>
                  </a:cubicBezTo>
                  <a:lnTo>
                    <a:pt x="12319" y="1415"/>
                  </a:lnTo>
                  <a:cubicBezTo>
                    <a:pt x="11636" y="1220"/>
                    <a:pt x="11100" y="684"/>
                    <a:pt x="109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874" name="Google Shape;3874;p71"/>
            <p:cNvSpPr/>
            <p:nvPr/>
          </p:nvSpPr>
          <p:spPr>
            <a:xfrm>
              <a:off x="1126675" y="2847600"/>
              <a:ext cx="28100" cy="28175"/>
            </a:xfrm>
            <a:custGeom>
              <a:avLst/>
              <a:gdLst/>
              <a:ahLst/>
              <a:cxnLst/>
              <a:rect l="l" t="t" r="r" b="b"/>
              <a:pathLst>
                <a:path w="1124" h="1127" extrusionOk="0">
                  <a:moveTo>
                    <a:pt x="563" y="0"/>
                  </a:moveTo>
                  <a:cubicBezTo>
                    <a:pt x="250" y="0"/>
                    <a:pt x="0" y="253"/>
                    <a:pt x="0" y="563"/>
                  </a:cubicBezTo>
                  <a:cubicBezTo>
                    <a:pt x="0" y="873"/>
                    <a:pt x="250" y="1126"/>
                    <a:pt x="563" y="1126"/>
                  </a:cubicBezTo>
                  <a:cubicBezTo>
                    <a:pt x="873" y="1126"/>
                    <a:pt x="1123" y="873"/>
                    <a:pt x="1123" y="563"/>
                  </a:cubicBezTo>
                  <a:cubicBezTo>
                    <a:pt x="1123" y="253"/>
                    <a:pt x="873" y="0"/>
                    <a:pt x="5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875" name="Google Shape;3875;p71"/>
            <p:cNvSpPr/>
            <p:nvPr/>
          </p:nvSpPr>
          <p:spPr>
            <a:xfrm>
              <a:off x="903075" y="2730000"/>
              <a:ext cx="475275" cy="263350"/>
            </a:xfrm>
            <a:custGeom>
              <a:avLst/>
              <a:gdLst/>
              <a:ahLst/>
              <a:cxnLst/>
              <a:rect l="l" t="t" r="r" b="b"/>
              <a:pathLst>
                <a:path w="19011" h="10534" extrusionOk="0">
                  <a:moveTo>
                    <a:pt x="14735" y="1964"/>
                  </a:moveTo>
                  <a:cubicBezTo>
                    <a:pt x="15045" y="1964"/>
                    <a:pt x="15298" y="2217"/>
                    <a:pt x="15298" y="2530"/>
                  </a:cubicBezTo>
                  <a:cubicBezTo>
                    <a:pt x="15298" y="3042"/>
                    <a:pt x="15716" y="3460"/>
                    <a:pt x="16231" y="3460"/>
                  </a:cubicBezTo>
                  <a:cubicBezTo>
                    <a:pt x="16541" y="3460"/>
                    <a:pt x="16794" y="3713"/>
                    <a:pt x="16794" y="4026"/>
                  </a:cubicBezTo>
                  <a:lnTo>
                    <a:pt x="16794" y="6511"/>
                  </a:lnTo>
                  <a:cubicBezTo>
                    <a:pt x="16794" y="6821"/>
                    <a:pt x="16541" y="7074"/>
                    <a:pt x="16231" y="7074"/>
                  </a:cubicBezTo>
                  <a:cubicBezTo>
                    <a:pt x="15716" y="7074"/>
                    <a:pt x="15298" y="7492"/>
                    <a:pt x="15298" y="8007"/>
                  </a:cubicBezTo>
                  <a:cubicBezTo>
                    <a:pt x="15298" y="8318"/>
                    <a:pt x="15045" y="8570"/>
                    <a:pt x="14735" y="8570"/>
                  </a:cubicBezTo>
                  <a:lnTo>
                    <a:pt x="4277" y="8570"/>
                  </a:lnTo>
                  <a:cubicBezTo>
                    <a:pt x="3966" y="8570"/>
                    <a:pt x="3714" y="8318"/>
                    <a:pt x="3714" y="8007"/>
                  </a:cubicBezTo>
                  <a:cubicBezTo>
                    <a:pt x="3714" y="7492"/>
                    <a:pt x="3295" y="7074"/>
                    <a:pt x="2783" y="7074"/>
                  </a:cubicBezTo>
                  <a:cubicBezTo>
                    <a:pt x="2470" y="7074"/>
                    <a:pt x="2217" y="6821"/>
                    <a:pt x="2217" y="6511"/>
                  </a:cubicBezTo>
                  <a:lnTo>
                    <a:pt x="2217" y="4026"/>
                  </a:lnTo>
                  <a:cubicBezTo>
                    <a:pt x="2217" y="3713"/>
                    <a:pt x="2470" y="3460"/>
                    <a:pt x="2783" y="3460"/>
                  </a:cubicBezTo>
                  <a:cubicBezTo>
                    <a:pt x="3295" y="3460"/>
                    <a:pt x="3714" y="3042"/>
                    <a:pt x="3714" y="2530"/>
                  </a:cubicBezTo>
                  <a:cubicBezTo>
                    <a:pt x="3714" y="2217"/>
                    <a:pt x="3966" y="1964"/>
                    <a:pt x="4277" y="1964"/>
                  </a:cubicBezTo>
                  <a:close/>
                  <a:moveTo>
                    <a:pt x="567" y="0"/>
                  </a:moveTo>
                  <a:cubicBezTo>
                    <a:pt x="254" y="0"/>
                    <a:pt x="1" y="253"/>
                    <a:pt x="1" y="567"/>
                  </a:cubicBezTo>
                  <a:lnTo>
                    <a:pt x="1" y="9968"/>
                  </a:lnTo>
                  <a:cubicBezTo>
                    <a:pt x="1" y="10281"/>
                    <a:pt x="254" y="10534"/>
                    <a:pt x="567" y="10534"/>
                  </a:cubicBezTo>
                  <a:lnTo>
                    <a:pt x="18445" y="10534"/>
                  </a:lnTo>
                  <a:cubicBezTo>
                    <a:pt x="18758" y="10534"/>
                    <a:pt x="19011" y="10281"/>
                    <a:pt x="19011" y="9968"/>
                  </a:cubicBezTo>
                  <a:lnTo>
                    <a:pt x="19011" y="567"/>
                  </a:lnTo>
                  <a:cubicBezTo>
                    <a:pt x="19011" y="253"/>
                    <a:pt x="18758" y="0"/>
                    <a:pt x="1844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3876" name="Google Shape;3876;p71"/>
          <p:cNvGrpSpPr/>
          <p:nvPr/>
        </p:nvGrpSpPr>
        <p:grpSpPr>
          <a:xfrm>
            <a:off x="4363683" y="1978500"/>
            <a:ext cx="416634" cy="416586"/>
            <a:chOff x="1492675" y="2620775"/>
            <a:chExt cx="481825" cy="481825"/>
          </a:xfrm>
        </p:grpSpPr>
        <p:sp>
          <p:nvSpPr>
            <p:cNvPr id="3877" name="Google Shape;3877;p71"/>
            <p:cNvSpPr/>
            <p:nvPr/>
          </p:nvSpPr>
          <p:spPr>
            <a:xfrm>
              <a:off x="1677125" y="2620775"/>
              <a:ext cx="112950" cy="113850"/>
            </a:xfrm>
            <a:custGeom>
              <a:avLst/>
              <a:gdLst/>
              <a:ahLst/>
              <a:cxnLst/>
              <a:rect l="l" t="t" r="r" b="b"/>
              <a:pathLst>
                <a:path w="4518" h="4554" extrusionOk="0">
                  <a:moveTo>
                    <a:pt x="2259" y="0"/>
                  </a:moveTo>
                  <a:cubicBezTo>
                    <a:pt x="1009" y="0"/>
                    <a:pt x="0" y="1048"/>
                    <a:pt x="0" y="2298"/>
                  </a:cubicBezTo>
                  <a:cubicBezTo>
                    <a:pt x="0" y="3544"/>
                    <a:pt x="1009" y="4553"/>
                    <a:pt x="2259" y="4553"/>
                  </a:cubicBezTo>
                  <a:cubicBezTo>
                    <a:pt x="3505" y="4553"/>
                    <a:pt x="4517" y="3544"/>
                    <a:pt x="4517" y="2298"/>
                  </a:cubicBezTo>
                  <a:cubicBezTo>
                    <a:pt x="4517" y="1048"/>
                    <a:pt x="3505" y="0"/>
                    <a:pt x="225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878" name="Google Shape;3878;p71"/>
            <p:cNvSpPr/>
            <p:nvPr/>
          </p:nvSpPr>
          <p:spPr>
            <a:xfrm>
              <a:off x="1492675" y="2734675"/>
              <a:ext cx="481825" cy="367925"/>
            </a:xfrm>
            <a:custGeom>
              <a:avLst/>
              <a:gdLst/>
              <a:ahLst/>
              <a:cxnLst/>
              <a:rect l="l" t="t" r="r" b="b"/>
              <a:pathLst>
                <a:path w="19273" h="14717" extrusionOk="0">
                  <a:moveTo>
                    <a:pt x="5120" y="4517"/>
                  </a:moveTo>
                  <a:cubicBezTo>
                    <a:pt x="5623" y="4517"/>
                    <a:pt x="5873" y="5122"/>
                    <a:pt x="5517" y="5481"/>
                  </a:cubicBezTo>
                  <a:cubicBezTo>
                    <a:pt x="5403" y="5595"/>
                    <a:pt x="5262" y="5647"/>
                    <a:pt x="5123" y="5647"/>
                  </a:cubicBezTo>
                  <a:cubicBezTo>
                    <a:pt x="4833" y="5647"/>
                    <a:pt x="4554" y="5421"/>
                    <a:pt x="4554" y="5080"/>
                  </a:cubicBezTo>
                  <a:cubicBezTo>
                    <a:pt x="4554" y="4767"/>
                    <a:pt x="4807" y="4517"/>
                    <a:pt x="5120" y="4517"/>
                  </a:cubicBezTo>
                  <a:close/>
                  <a:moveTo>
                    <a:pt x="3991" y="0"/>
                  </a:moveTo>
                  <a:cubicBezTo>
                    <a:pt x="3677" y="0"/>
                    <a:pt x="3425" y="250"/>
                    <a:pt x="3425" y="563"/>
                  </a:cubicBezTo>
                  <a:lnTo>
                    <a:pt x="3425" y="2572"/>
                  </a:lnTo>
                  <a:cubicBezTo>
                    <a:pt x="2455" y="3367"/>
                    <a:pt x="1750" y="4439"/>
                    <a:pt x="1401" y="5646"/>
                  </a:cubicBezTo>
                  <a:lnTo>
                    <a:pt x="564" y="5646"/>
                  </a:lnTo>
                  <a:cubicBezTo>
                    <a:pt x="251" y="5646"/>
                    <a:pt x="1" y="5896"/>
                    <a:pt x="1" y="6209"/>
                  </a:cubicBezTo>
                  <a:lnTo>
                    <a:pt x="1" y="9597"/>
                  </a:lnTo>
                  <a:cubicBezTo>
                    <a:pt x="1" y="9910"/>
                    <a:pt x="251" y="10163"/>
                    <a:pt x="564" y="10163"/>
                  </a:cubicBezTo>
                  <a:lnTo>
                    <a:pt x="1850" y="10163"/>
                  </a:lnTo>
                  <a:cubicBezTo>
                    <a:pt x="2446" y="11322"/>
                    <a:pt x="3391" y="12265"/>
                    <a:pt x="4554" y="12858"/>
                  </a:cubicBezTo>
                  <a:lnTo>
                    <a:pt x="4554" y="14153"/>
                  </a:lnTo>
                  <a:cubicBezTo>
                    <a:pt x="4554" y="14463"/>
                    <a:pt x="4807" y="14716"/>
                    <a:pt x="5120" y="14716"/>
                  </a:cubicBezTo>
                  <a:lnTo>
                    <a:pt x="7378" y="14716"/>
                  </a:lnTo>
                  <a:cubicBezTo>
                    <a:pt x="7688" y="14716"/>
                    <a:pt x="7941" y="14463"/>
                    <a:pt x="7941" y="14153"/>
                  </a:cubicBezTo>
                  <a:lnTo>
                    <a:pt x="7941" y="13551"/>
                  </a:lnTo>
                  <a:lnTo>
                    <a:pt x="11329" y="13551"/>
                  </a:lnTo>
                  <a:lnTo>
                    <a:pt x="11329" y="14153"/>
                  </a:lnTo>
                  <a:cubicBezTo>
                    <a:pt x="11329" y="14463"/>
                    <a:pt x="11582" y="14716"/>
                    <a:pt x="11895" y="14716"/>
                  </a:cubicBezTo>
                  <a:lnTo>
                    <a:pt x="14154" y="14716"/>
                  </a:lnTo>
                  <a:cubicBezTo>
                    <a:pt x="14464" y="14716"/>
                    <a:pt x="14717" y="14463"/>
                    <a:pt x="14717" y="14153"/>
                  </a:cubicBezTo>
                  <a:lnTo>
                    <a:pt x="14717" y="12864"/>
                  </a:lnTo>
                  <a:cubicBezTo>
                    <a:pt x="16647" y="11880"/>
                    <a:pt x="17945" y="9958"/>
                    <a:pt x="18107" y="7808"/>
                  </a:cubicBezTo>
                  <a:cubicBezTo>
                    <a:pt x="18800" y="7582"/>
                    <a:pt x="19270" y="6938"/>
                    <a:pt x="19273" y="6209"/>
                  </a:cubicBezTo>
                  <a:lnTo>
                    <a:pt x="19273" y="5080"/>
                  </a:lnTo>
                  <a:cubicBezTo>
                    <a:pt x="19273" y="4767"/>
                    <a:pt x="19020" y="4517"/>
                    <a:pt x="18707" y="4517"/>
                  </a:cubicBezTo>
                  <a:cubicBezTo>
                    <a:pt x="18393" y="4517"/>
                    <a:pt x="18144" y="4767"/>
                    <a:pt x="18144" y="5080"/>
                  </a:cubicBezTo>
                  <a:lnTo>
                    <a:pt x="18144" y="6209"/>
                  </a:lnTo>
                  <a:cubicBezTo>
                    <a:pt x="18141" y="6300"/>
                    <a:pt x="18116" y="6387"/>
                    <a:pt x="18074" y="6465"/>
                  </a:cubicBezTo>
                  <a:cubicBezTo>
                    <a:pt x="17647" y="3454"/>
                    <a:pt x="15021" y="1129"/>
                    <a:pt x="11895" y="1129"/>
                  </a:cubicBezTo>
                  <a:lnTo>
                    <a:pt x="7378" y="1129"/>
                  </a:lnTo>
                  <a:cubicBezTo>
                    <a:pt x="7020" y="1129"/>
                    <a:pt x="6665" y="1166"/>
                    <a:pt x="6315" y="1232"/>
                  </a:cubicBezTo>
                  <a:cubicBezTo>
                    <a:pt x="5788" y="464"/>
                    <a:pt x="4921" y="3"/>
                    <a:pt x="39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3879" name="Google Shape;3879;p71"/>
          <p:cNvGrpSpPr/>
          <p:nvPr/>
        </p:nvGrpSpPr>
        <p:grpSpPr>
          <a:xfrm>
            <a:off x="6950796" y="1983088"/>
            <a:ext cx="416651" cy="416586"/>
            <a:chOff x="2685825" y="840375"/>
            <a:chExt cx="481900" cy="481825"/>
          </a:xfrm>
        </p:grpSpPr>
        <p:sp>
          <p:nvSpPr>
            <p:cNvPr id="3880" name="Google Shape;3880;p71"/>
            <p:cNvSpPr/>
            <p:nvPr/>
          </p:nvSpPr>
          <p:spPr>
            <a:xfrm>
              <a:off x="2685825" y="840375"/>
              <a:ext cx="481900" cy="481825"/>
            </a:xfrm>
            <a:custGeom>
              <a:avLst/>
              <a:gdLst/>
              <a:ahLst/>
              <a:cxnLst/>
              <a:rect l="l" t="t" r="r" b="b"/>
              <a:pathLst>
                <a:path w="19276" h="19273" extrusionOk="0">
                  <a:moveTo>
                    <a:pt x="9600" y="4592"/>
                  </a:moveTo>
                  <a:cubicBezTo>
                    <a:pt x="12403" y="4592"/>
                    <a:pt x="14683" y="6872"/>
                    <a:pt x="14683" y="9675"/>
                  </a:cubicBezTo>
                  <a:cubicBezTo>
                    <a:pt x="14683" y="12476"/>
                    <a:pt x="12403" y="14755"/>
                    <a:pt x="9600" y="14755"/>
                  </a:cubicBezTo>
                  <a:cubicBezTo>
                    <a:pt x="6799" y="14755"/>
                    <a:pt x="4520" y="12476"/>
                    <a:pt x="4520" y="9675"/>
                  </a:cubicBezTo>
                  <a:cubicBezTo>
                    <a:pt x="4520" y="6872"/>
                    <a:pt x="6799" y="4592"/>
                    <a:pt x="9600" y="4592"/>
                  </a:cubicBezTo>
                  <a:close/>
                  <a:moveTo>
                    <a:pt x="8471" y="0"/>
                  </a:moveTo>
                  <a:cubicBezTo>
                    <a:pt x="8212" y="0"/>
                    <a:pt x="7986" y="175"/>
                    <a:pt x="7923" y="428"/>
                  </a:cubicBezTo>
                  <a:lnTo>
                    <a:pt x="7691" y="1427"/>
                  </a:lnTo>
                  <a:cubicBezTo>
                    <a:pt x="6778" y="1635"/>
                    <a:pt x="5908" y="1993"/>
                    <a:pt x="5116" y="2490"/>
                  </a:cubicBezTo>
                  <a:lnTo>
                    <a:pt x="4300" y="2002"/>
                  </a:lnTo>
                  <a:cubicBezTo>
                    <a:pt x="4210" y="1949"/>
                    <a:pt x="4110" y="1922"/>
                    <a:pt x="4010" y="1922"/>
                  </a:cubicBezTo>
                  <a:cubicBezTo>
                    <a:pt x="3864" y="1922"/>
                    <a:pt x="3719" y="1978"/>
                    <a:pt x="3611" y="2087"/>
                  </a:cubicBezTo>
                  <a:lnTo>
                    <a:pt x="2015" y="3683"/>
                  </a:lnTo>
                  <a:cubicBezTo>
                    <a:pt x="1831" y="3866"/>
                    <a:pt x="1798" y="4153"/>
                    <a:pt x="1930" y="4372"/>
                  </a:cubicBezTo>
                  <a:lnTo>
                    <a:pt x="2418" y="5188"/>
                  </a:lnTo>
                  <a:cubicBezTo>
                    <a:pt x="1921" y="5980"/>
                    <a:pt x="1563" y="6851"/>
                    <a:pt x="1355" y="7766"/>
                  </a:cubicBezTo>
                  <a:lnTo>
                    <a:pt x="431" y="7995"/>
                  </a:lnTo>
                  <a:cubicBezTo>
                    <a:pt x="178" y="8058"/>
                    <a:pt x="0" y="8284"/>
                    <a:pt x="3" y="8546"/>
                  </a:cubicBezTo>
                  <a:lnTo>
                    <a:pt x="3" y="10804"/>
                  </a:lnTo>
                  <a:cubicBezTo>
                    <a:pt x="0" y="11060"/>
                    <a:pt x="178" y="11286"/>
                    <a:pt x="428" y="11349"/>
                  </a:cubicBezTo>
                  <a:lnTo>
                    <a:pt x="1352" y="11581"/>
                  </a:lnTo>
                  <a:cubicBezTo>
                    <a:pt x="1560" y="12494"/>
                    <a:pt x="1921" y="13364"/>
                    <a:pt x="2418" y="14159"/>
                  </a:cubicBezTo>
                  <a:lnTo>
                    <a:pt x="1927" y="14972"/>
                  </a:lnTo>
                  <a:cubicBezTo>
                    <a:pt x="1795" y="15195"/>
                    <a:pt x="1831" y="15478"/>
                    <a:pt x="2012" y="15662"/>
                  </a:cubicBezTo>
                  <a:lnTo>
                    <a:pt x="3611" y="17261"/>
                  </a:lnTo>
                  <a:cubicBezTo>
                    <a:pt x="3720" y="17368"/>
                    <a:pt x="3864" y="17424"/>
                    <a:pt x="4011" y="17424"/>
                  </a:cubicBezTo>
                  <a:cubicBezTo>
                    <a:pt x="4110" y="17424"/>
                    <a:pt x="4210" y="17398"/>
                    <a:pt x="4300" y="17345"/>
                  </a:cubicBezTo>
                  <a:lnTo>
                    <a:pt x="5113" y="16854"/>
                  </a:lnTo>
                  <a:cubicBezTo>
                    <a:pt x="5908" y="17351"/>
                    <a:pt x="6778" y="17712"/>
                    <a:pt x="7691" y="17920"/>
                  </a:cubicBezTo>
                  <a:lnTo>
                    <a:pt x="7923" y="18844"/>
                  </a:lnTo>
                  <a:cubicBezTo>
                    <a:pt x="7983" y="19094"/>
                    <a:pt x="8212" y="19272"/>
                    <a:pt x="8471" y="19272"/>
                  </a:cubicBezTo>
                  <a:lnTo>
                    <a:pt x="10729" y="19272"/>
                  </a:lnTo>
                  <a:cubicBezTo>
                    <a:pt x="10988" y="19272"/>
                    <a:pt x="11214" y="19097"/>
                    <a:pt x="11277" y="18844"/>
                  </a:cubicBezTo>
                  <a:lnTo>
                    <a:pt x="11509" y="17920"/>
                  </a:lnTo>
                  <a:cubicBezTo>
                    <a:pt x="12421" y="17712"/>
                    <a:pt x="13292" y="17354"/>
                    <a:pt x="14084" y="16857"/>
                  </a:cubicBezTo>
                  <a:lnTo>
                    <a:pt x="14900" y="17345"/>
                  </a:lnTo>
                  <a:cubicBezTo>
                    <a:pt x="14989" y="17399"/>
                    <a:pt x="15090" y="17425"/>
                    <a:pt x="15190" y="17425"/>
                  </a:cubicBezTo>
                  <a:cubicBezTo>
                    <a:pt x="15336" y="17425"/>
                    <a:pt x="15480" y="17369"/>
                    <a:pt x="15589" y="17261"/>
                  </a:cubicBezTo>
                  <a:lnTo>
                    <a:pt x="17185" y="15665"/>
                  </a:lnTo>
                  <a:cubicBezTo>
                    <a:pt x="17369" y="15481"/>
                    <a:pt x="17402" y="15195"/>
                    <a:pt x="17270" y="14975"/>
                  </a:cubicBezTo>
                  <a:lnTo>
                    <a:pt x="16782" y="14159"/>
                  </a:lnTo>
                  <a:cubicBezTo>
                    <a:pt x="17279" y="13367"/>
                    <a:pt x="17637" y="12497"/>
                    <a:pt x="17845" y="11584"/>
                  </a:cubicBezTo>
                  <a:lnTo>
                    <a:pt x="18844" y="11352"/>
                  </a:lnTo>
                  <a:cubicBezTo>
                    <a:pt x="19097" y="11289"/>
                    <a:pt x="19275" y="11063"/>
                    <a:pt x="19275" y="10804"/>
                  </a:cubicBezTo>
                  <a:lnTo>
                    <a:pt x="19275" y="8546"/>
                  </a:lnTo>
                  <a:cubicBezTo>
                    <a:pt x="19275" y="8287"/>
                    <a:pt x="19097" y="8061"/>
                    <a:pt x="18847" y="7998"/>
                  </a:cubicBezTo>
                  <a:lnTo>
                    <a:pt x="17848" y="7766"/>
                  </a:lnTo>
                  <a:cubicBezTo>
                    <a:pt x="17640" y="6854"/>
                    <a:pt x="17279" y="5983"/>
                    <a:pt x="16782" y="5188"/>
                  </a:cubicBezTo>
                  <a:lnTo>
                    <a:pt x="17273" y="4375"/>
                  </a:lnTo>
                  <a:cubicBezTo>
                    <a:pt x="17405" y="4153"/>
                    <a:pt x="17369" y="3869"/>
                    <a:pt x="17188" y="3686"/>
                  </a:cubicBezTo>
                  <a:lnTo>
                    <a:pt x="15589" y="2090"/>
                  </a:lnTo>
                  <a:cubicBezTo>
                    <a:pt x="15480" y="1980"/>
                    <a:pt x="15335" y="1923"/>
                    <a:pt x="15188" y="1923"/>
                  </a:cubicBezTo>
                  <a:cubicBezTo>
                    <a:pt x="15089" y="1923"/>
                    <a:pt x="14989" y="1949"/>
                    <a:pt x="14900" y="2002"/>
                  </a:cubicBezTo>
                  <a:lnTo>
                    <a:pt x="14087" y="2493"/>
                  </a:lnTo>
                  <a:cubicBezTo>
                    <a:pt x="13292" y="1996"/>
                    <a:pt x="12421" y="1635"/>
                    <a:pt x="11509" y="1427"/>
                  </a:cubicBezTo>
                  <a:lnTo>
                    <a:pt x="11277" y="428"/>
                  </a:lnTo>
                  <a:cubicBezTo>
                    <a:pt x="11217" y="178"/>
                    <a:pt x="10988" y="0"/>
                    <a:pt x="107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881" name="Google Shape;3881;p71"/>
            <p:cNvSpPr/>
            <p:nvPr/>
          </p:nvSpPr>
          <p:spPr>
            <a:xfrm>
              <a:off x="2819200" y="983400"/>
              <a:ext cx="205475" cy="197625"/>
            </a:xfrm>
            <a:custGeom>
              <a:avLst/>
              <a:gdLst/>
              <a:ahLst/>
              <a:cxnLst/>
              <a:rect l="l" t="t" r="r" b="b"/>
              <a:pathLst>
                <a:path w="8219" h="7905" extrusionOk="0">
                  <a:moveTo>
                    <a:pt x="4265" y="1129"/>
                  </a:moveTo>
                  <a:cubicBezTo>
                    <a:pt x="4629" y="1129"/>
                    <a:pt x="4996" y="1199"/>
                    <a:pt x="5346" y="1343"/>
                  </a:cubicBezTo>
                  <a:cubicBezTo>
                    <a:pt x="6400" y="1780"/>
                    <a:pt x="7089" y="2810"/>
                    <a:pt x="7089" y="3954"/>
                  </a:cubicBezTo>
                  <a:cubicBezTo>
                    <a:pt x="7086" y="5511"/>
                    <a:pt x="5825" y="6773"/>
                    <a:pt x="4265" y="6776"/>
                  </a:cubicBezTo>
                  <a:cubicBezTo>
                    <a:pt x="3124" y="6776"/>
                    <a:pt x="2094" y="6089"/>
                    <a:pt x="1657" y="5032"/>
                  </a:cubicBezTo>
                  <a:cubicBezTo>
                    <a:pt x="1221" y="3978"/>
                    <a:pt x="1461" y="2765"/>
                    <a:pt x="2268" y="1958"/>
                  </a:cubicBezTo>
                  <a:cubicBezTo>
                    <a:pt x="2808" y="1416"/>
                    <a:pt x="3530" y="1129"/>
                    <a:pt x="4265" y="1129"/>
                  </a:cubicBezTo>
                  <a:close/>
                  <a:moveTo>
                    <a:pt x="4265" y="0"/>
                  </a:moveTo>
                  <a:cubicBezTo>
                    <a:pt x="2666" y="0"/>
                    <a:pt x="1227" y="964"/>
                    <a:pt x="612" y="2440"/>
                  </a:cubicBezTo>
                  <a:cubicBezTo>
                    <a:pt x="1" y="3918"/>
                    <a:pt x="341" y="5616"/>
                    <a:pt x="1470" y="6749"/>
                  </a:cubicBezTo>
                  <a:cubicBezTo>
                    <a:pt x="2226" y="7504"/>
                    <a:pt x="3237" y="7905"/>
                    <a:pt x="4265" y="7905"/>
                  </a:cubicBezTo>
                  <a:cubicBezTo>
                    <a:pt x="4774" y="7905"/>
                    <a:pt x="5288" y="7806"/>
                    <a:pt x="5777" y="7604"/>
                  </a:cubicBezTo>
                  <a:cubicBezTo>
                    <a:pt x="7255" y="6993"/>
                    <a:pt x="8219" y="5550"/>
                    <a:pt x="8219" y="3954"/>
                  </a:cubicBezTo>
                  <a:cubicBezTo>
                    <a:pt x="8216" y="1771"/>
                    <a:pt x="6448" y="3"/>
                    <a:pt x="4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3882" name="Google Shape;3882;p71"/>
          <p:cNvGrpSpPr/>
          <p:nvPr/>
        </p:nvGrpSpPr>
        <p:grpSpPr>
          <a:xfrm rot="1321491" flipH="1">
            <a:off x="7937689" y="1456745"/>
            <a:ext cx="714934" cy="378491"/>
            <a:chOff x="-1074225" y="4512538"/>
            <a:chExt cx="714950" cy="378500"/>
          </a:xfrm>
        </p:grpSpPr>
        <p:sp>
          <p:nvSpPr>
            <p:cNvPr id="3883" name="Google Shape;3883;p71"/>
            <p:cNvSpPr/>
            <p:nvPr/>
          </p:nvSpPr>
          <p:spPr>
            <a:xfrm>
              <a:off x="-962825" y="4548088"/>
              <a:ext cx="188375" cy="120175"/>
            </a:xfrm>
            <a:custGeom>
              <a:avLst/>
              <a:gdLst/>
              <a:ahLst/>
              <a:cxnLst/>
              <a:rect l="l" t="t" r="r" b="b"/>
              <a:pathLst>
                <a:path w="7535" h="4807" extrusionOk="0">
                  <a:moveTo>
                    <a:pt x="2269" y="0"/>
                  </a:moveTo>
                  <a:lnTo>
                    <a:pt x="0" y="2619"/>
                  </a:lnTo>
                  <a:lnTo>
                    <a:pt x="7534" y="4807"/>
                  </a:lnTo>
                  <a:lnTo>
                    <a:pt x="2269" y="0"/>
                  </a:ln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4" name="Google Shape;3884;p71"/>
            <p:cNvSpPr/>
            <p:nvPr/>
          </p:nvSpPr>
          <p:spPr>
            <a:xfrm>
              <a:off x="-1064100" y="4512538"/>
              <a:ext cx="642725" cy="266450"/>
            </a:xfrm>
            <a:custGeom>
              <a:avLst/>
              <a:gdLst/>
              <a:ahLst/>
              <a:cxnLst/>
              <a:rect l="l" t="t" r="r" b="b"/>
              <a:pathLst>
                <a:path w="25709" h="10658" extrusionOk="0">
                  <a:moveTo>
                    <a:pt x="15471" y="1"/>
                  </a:moveTo>
                  <a:cubicBezTo>
                    <a:pt x="14774" y="1"/>
                    <a:pt x="14066" y="74"/>
                    <a:pt x="13395" y="261"/>
                  </a:cubicBezTo>
                  <a:cubicBezTo>
                    <a:pt x="10532" y="1044"/>
                    <a:pt x="8696" y="3582"/>
                    <a:pt x="8696" y="3582"/>
                  </a:cubicBezTo>
                  <a:lnTo>
                    <a:pt x="8075" y="3636"/>
                  </a:lnTo>
                  <a:cubicBezTo>
                    <a:pt x="8075" y="3636"/>
                    <a:pt x="6914" y="1152"/>
                    <a:pt x="5375" y="1098"/>
                  </a:cubicBezTo>
                  <a:cubicBezTo>
                    <a:pt x="5293" y="1094"/>
                    <a:pt x="5208" y="1091"/>
                    <a:pt x="5120" y="1091"/>
                  </a:cubicBezTo>
                  <a:cubicBezTo>
                    <a:pt x="4135" y="1091"/>
                    <a:pt x="2728" y="1465"/>
                    <a:pt x="1" y="4365"/>
                  </a:cubicBezTo>
                  <a:lnTo>
                    <a:pt x="10640" y="10657"/>
                  </a:lnTo>
                  <a:lnTo>
                    <a:pt x="25708" y="9172"/>
                  </a:lnTo>
                  <a:lnTo>
                    <a:pt x="20388" y="963"/>
                  </a:lnTo>
                  <a:cubicBezTo>
                    <a:pt x="20388" y="963"/>
                    <a:pt x="18000" y="1"/>
                    <a:pt x="15471" y="1"/>
                  </a:cubicBez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5" name="Google Shape;3885;p71"/>
            <p:cNvSpPr/>
            <p:nvPr/>
          </p:nvSpPr>
          <p:spPr>
            <a:xfrm>
              <a:off x="-1053975" y="4564288"/>
              <a:ext cx="81050" cy="60775"/>
            </a:xfrm>
            <a:custGeom>
              <a:avLst/>
              <a:gdLst/>
              <a:ahLst/>
              <a:cxnLst/>
              <a:rect l="l" t="t" r="r" b="b"/>
              <a:pathLst>
                <a:path w="3242" h="2431" extrusionOk="0">
                  <a:moveTo>
                    <a:pt x="3241" y="0"/>
                  </a:moveTo>
                  <a:lnTo>
                    <a:pt x="3241" y="0"/>
                  </a:lnTo>
                  <a:cubicBezTo>
                    <a:pt x="3241" y="0"/>
                    <a:pt x="1000" y="1026"/>
                    <a:pt x="1" y="2295"/>
                  </a:cubicBezTo>
                  <a:lnTo>
                    <a:pt x="649" y="2430"/>
                  </a:lnTo>
                  <a:cubicBezTo>
                    <a:pt x="973" y="1377"/>
                    <a:pt x="3241" y="0"/>
                    <a:pt x="3241" y="0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6" name="Google Shape;3886;p71"/>
            <p:cNvSpPr/>
            <p:nvPr/>
          </p:nvSpPr>
          <p:spPr>
            <a:xfrm>
              <a:off x="-997925" y="4570088"/>
              <a:ext cx="98575" cy="24600"/>
            </a:xfrm>
            <a:custGeom>
              <a:avLst/>
              <a:gdLst/>
              <a:ahLst/>
              <a:cxnLst/>
              <a:rect l="l" t="t" r="r" b="b"/>
              <a:pathLst>
                <a:path w="3943" h="984" extrusionOk="0">
                  <a:moveTo>
                    <a:pt x="2190" y="1"/>
                  </a:moveTo>
                  <a:cubicBezTo>
                    <a:pt x="1509" y="1"/>
                    <a:pt x="734" y="287"/>
                    <a:pt x="0" y="983"/>
                  </a:cubicBezTo>
                  <a:cubicBezTo>
                    <a:pt x="748" y="458"/>
                    <a:pt x="1433" y="227"/>
                    <a:pt x="2069" y="227"/>
                  </a:cubicBezTo>
                  <a:cubicBezTo>
                    <a:pt x="2741" y="227"/>
                    <a:pt x="3360" y="485"/>
                    <a:pt x="3943" y="929"/>
                  </a:cubicBezTo>
                  <a:cubicBezTo>
                    <a:pt x="3613" y="370"/>
                    <a:pt x="2962" y="1"/>
                    <a:pt x="2190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7" name="Google Shape;3887;p71"/>
            <p:cNvSpPr/>
            <p:nvPr/>
          </p:nvSpPr>
          <p:spPr>
            <a:xfrm>
              <a:off x="-837950" y="4525788"/>
              <a:ext cx="162050" cy="93200"/>
            </a:xfrm>
            <a:custGeom>
              <a:avLst/>
              <a:gdLst/>
              <a:ahLst/>
              <a:cxnLst/>
              <a:rect l="l" t="t" r="r" b="b"/>
              <a:pathLst>
                <a:path w="6482" h="3728" extrusionOk="0">
                  <a:moveTo>
                    <a:pt x="6482" y="1"/>
                  </a:moveTo>
                  <a:lnTo>
                    <a:pt x="6482" y="1"/>
                  </a:lnTo>
                  <a:cubicBezTo>
                    <a:pt x="6481" y="1"/>
                    <a:pt x="1702" y="190"/>
                    <a:pt x="1" y="3727"/>
                  </a:cubicBezTo>
                  <a:lnTo>
                    <a:pt x="541" y="3727"/>
                  </a:lnTo>
                  <a:cubicBezTo>
                    <a:pt x="1891" y="1405"/>
                    <a:pt x="3997" y="433"/>
                    <a:pt x="6482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8" name="Google Shape;3888;p71"/>
            <p:cNvSpPr/>
            <p:nvPr/>
          </p:nvSpPr>
          <p:spPr>
            <a:xfrm>
              <a:off x="-742750" y="4536413"/>
              <a:ext cx="151925" cy="23850"/>
            </a:xfrm>
            <a:custGeom>
              <a:avLst/>
              <a:gdLst/>
              <a:ahLst/>
              <a:cxnLst/>
              <a:rect l="l" t="t" r="r" b="b"/>
              <a:pathLst>
                <a:path w="6077" h="954" extrusionOk="0">
                  <a:moveTo>
                    <a:pt x="3227" y="1"/>
                  </a:moveTo>
                  <a:cubicBezTo>
                    <a:pt x="2104" y="1"/>
                    <a:pt x="979" y="320"/>
                    <a:pt x="0" y="953"/>
                  </a:cubicBezTo>
                  <a:cubicBezTo>
                    <a:pt x="987" y="460"/>
                    <a:pt x="2035" y="224"/>
                    <a:pt x="3133" y="224"/>
                  </a:cubicBezTo>
                  <a:cubicBezTo>
                    <a:pt x="4080" y="224"/>
                    <a:pt x="5064" y="400"/>
                    <a:pt x="6076" y="737"/>
                  </a:cubicBezTo>
                  <a:cubicBezTo>
                    <a:pt x="5194" y="245"/>
                    <a:pt x="4211" y="1"/>
                    <a:pt x="3227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9" name="Google Shape;3889;p71"/>
            <p:cNvSpPr/>
            <p:nvPr/>
          </p:nvSpPr>
          <p:spPr>
            <a:xfrm>
              <a:off x="-877100" y="4605913"/>
              <a:ext cx="40525" cy="25475"/>
            </a:xfrm>
            <a:custGeom>
              <a:avLst/>
              <a:gdLst/>
              <a:ahLst/>
              <a:cxnLst/>
              <a:rect l="l" t="t" r="r" b="b"/>
              <a:pathLst>
                <a:path w="1621" h="1019" extrusionOk="0">
                  <a:moveTo>
                    <a:pt x="906" y="0"/>
                  </a:moveTo>
                  <a:cubicBezTo>
                    <a:pt x="597" y="0"/>
                    <a:pt x="303" y="178"/>
                    <a:pt x="136" y="441"/>
                  </a:cubicBezTo>
                  <a:cubicBezTo>
                    <a:pt x="1" y="738"/>
                    <a:pt x="217" y="981"/>
                    <a:pt x="595" y="1009"/>
                  </a:cubicBezTo>
                  <a:cubicBezTo>
                    <a:pt x="639" y="1015"/>
                    <a:pt x="684" y="1019"/>
                    <a:pt x="728" y="1019"/>
                  </a:cubicBezTo>
                  <a:cubicBezTo>
                    <a:pt x="1033" y="1019"/>
                    <a:pt x="1324" y="859"/>
                    <a:pt x="1513" y="576"/>
                  </a:cubicBezTo>
                  <a:cubicBezTo>
                    <a:pt x="1621" y="306"/>
                    <a:pt x="1432" y="36"/>
                    <a:pt x="1027" y="9"/>
                  </a:cubicBezTo>
                  <a:cubicBezTo>
                    <a:pt x="987" y="3"/>
                    <a:pt x="946" y="0"/>
                    <a:pt x="906" y="0"/>
                  </a:cubicBezTo>
                  <a:close/>
                </a:path>
              </a:pathLst>
            </a:custGeom>
            <a:solidFill>
              <a:srgbClr val="725D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0" name="Google Shape;3890;p71"/>
            <p:cNvSpPr/>
            <p:nvPr/>
          </p:nvSpPr>
          <p:spPr>
            <a:xfrm>
              <a:off x="-1074225" y="4544038"/>
              <a:ext cx="714950" cy="347000"/>
            </a:xfrm>
            <a:custGeom>
              <a:avLst/>
              <a:gdLst/>
              <a:ahLst/>
              <a:cxnLst/>
              <a:rect l="l" t="t" r="r" b="b"/>
              <a:pathLst>
                <a:path w="28598" h="13880" extrusionOk="0">
                  <a:moveTo>
                    <a:pt x="21604" y="0"/>
                  </a:moveTo>
                  <a:lnTo>
                    <a:pt x="9560" y="2781"/>
                  </a:lnTo>
                  <a:lnTo>
                    <a:pt x="8426" y="2916"/>
                  </a:lnTo>
                  <a:lnTo>
                    <a:pt x="136" y="2916"/>
                  </a:lnTo>
                  <a:lnTo>
                    <a:pt x="1" y="3321"/>
                  </a:lnTo>
                  <a:lnTo>
                    <a:pt x="8237" y="12746"/>
                  </a:lnTo>
                  <a:lnTo>
                    <a:pt x="16446" y="13880"/>
                  </a:lnTo>
                  <a:lnTo>
                    <a:pt x="20226" y="13880"/>
                  </a:lnTo>
                  <a:lnTo>
                    <a:pt x="28597" y="11558"/>
                  </a:lnTo>
                  <a:lnTo>
                    <a:pt x="2160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1" name="Google Shape;3891;p71"/>
            <p:cNvSpPr/>
            <p:nvPr/>
          </p:nvSpPr>
          <p:spPr>
            <a:xfrm>
              <a:off x="-815650" y="4565638"/>
              <a:ext cx="407775" cy="318650"/>
            </a:xfrm>
            <a:custGeom>
              <a:avLst/>
              <a:gdLst/>
              <a:ahLst/>
              <a:cxnLst/>
              <a:rect l="l" t="t" r="r" b="b"/>
              <a:pathLst>
                <a:path w="16311" h="12746" extrusionOk="0">
                  <a:moveTo>
                    <a:pt x="10774" y="270"/>
                  </a:moveTo>
                  <a:lnTo>
                    <a:pt x="15959" y="9802"/>
                  </a:lnTo>
                  <a:lnTo>
                    <a:pt x="7507" y="12476"/>
                  </a:lnTo>
                  <a:lnTo>
                    <a:pt x="405" y="2782"/>
                  </a:lnTo>
                  <a:lnTo>
                    <a:pt x="10774" y="270"/>
                  </a:lnTo>
                  <a:close/>
                  <a:moveTo>
                    <a:pt x="10855" y="0"/>
                  </a:moveTo>
                  <a:lnTo>
                    <a:pt x="162" y="2620"/>
                  </a:lnTo>
                  <a:lnTo>
                    <a:pt x="0" y="2647"/>
                  </a:lnTo>
                  <a:lnTo>
                    <a:pt x="7345" y="12665"/>
                  </a:lnTo>
                  <a:lnTo>
                    <a:pt x="7399" y="12746"/>
                  </a:lnTo>
                  <a:lnTo>
                    <a:pt x="16310" y="9964"/>
                  </a:lnTo>
                  <a:lnTo>
                    <a:pt x="10855" y="0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2" name="Google Shape;3892;p71"/>
            <p:cNvSpPr/>
            <p:nvPr/>
          </p:nvSpPr>
          <p:spPr>
            <a:xfrm>
              <a:off x="-1074225" y="4627063"/>
              <a:ext cx="411150" cy="263975"/>
            </a:xfrm>
            <a:custGeom>
              <a:avLst/>
              <a:gdLst/>
              <a:ahLst/>
              <a:cxnLst/>
              <a:rect l="l" t="t" r="r" b="b"/>
              <a:pathLst>
                <a:path w="16446" h="10559" extrusionOk="0">
                  <a:moveTo>
                    <a:pt x="1" y="0"/>
                  </a:moveTo>
                  <a:lnTo>
                    <a:pt x="8237" y="9425"/>
                  </a:lnTo>
                  <a:lnTo>
                    <a:pt x="16446" y="10559"/>
                  </a:lnTo>
                  <a:lnTo>
                    <a:pt x="16446" y="10559"/>
                  </a:lnTo>
                  <a:lnTo>
                    <a:pt x="8426" y="13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3" name="Google Shape;3893;p71"/>
            <p:cNvSpPr/>
            <p:nvPr/>
          </p:nvSpPr>
          <p:spPr>
            <a:xfrm>
              <a:off x="-1049250" y="4639888"/>
              <a:ext cx="346350" cy="230900"/>
            </a:xfrm>
            <a:custGeom>
              <a:avLst/>
              <a:gdLst/>
              <a:ahLst/>
              <a:cxnLst/>
              <a:rect l="l" t="t" r="r" b="b"/>
              <a:pathLst>
                <a:path w="13854" h="9236" extrusionOk="0">
                  <a:moveTo>
                    <a:pt x="568" y="271"/>
                  </a:moveTo>
                  <a:lnTo>
                    <a:pt x="7049" y="649"/>
                  </a:lnTo>
                  <a:lnTo>
                    <a:pt x="13341" y="9020"/>
                  </a:lnTo>
                  <a:lnTo>
                    <a:pt x="13341" y="9020"/>
                  </a:lnTo>
                  <a:lnTo>
                    <a:pt x="7535" y="8237"/>
                  </a:lnTo>
                  <a:lnTo>
                    <a:pt x="568" y="271"/>
                  </a:lnTo>
                  <a:close/>
                  <a:moveTo>
                    <a:pt x="1" y="1"/>
                  </a:moveTo>
                  <a:lnTo>
                    <a:pt x="7292" y="8372"/>
                  </a:lnTo>
                  <a:lnTo>
                    <a:pt x="13854" y="9236"/>
                  </a:lnTo>
                  <a:lnTo>
                    <a:pt x="13854" y="9236"/>
                  </a:lnTo>
                  <a:lnTo>
                    <a:pt x="13827" y="9182"/>
                  </a:lnTo>
                  <a:lnTo>
                    <a:pt x="7211" y="406"/>
                  </a:lnTo>
                  <a:lnTo>
                    <a:pt x="7076" y="40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94" name="Google Shape;3894;p71"/>
          <p:cNvGrpSpPr/>
          <p:nvPr/>
        </p:nvGrpSpPr>
        <p:grpSpPr>
          <a:xfrm>
            <a:off x="2994813" y="4153300"/>
            <a:ext cx="714950" cy="378500"/>
            <a:chOff x="-1074225" y="4512538"/>
            <a:chExt cx="714950" cy="378500"/>
          </a:xfrm>
        </p:grpSpPr>
        <p:sp>
          <p:nvSpPr>
            <p:cNvPr id="3895" name="Google Shape;3895;p71"/>
            <p:cNvSpPr/>
            <p:nvPr/>
          </p:nvSpPr>
          <p:spPr>
            <a:xfrm>
              <a:off x="-962825" y="4548088"/>
              <a:ext cx="188375" cy="120175"/>
            </a:xfrm>
            <a:custGeom>
              <a:avLst/>
              <a:gdLst/>
              <a:ahLst/>
              <a:cxnLst/>
              <a:rect l="l" t="t" r="r" b="b"/>
              <a:pathLst>
                <a:path w="7535" h="4807" extrusionOk="0">
                  <a:moveTo>
                    <a:pt x="2269" y="0"/>
                  </a:moveTo>
                  <a:lnTo>
                    <a:pt x="0" y="2619"/>
                  </a:lnTo>
                  <a:lnTo>
                    <a:pt x="7534" y="4807"/>
                  </a:lnTo>
                  <a:lnTo>
                    <a:pt x="2269" y="0"/>
                  </a:ln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6" name="Google Shape;3896;p71"/>
            <p:cNvSpPr/>
            <p:nvPr/>
          </p:nvSpPr>
          <p:spPr>
            <a:xfrm>
              <a:off x="-1064100" y="4512538"/>
              <a:ext cx="642725" cy="266450"/>
            </a:xfrm>
            <a:custGeom>
              <a:avLst/>
              <a:gdLst/>
              <a:ahLst/>
              <a:cxnLst/>
              <a:rect l="l" t="t" r="r" b="b"/>
              <a:pathLst>
                <a:path w="25709" h="10658" extrusionOk="0">
                  <a:moveTo>
                    <a:pt x="15471" y="1"/>
                  </a:moveTo>
                  <a:cubicBezTo>
                    <a:pt x="14774" y="1"/>
                    <a:pt x="14066" y="74"/>
                    <a:pt x="13395" y="261"/>
                  </a:cubicBezTo>
                  <a:cubicBezTo>
                    <a:pt x="10532" y="1044"/>
                    <a:pt x="8696" y="3582"/>
                    <a:pt x="8696" y="3582"/>
                  </a:cubicBezTo>
                  <a:lnTo>
                    <a:pt x="8075" y="3636"/>
                  </a:lnTo>
                  <a:cubicBezTo>
                    <a:pt x="8075" y="3636"/>
                    <a:pt x="6914" y="1152"/>
                    <a:pt x="5375" y="1098"/>
                  </a:cubicBezTo>
                  <a:cubicBezTo>
                    <a:pt x="5293" y="1094"/>
                    <a:pt x="5208" y="1091"/>
                    <a:pt x="5120" y="1091"/>
                  </a:cubicBezTo>
                  <a:cubicBezTo>
                    <a:pt x="4135" y="1091"/>
                    <a:pt x="2728" y="1465"/>
                    <a:pt x="1" y="4365"/>
                  </a:cubicBezTo>
                  <a:lnTo>
                    <a:pt x="10640" y="10657"/>
                  </a:lnTo>
                  <a:lnTo>
                    <a:pt x="25708" y="9172"/>
                  </a:lnTo>
                  <a:lnTo>
                    <a:pt x="20388" y="963"/>
                  </a:lnTo>
                  <a:cubicBezTo>
                    <a:pt x="20388" y="963"/>
                    <a:pt x="18000" y="1"/>
                    <a:pt x="15471" y="1"/>
                  </a:cubicBez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7" name="Google Shape;3897;p71"/>
            <p:cNvSpPr/>
            <p:nvPr/>
          </p:nvSpPr>
          <p:spPr>
            <a:xfrm>
              <a:off x="-1053975" y="4564288"/>
              <a:ext cx="81050" cy="60775"/>
            </a:xfrm>
            <a:custGeom>
              <a:avLst/>
              <a:gdLst/>
              <a:ahLst/>
              <a:cxnLst/>
              <a:rect l="l" t="t" r="r" b="b"/>
              <a:pathLst>
                <a:path w="3242" h="2431" extrusionOk="0">
                  <a:moveTo>
                    <a:pt x="3241" y="0"/>
                  </a:moveTo>
                  <a:lnTo>
                    <a:pt x="3241" y="0"/>
                  </a:lnTo>
                  <a:cubicBezTo>
                    <a:pt x="3241" y="0"/>
                    <a:pt x="1000" y="1026"/>
                    <a:pt x="1" y="2295"/>
                  </a:cubicBezTo>
                  <a:lnTo>
                    <a:pt x="649" y="2430"/>
                  </a:lnTo>
                  <a:cubicBezTo>
                    <a:pt x="973" y="1377"/>
                    <a:pt x="3241" y="0"/>
                    <a:pt x="3241" y="0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8" name="Google Shape;3898;p71"/>
            <p:cNvSpPr/>
            <p:nvPr/>
          </p:nvSpPr>
          <p:spPr>
            <a:xfrm>
              <a:off x="-997925" y="4570088"/>
              <a:ext cx="98575" cy="24600"/>
            </a:xfrm>
            <a:custGeom>
              <a:avLst/>
              <a:gdLst/>
              <a:ahLst/>
              <a:cxnLst/>
              <a:rect l="l" t="t" r="r" b="b"/>
              <a:pathLst>
                <a:path w="3943" h="984" extrusionOk="0">
                  <a:moveTo>
                    <a:pt x="2190" y="1"/>
                  </a:moveTo>
                  <a:cubicBezTo>
                    <a:pt x="1509" y="1"/>
                    <a:pt x="734" y="287"/>
                    <a:pt x="0" y="983"/>
                  </a:cubicBezTo>
                  <a:cubicBezTo>
                    <a:pt x="748" y="458"/>
                    <a:pt x="1433" y="227"/>
                    <a:pt x="2069" y="227"/>
                  </a:cubicBezTo>
                  <a:cubicBezTo>
                    <a:pt x="2741" y="227"/>
                    <a:pt x="3360" y="485"/>
                    <a:pt x="3943" y="929"/>
                  </a:cubicBezTo>
                  <a:cubicBezTo>
                    <a:pt x="3613" y="370"/>
                    <a:pt x="2962" y="1"/>
                    <a:pt x="2190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9" name="Google Shape;3899;p71"/>
            <p:cNvSpPr/>
            <p:nvPr/>
          </p:nvSpPr>
          <p:spPr>
            <a:xfrm>
              <a:off x="-837950" y="4525788"/>
              <a:ext cx="162050" cy="93200"/>
            </a:xfrm>
            <a:custGeom>
              <a:avLst/>
              <a:gdLst/>
              <a:ahLst/>
              <a:cxnLst/>
              <a:rect l="l" t="t" r="r" b="b"/>
              <a:pathLst>
                <a:path w="6482" h="3728" extrusionOk="0">
                  <a:moveTo>
                    <a:pt x="6482" y="1"/>
                  </a:moveTo>
                  <a:lnTo>
                    <a:pt x="6482" y="1"/>
                  </a:lnTo>
                  <a:cubicBezTo>
                    <a:pt x="6481" y="1"/>
                    <a:pt x="1702" y="190"/>
                    <a:pt x="1" y="3727"/>
                  </a:cubicBezTo>
                  <a:lnTo>
                    <a:pt x="541" y="3727"/>
                  </a:lnTo>
                  <a:cubicBezTo>
                    <a:pt x="1891" y="1405"/>
                    <a:pt x="3997" y="433"/>
                    <a:pt x="6482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0" name="Google Shape;3900;p71"/>
            <p:cNvSpPr/>
            <p:nvPr/>
          </p:nvSpPr>
          <p:spPr>
            <a:xfrm>
              <a:off x="-742750" y="4536413"/>
              <a:ext cx="151925" cy="23850"/>
            </a:xfrm>
            <a:custGeom>
              <a:avLst/>
              <a:gdLst/>
              <a:ahLst/>
              <a:cxnLst/>
              <a:rect l="l" t="t" r="r" b="b"/>
              <a:pathLst>
                <a:path w="6077" h="954" extrusionOk="0">
                  <a:moveTo>
                    <a:pt x="3227" y="1"/>
                  </a:moveTo>
                  <a:cubicBezTo>
                    <a:pt x="2104" y="1"/>
                    <a:pt x="979" y="320"/>
                    <a:pt x="0" y="953"/>
                  </a:cubicBezTo>
                  <a:cubicBezTo>
                    <a:pt x="987" y="460"/>
                    <a:pt x="2035" y="224"/>
                    <a:pt x="3133" y="224"/>
                  </a:cubicBezTo>
                  <a:cubicBezTo>
                    <a:pt x="4080" y="224"/>
                    <a:pt x="5064" y="400"/>
                    <a:pt x="6076" y="737"/>
                  </a:cubicBezTo>
                  <a:cubicBezTo>
                    <a:pt x="5194" y="245"/>
                    <a:pt x="4211" y="1"/>
                    <a:pt x="3227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1" name="Google Shape;3901;p71"/>
            <p:cNvSpPr/>
            <p:nvPr/>
          </p:nvSpPr>
          <p:spPr>
            <a:xfrm>
              <a:off x="-877100" y="4605913"/>
              <a:ext cx="40525" cy="25475"/>
            </a:xfrm>
            <a:custGeom>
              <a:avLst/>
              <a:gdLst/>
              <a:ahLst/>
              <a:cxnLst/>
              <a:rect l="l" t="t" r="r" b="b"/>
              <a:pathLst>
                <a:path w="1621" h="1019" extrusionOk="0">
                  <a:moveTo>
                    <a:pt x="906" y="0"/>
                  </a:moveTo>
                  <a:cubicBezTo>
                    <a:pt x="597" y="0"/>
                    <a:pt x="303" y="178"/>
                    <a:pt x="136" y="441"/>
                  </a:cubicBezTo>
                  <a:cubicBezTo>
                    <a:pt x="1" y="738"/>
                    <a:pt x="217" y="981"/>
                    <a:pt x="595" y="1009"/>
                  </a:cubicBezTo>
                  <a:cubicBezTo>
                    <a:pt x="639" y="1015"/>
                    <a:pt x="684" y="1019"/>
                    <a:pt x="728" y="1019"/>
                  </a:cubicBezTo>
                  <a:cubicBezTo>
                    <a:pt x="1033" y="1019"/>
                    <a:pt x="1324" y="859"/>
                    <a:pt x="1513" y="576"/>
                  </a:cubicBezTo>
                  <a:cubicBezTo>
                    <a:pt x="1621" y="306"/>
                    <a:pt x="1432" y="36"/>
                    <a:pt x="1027" y="9"/>
                  </a:cubicBezTo>
                  <a:cubicBezTo>
                    <a:pt x="987" y="3"/>
                    <a:pt x="946" y="0"/>
                    <a:pt x="906" y="0"/>
                  </a:cubicBezTo>
                  <a:close/>
                </a:path>
              </a:pathLst>
            </a:custGeom>
            <a:solidFill>
              <a:srgbClr val="725D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2" name="Google Shape;3902;p71"/>
            <p:cNvSpPr/>
            <p:nvPr/>
          </p:nvSpPr>
          <p:spPr>
            <a:xfrm>
              <a:off x="-1074225" y="4544038"/>
              <a:ext cx="714950" cy="347000"/>
            </a:xfrm>
            <a:custGeom>
              <a:avLst/>
              <a:gdLst/>
              <a:ahLst/>
              <a:cxnLst/>
              <a:rect l="l" t="t" r="r" b="b"/>
              <a:pathLst>
                <a:path w="28598" h="13880" extrusionOk="0">
                  <a:moveTo>
                    <a:pt x="21604" y="0"/>
                  </a:moveTo>
                  <a:lnTo>
                    <a:pt x="9560" y="2781"/>
                  </a:lnTo>
                  <a:lnTo>
                    <a:pt x="8426" y="2916"/>
                  </a:lnTo>
                  <a:lnTo>
                    <a:pt x="136" y="2916"/>
                  </a:lnTo>
                  <a:lnTo>
                    <a:pt x="1" y="3321"/>
                  </a:lnTo>
                  <a:lnTo>
                    <a:pt x="8237" y="12746"/>
                  </a:lnTo>
                  <a:lnTo>
                    <a:pt x="16446" y="13880"/>
                  </a:lnTo>
                  <a:lnTo>
                    <a:pt x="20226" y="13880"/>
                  </a:lnTo>
                  <a:lnTo>
                    <a:pt x="28597" y="11558"/>
                  </a:lnTo>
                  <a:lnTo>
                    <a:pt x="2160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3" name="Google Shape;3903;p71"/>
            <p:cNvSpPr/>
            <p:nvPr/>
          </p:nvSpPr>
          <p:spPr>
            <a:xfrm>
              <a:off x="-836575" y="4548088"/>
              <a:ext cx="382800" cy="253850"/>
            </a:xfrm>
            <a:custGeom>
              <a:avLst/>
              <a:gdLst/>
              <a:ahLst/>
              <a:cxnLst/>
              <a:rect l="l" t="t" r="r" b="b"/>
              <a:pathLst>
                <a:path w="15312" h="10154" extrusionOk="0">
                  <a:moveTo>
                    <a:pt x="12126" y="0"/>
                  </a:moveTo>
                  <a:lnTo>
                    <a:pt x="82" y="2781"/>
                  </a:lnTo>
                  <a:lnTo>
                    <a:pt x="1" y="2781"/>
                  </a:lnTo>
                  <a:cubicBezTo>
                    <a:pt x="838" y="4699"/>
                    <a:pt x="2107" y="6373"/>
                    <a:pt x="3727" y="7642"/>
                  </a:cubicBezTo>
                  <a:cubicBezTo>
                    <a:pt x="5795" y="9315"/>
                    <a:pt x="8089" y="10154"/>
                    <a:pt x="10091" y="10154"/>
                  </a:cubicBezTo>
                  <a:cubicBezTo>
                    <a:pt x="11934" y="10154"/>
                    <a:pt x="13530" y="9444"/>
                    <a:pt x="14475" y="8020"/>
                  </a:cubicBezTo>
                  <a:cubicBezTo>
                    <a:pt x="14988" y="7183"/>
                    <a:pt x="15285" y="6238"/>
                    <a:pt x="15312" y="5266"/>
                  </a:cubicBezTo>
                  <a:lnTo>
                    <a:pt x="121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4" name="Google Shape;3904;p71"/>
            <p:cNvSpPr/>
            <p:nvPr/>
          </p:nvSpPr>
          <p:spPr>
            <a:xfrm>
              <a:off x="-815650" y="4565638"/>
              <a:ext cx="407775" cy="318650"/>
            </a:xfrm>
            <a:custGeom>
              <a:avLst/>
              <a:gdLst/>
              <a:ahLst/>
              <a:cxnLst/>
              <a:rect l="l" t="t" r="r" b="b"/>
              <a:pathLst>
                <a:path w="16311" h="12746" extrusionOk="0">
                  <a:moveTo>
                    <a:pt x="10774" y="270"/>
                  </a:moveTo>
                  <a:lnTo>
                    <a:pt x="15959" y="9802"/>
                  </a:lnTo>
                  <a:lnTo>
                    <a:pt x="7507" y="12476"/>
                  </a:lnTo>
                  <a:lnTo>
                    <a:pt x="405" y="2782"/>
                  </a:lnTo>
                  <a:lnTo>
                    <a:pt x="10774" y="270"/>
                  </a:lnTo>
                  <a:close/>
                  <a:moveTo>
                    <a:pt x="10855" y="0"/>
                  </a:moveTo>
                  <a:lnTo>
                    <a:pt x="162" y="2620"/>
                  </a:lnTo>
                  <a:lnTo>
                    <a:pt x="0" y="2647"/>
                  </a:lnTo>
                  <a:lnTo>
                    <a:pt x="7345" y="12665"/>
                  </a:lnTo>
                  <a:lnTo>
                    <a:pt x="7399" y="12746"/>
                  </a:lnTo>
                  <a:lnTo>
                    <a:pt x="16310" y="9964"/>
                  </a:lnTo>
                  <a:lnTo>
                    <a:pt x="10855" y="0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5" name="Google Shape;3905;p71"/>
            <p:cNvSpPr/>
            <p:nvPr/>
          </p:nvSpPr>
          <p:spPr>
            <a:xfrm>
              <a:off x="-1074225" y="4627063"/>
              <a:ext cx="411150" cy="263975"/>
            </a:xfrm>
            <a:custGeom>
              <a:avLst/>
              <a:gdLst/>
              <a:ahLst/>
              <a:cxnLst/>
              <a:rect l="l" t="t" r="r" b="b"/>
              <a:pathLst>
                <a:path w="16446" h="10559" extrusionOk="0">
                  <a:moveTo>
                    <a:pt x="1" y="0"/>
                  </a:moveTo>
                  <a:lnTo>
                    <a:pt x="8237" y="9425"/>
                  </a:lnTo>
                  <a:lnTo>
                    <a:pt x="16446" y="10559"/>
                  </a:lnTo>
                  <a:lnTo>
                    <a:pt x="16446" y="10559"/>
                  </a:lnTo>
                  <a:lnTo>
                    <a:pt x="8426" y="13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6" name="Google Shape;3906;p71"/>
            <p:cNvSpPr/>
            <p:nvPr/>
          </p:nvSpPr>
          <p:spPr>
            <a:xfrm>
              <a:off x="-1049250" y="4639888"/>
              <a:ext cx="346350" cy="230900"/>
            </a:xfrm>
            <a:custGeom>
              <a:avLst/>
              <a:gdLst/>
              <a:ahLst/>
              <a:cxnLst/>
              <a:rect l="l" t="t" r="r" b="b"/>
              <a:pathLst>
                <a:path w="13854" h="9236" extrusionOk="0">
                  <a:moveTo>
                    <a:pt x="568" y="271"/>
                  </a:moveTo>
                  <a:lnTo>
                    <a:pt x="7049" y="649"/>
                  </a:lnTo>
                  <a:lnTo>
                    <a:pt x="13341" y="9020"/>
                  </a:lnTo>
                  <a:lnTo>
                    <a:pt x="13341" y="9020"/>
                  </a:lnTo>
                  <a:lnTo>
                    <a:pt x="7535" y="8237"/>
                  </a:lnTo>
                  <a:lnTo>
                    <a:pt x="568" y="271"/>
                  </a:lnTo>
                  <a:close/>
                  <a:moveTo>
                    <a:pt x="1" y="1"/>
                  </a:moveTo>
                  <a:lnTo>
                    <a:pt x="7292" y="8372"/>
                  </a:lnTo>
                  <a:lnTo>
                    <a:pt x="13854" y="9236"/>
                  </a:lnTo>
                  <a:lnTo>
                    <a:pt x="13854" y="9236"/>
                  </a:lnTo>
                  <a:lnTo>
                    <a:pt x="13827" y="9182"/>
                  </a:lnTo>
                  <a:lnTo>
                    <a:pt x="7211" y="406"/>
                  </a:lnTo>
                  <a:lnTo>
                    <a:pt x="7076" y="40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1" name="Google Shape;3911;p72"/>
          <p:cNvSpPr txBox="1">
            <a:spLocks noGrp="1"/>
          </p:cNvSpPr>
          <p:nvPr>
            <p:ph type="title"/>
          </p:nvPr>
        </p:nvSpPr>
        <p:spPr>
          <a:xfrm>
            <a:off x="1131576" y="3537069"/>
            <a:ext cx="3246600" cy="30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GB" dirty="0"/>
              <a:t>QR </a:t>
            </a:r>
            <a:r>
              <a:rPr lang="bg-BG" dirty="0"/>
              <a:t>Кодове</a:t>
            </a:r>
            <a:endParaRPr dirty="0"/>
          </a:p>
        </p:txBody>
      </p:sp>
      <p:sp>
        <p:nvSpPr>
          <p:cNvPr id="3912" name="Google Shape;3912;p72"/>
          <p:cNvSpPr txBox="1">
            <a:spLocks noGrp="1"/>
          </p:cNvSpPr>
          <p:nvPr>
            <p:ph type="subTitle" idx="1"/>
          </p:nvPr>
        </p:nvSpPr>
        <p:spPr>
          <a:xfrm>
            <a:off x="1325400" y="3839469"/>
            <a:ext cx="3246600" cy="5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u-RU" dirty="0" err="1"/>
              <a:t>Генериране</a:t>
            </a:r>
            <a:r>
              <a:rPr lang="ru-RU" dirty="0"/>
              <a:t> на </a:t>
            </a:r>
            <a:r>
              <a:rPr lang="ru-RU" dirty="0" err="1"/>
              <a:t>кодове</a:t>
            </a:r>
            <a:r>
              <a:rPr lang="ru-RU" dirty="0"/>
              <a:t> за всяка книга за </a:t>
            </a:r>
            <a:r>
              <a:rPr lang="ru-RU" dirty="0" err="1"/>
              <a:t>по-бърза</a:t>
            </a:r>
            <a:r>
              <a:rPr lang="ru-RU" dirty="0"/>
              <a:t> обработка чрез </a:t>
            </a:r>
            <a:r>
              <a:rPr lang="ru-RU" dirty="0" err="1"/>
              <a:t>мобилно</a:t>
            </a:r>
            <a:r>
              <a:rPr lang="ru-RU" dirty="0"/>
              <a:t> устройство</a:t>
            </a:r>
            <a:endParaRPr dirty="0"/>
          </a:p>
        </p:txBody>
      </p:sp>
      <p:sp>
        <p:nvSpPr>
          <p:cNvPr id="3915" name="Google Shape;3915;p72"/>
          <p:cNvSpPr txBox="1">
            <a:spLocks noGrp="1"/>
          </p:cNvSpPr>
          <p:nvPr>
            <p:ph type="title" idx="4"/>
          </p:nvPr>
        </p:nvSpPr>
        <p:spPr>
          <a:xfrm>
            <a:off x="2948700" y="1860684"/>
            <a:ext cx="3246600" cy="41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bg-BG" dirty="0"/>
              <a:t>Известия</a:t>
            </a:r>
            <a:endParaRPr dirty="0"/>
          </a:p>
        </p:txBody>
      </p:sp>
      <p:sp>
        <p:nvSpPr>
          <p:cNvPr id="3916" name="Google Shape;3916;p72"/>
          <p:cNvSpPr txBox="1">
            <a:spLocks noGrp="1"/>
          </p:cNvSpPr>
          <p:nvPr>
            <p:ph type="subTitle" idx="5"/>
          </p:nvPr>
        </p:nvSpPr>
        <p:spPr>
          <a:xfrm>
            <a:off x="3148911" y="2164726"/>
            <a:ext cx="3246600" cy="5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u-RU" dirty="0" err="1"/>
              <a:t>Изпращане</a:t>
            </a:r>
            <a:r>
              <a:rPr lang="ru-RU" dirty="0"/>
              <a:t> на </a:t>
            </a:r>
            <a:r>
              <a:rPr lang="ru-RU" dirty="0" err="1"/>
              <a:t>автоматични</a:t>
            </a:r>
            <a:r>
              <a:rPr lang="ru-RU" dirty="0"/>
              <a:t> </a:t>
            </a:r>
            <a:r>
              <a:rPr lang="ru-RU" dirty="0" err="1"/>
              <a:t>имейли</a:t>
            </a:r>
            <a:r>
              <a:rPr lang="ru-RU" dirty="0"/>
              <a:t> при </a:t>
            </a:r>
            <a:r>
              <a:rPr lang="ru-RU" dirty="0" err="1"/>
              <a:t>наближаване</a:t>
            </a:r>
            <a:r>
              <a:rPr lang="ru-RU" dirty="0"/>
              <a:t> на </a:t>
            </a:r>
            <a:r>
              <a:rPr lang="ru-RU" dirty="0" err="1"/>
              <a:t>крайния</a:t>
            </a:r>
            <a:r>
              <a:rPr lang="ru-RU" dirty="0"/>
              <a:t> срок за </a:t>
            </a:r>
            <a:r>
              <a:rPr lang="ru-RU" dirty="0" err="1"/>
              <a:t>връщане</a:t>
            </a:r>
            <a:r>
              <a:rPr lang="ru-RU" dirty="0"/>
              <a:t>.</a:t>
            </a:r>
            <a:endParaRPr dirty="0"/>
          </a:p>
        </p:txBody>
      </p:sp>
      <p:sp>
        <p:nvSpPr>
          <p:cNvPr id="3917" name="Google Shape;3917;p72"/>
          <p:cNvSpPr txBox="1">
            <a:spLocks noGrp="1"/>
          </p:cNvSpPr>
          <p:nvPr>
            <p:ph type="title" idx="6"/>
          </p:nvPr>
        </p:nvSpPr>
        <p:spPr>
          <a:xfrm>
            <a:off x="720000" y="539500"/>
            <a:ext cx="77040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dirty="0"/>
              <a:t> </a:t>
            </a:r>
            <a:r>
              <a:rPr lang="bg-BG" dirty="0"/>
              <a:t>Бъдещо развитие</a:t>
            </a:r>
            <a:endParaRPr dirty="0"/>
          </a:p>
        </p:txBody>
      </p:sp>
      <p:grpSp>
        <p:nvGrpSpPr>
          <p:cNvPr id="3918" name="Google Shape;3918;p72"/>
          <p:cNvGrpSpPr/>
          <p:nvPr/>
        </p:nvGrpSpPr>
        <p:grpSpPr>
          <a:xfrm>
            <a:off x="5407885" y="2810051"/>
            <a:ext cx="2010913" cy="1999514"/>
            <a:chOff x="5407885" y="2810051"/>
            <a:chExt cx="2010913" cy="1999514"/>
          </a:xfrm>
        </p:grpSpPr>
        <p:sp>
          <p:nvSpPr>
            <p:cNvPr id="3919" name="Google Shape;3919;p72"/>
            <p:cNvSpPr/>
            <p:nvPr/>
          </p:nvSpPr>
          <p:spPr>
            <a:xfrm>
              <a:off x="6621923" y="3571833"/>
              <a:ext cx="204712" cy="200168"/>
            </a:xfrm>
            <a:custGeom>
              <a:avLst/>
              <a:gdLst/>
              <a:ahLst/>
              <a:cxnLst/>
              <a:rect l="l" t="t" r="r" b="b"/>
              <a:pathLst>
                <a:path w="2748" h="2687" extrusionOk="0">
                  <a:moveTo>
                    <a:pt x="618" y="0"/>
                  </a:moveTo>
                  <a:cubicBezTo>
                    <a:pt x="119" y="0"/>
                    <a:pt x="1" y="1991"/>
                    <a:pt x="356" y="2041"/>
                  </a:cubicBezTo>
                  <a:cubicBezTo>
                    <a:pt x="729" y="2092"/>
                    <a:pt x="1051" y="2440"/>
                    <a:pt x="1365" y="2584"/>
                  </a:cubicBezTo>
                  <a:cubicBezTo>
                    <a:pt x="1500" y="2649"/>
                    <a:pt x="1754" y="2687"/>
                    <a:pt x="2005" y="2687"/>
                  </a:cubicBezTo>
                  <a:cubicBezTo>
                    <a:pt x="2340" y="2687"/>
                    <a:pt x="2668" y="2620"/>
                    <a:pt x="2697" y="2465"/>
                  </a:cubicBezTo>
                  <a:cubicBezTo>
                    <a:pt x="2748" y="2194"/>
                    <a:pt x="2714" y="1422"/>
                    <a:pt x="2493" y="964"/>
                  </a:cubicBezTo>
                  <a:cubicBezTo>
                    <a:pt x="2273" y="497"/>
                    <a:pt x="1509" y="192"/>
                    <a:pt x="661" y="5"/>
                  </a:cubicBezTo>
                  <a:cubicBezTo>
                    <a:pt x="646" y="2"/>
                    <a:pt x="632" y="0"/>
                    <a:pt x="618" y="0"/>
                  </a:cubicBezTo>
                  <a:close/>
                </a:path>
              </a:pathLst>
            </a:custGeom>
            <a:solidFill>
              <a:srgbClr val="FFA8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0" name="Google Shape;3920;p72"/>
            <p:cNvSpPr/>
            <p:nvPr/>
          </p:nvSpPr>
          <p:spPr>
            <a:xfrm>
              <a:off x="7076191" y="3191761"/>
              <a:ext cx="16538" cy="601026"/>
            </a:xfrm>
            <a:custGeom>
              <a:avLst/>
              <a:gdLst/>
              <a:ahLst/>
              <a:cxnLst/>
              <a:rect l="l" t="t" r="r" b="b"/>
              <a:pathLst>
                <a:path w="222" h="8068" extrusionOk="0">
                  <a:moveTo>
                    <a:pt x="1" y="0"/>
                  </a:moveTo>
                  <a:lnTo>
                    <a:pt x="1" y="8068"/>
                  </a:lnTo>
                  <a:lnTo>
                    <a:pt x="221" y="8068"/>
                  </a:lnTo>
                  <a:lnTo>
                    <a:pt x="22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1" name="Google Shape;3921;p72"/>
            <p:cNvSpPr/>
            <p:nvPr/>
          </p:nvSpPr>
          <p:spPr>
            <a:xfrm>
              <a:off x="6780448" y="2959860"/>
              <a:ext cx="313550" cy="229445"/>
            </a:xfrm>
            <a:custGeom>
              <a:avLst/>
              <a:gdLst/>
              <a:ahLst/>
              <a:cxnLst/>
              <a:rect l="l" t="t" r="r" b="b"/>
              <a:pathLst>
                <a:path w="4209" h="3080" extrusionOk="0">
                  <a:moveTo>
                    <a:pt x="1392" y="0"/>
                  </a:moveTo>
                  <a:lnTo>
                    <a:pt x="238" y="772"/>
                  </a:lnTo>
                  <a:lnTo>
                    <a:pt x="0" y="2358"/>
                  </a:lnTo>
                  <a:lnTo>
                    <a:pt x="4208" y="3079"/>
                  </a:lnTo>
                  <a:lnTo>
                    <a:pt x="4208" y="2553"/>
                  </a:lnTo>
                  <a:lnTo>
                    <a:pt x="1392" y="0"/>
                  </a:ln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2" name="Google Shape;3922;p72"/>
            <p:cNvSpPr/>
            <p:nvPr/>
          </p:nvSpPr>
          <p:spPr>
            <a:xfrm>
              <a:off x="6786109" y="2959860"/>
              <a:ext cx="278760" cy="176330"/>
            </a:xfrm>
            <a:custGeom>
              <a:avLst/>
              <a:gdLst/>
              <a:ahLst/>
              <a:cxnLst/>
              <a:rect l="l" t="t" r="r" b="b"/>
              <a:pathLst>
                <a:path w="3742" h="2367" extrusionOk="0">
                  <a:moveTo>
                    <a:pt x="1316" y="0"/>
                  </a:moveTo>
                  <a:lnTo>
                    <a:pt x="162" y="772"/>
                  </a:lnTo>
                  <a:lnTo>
                    <a:pt x="1" y="1841"/>
                  </a:lnTo>
                  <a:cubicBezTo>
                    <a:pt x="561" y="2163"/>
                    <a:pt x="1409" y="2367"/>
                    <a:pt x="2351" y="2367"/>
                  </a:cubicBezTo>
                  <a:cubicBezTo>
                    <a:pt x="2851" y="2367"/>
                    <a:pt x="3326" y="2307"/>
                    <a:pt x="3742" y="2206"/>
                  </a:cubicBezTo>
                  <a:lnTo>
                    <a:pt x="131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3" name="Google Shape;3923;p72"/>
            <p:cNvSpPr/>
            <p:nvPr/>
          </p:nvSpPr>
          <p:spPr>
            <a:xfrm>
              <a:off x="6949774" y="3766189"/>
              <a:ext cx="269300" cy="59447"/>
            </a:xfrm>
            <a:custGeom>
              <a:avLst/>
              <a:gdLst/>
              <a:ahLst/>
              <a:cxnLst/>
              <a:rect l="l" t="t" r="r" b="b"/>
              <a:pathLst>
                <a:path w="3615" h="798" extrusionOk="0">
                  <a:moveTo>
                    <a:pt x="1808" y="0"/>
                  </a:moveTo>
                  <a:lnTo>
                    <a:pt x="1" y="586"/>
                  </a:lnTo>
                  <a:lnTo>
                    <a:pt x="1" y="798"/>
                  </a:lnTo>
                  <a:lnTo>
                    <a:pt x="3615" y="798"/>
                  </a:lnTo>
                  <a:lnTo>
                    <a:pt x="3615" y="586"/>
                  </a:lnTo>
                  <a:lnTo>
                    <a:pt x="1808" y="0"/>
                  </a:ln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4" name="Google Shape;3924;p72"/>
            <p:cNvSpPr/>
            <p:nvPr/>
          </p:nvSpPr>
          <p:spPr>
            <a:xfrm>
              <a:off x="6179500" y="3295383"/>
              <a:ext cx="520795" cy="521018"/>
            </a:xfrm>
            <a:custGeom>
              <a:avLst/>
              <a:gdLst/>
              <a:ahLst/>
              <a:cxnLst/>
              <a:rect l="l" t="t" r="r" b="b"/>
              <a:pathLst>
                <a:path w="6991" h="6994" extrusionOk="0">
                  <a:moveTo>
                    <a:pt x="1230" y="1"/>
                  </a:moveTo>
                  <a:lnTo>
                    <a:pt x="0" y="4115"/>
                  </a:lnTo>
                  <a:cubicBezTo>
                    <a:pt x="0" y="4115"/>
                    <a:pt x="959" y="6532"/>
                    <a:pt x="2291" y="6931"/>
                  </a:cubicBezTo>
                  <a:cubicBezTo>
                    <a:pt x="2435" y="6974"/>
                    <a:pt x="2604" y="6993"/>
                    <a:pt x="2789" y="6993"/>
                  </a:cubicBezTo>
                  <a:cubicBezTo>
                    <a:pt x="4318" y="6993"/>
                    <a:pt x="6990" y="5684"/>
                    <a:pt x="6990" y="5684"/>
                  </a:cubicBezTo>
                  <a:lnTo>
                    <a:pt x="6498" y="3682"/>
                  </a:lnTo>
                  <a:cubicBezTo>
                    <a:pt x="6498" y="3682"/>
                    <a:pt x="4037" y="4110"/>
                    <a:pt x="3606" y="4110"/>
                  </a:cubicBezTo>
                  <a:cubicBezTo>
                    <a:pt x="3583" y="4110"/>
                    <a:pt x="3565" y="4109"/>
                    <a:pt x="3555" y="4106"/>
                  </a:cubicBezTo>
                  <a:cubicBezTo>
                    <a:pt x="3334" y="4055"/>
                    <a:pt x="2019" y="1646"/>
                    <a:pt x="123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5" name="Google Shape;3925;p72"/>
            <p:cNvSpPr/>
            <p:nvPr/>
          </p:nvSpPr>
          <p:spPr>
            <a:xfrm>
              <a:off x="6179500" y="3295383"/>
              <a:ext cx="520795" cy="521018"/>
            </a:xfrm>
            <a:custGeom>
              <a:avLst/>
              <a:gdLst/>
              <a:ahLst/>
              <a:cxnLst/>
              <a:rect l="l" t="t" r="r" b="b"/>
              <a:pathLst>
                <a:path w="6991" h="6994" extrusionOk="0">
                  <a:moveTo>
                    <a:pt x="1230" y="1"/>
                  </a:moveTo>
                  <a:lnTo>
                    <a:pt x="0" y="4115"/>
                  </a:lnTo>
                  <a:cubicBezTo>
                    <a:pt x="0" y="4115"/>
                    <a:pt x="959" y="6541"/>
                    <a:pt x="2299" y="6931"/>
                  </a:cubicBezTo>
                  <a:cubicBezTo>
                    <a:pt x="2444" y="6974"/>
                    <a:pt x="2612" y="6994"/>
                    <a:pt x="2797" y="6994"/>
                  </a:cubicBezTo>
                  <a:cubicBezTo>
                    <a:pt x="4321" y="6994"/>
                    <a:pt x="6990" y="5693"/>
                    <a:pt x="6990" y="5693"/>
                  </a:cubicBezTo>
                  <a:lnTo>
                    <a:pt x="6710" y="4539"/>
                  </a:lnTo>
                  <a:cubicBezTo>
                    <a:pt x="5791" y="4914"/>
                    <a:pt x="4452" y="5389"/>
                    <a:pt x="3531" y="5389"/>
                  </a:cubicBezTo>
                  <a:cubicBezTo>
                    <a:pt x="3348" y="5389"/>
                    <a:pt x="3181" y="5370"/>
                    <a:pt x="3037" y="5328"/>
                  </a:cubicBezTo>
                  <a:cubicBezTo>
                    <a:pt x="1697" y="4929"/>
                    <a:pt x="1357" y="2478"/>
                    <a:pt x="1357" y="2478"/>
                  </a:cubicBezTo>
                  <a:lnTo>
                    <a:pt x="1391" y="331"/>
                  </a:lnTo>
                  <a:cubicBezTo>
                    <a:pt x="1332" y="221"/>
                    <a:pt x="1281" y="111"/>
                    <a:pt x="12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6" name="Google Shape;3926;p72"/>
            <p:cNvSpPr/>
            <p:nvPr/>
          </p:nvSpPr>
          <p:spPr>
            <a:xfrm>
              <a:off x="6444254" y="4073926"/>
              <a:ext cx="120756" cy="735639"/>
            </a:xfrm>
            <a:custGeom>
              <a:avLst/>
              <a:gdLst/>
              <a:ahLst/>
              <a:cxnLst/>
              <a:rect l="l" t="t" r="r" b="b"/>
              <a:pathLst>
                <a:path w="1621" h="9875" extrusionOk="0">
                  <a:moveTo>
                    <a:pt x="60" y="1"/>
                  </a:moveTo>
                  <a:cubicBezTo>
                    <a:pt x="60" y="1"/>
                    <a:pt x="1" y="722"/>
                    <a:pt x="603" y="976"/>
                  </a:cubicBezTo>
                  <a:cubicBezTo>
                    <a:pt x="603" y="976"/>
                    <a:pt x="840" y="4836"/>
                    <a:pt x="840" y="9408"/>
                  </a:cubicBezTo>
                  <a:cubicBezTo>
                    <a:pt x="840" y="9408"/>
                    <a:pt x="442" y="9493"/>
                    <a:pt x="586" y="9875"/>
                  </a:cubicBezTo>
                  <a:lnTo>
                    <a:pt x="1137" y="9875"/>
                  </a:lnTo>
                  <a:lnTo>
                    <a:pt x="16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7" name="Google Shape;3927;p72"/>
            <p:cNvSpPr/>
            <p:nvPr/>
          </p:nvSpPr>
          <p:spPr>
            <a:xfrm>
              <a:off x="7205141" y="4073926"/>
              <a:ext cx="118820" cy="735639"/>
            </a:xfrm>
            <a:custGeom>
              <a:avLst/>
              <a:gdLst/>
              <a:ahLst/>
              <a:cxnLst/>
              <a:rect l="l" t="t" r="r" b="b"/>
              <a:pathLst>
                <a:path w="1595" h="9875" extrusionOk="0">
                  <a:moveTo>
                    <a:pt x="0" y="1"/>
                  </a:moveTo>
                  <a:lnTo>
                    <a:pt x="229" y="9875"/>
                  </a:lnTo>
                  <a:lnTo>
                    <a:pt x="772" y="9875"/>
                  </a:lnTo>
                  <a:cubicBezTo>
                    <a:pt x="933" y="9493"/>
                    <a:pt x="534" y="9408"/>
                    <a:pt x="534" y="9408"/>
                  </a:cubicBezTo>
                  <a:cubicBezTo>
                    <a:pt x="653" y="4836"/>
                    <a:pt x="993" y="976"/>
                    <a:pt x="993" y="976"/>
                  </a:cubicBezTo>
                  <a:cubicBezTo>
                    <a:pt x="1595" y="722"/>
                    <a:pt x="1561" y="1"/>
                    <a:pt x="156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8" name="Google Shape;3928;p72"/>
            <p:cNvSpPr/>
            <p:nvPr/>
          </p:nvSpPr>
          <p:spPr>
            <a:xfrm>
              <a:off x="5835037" y="4260386"/>
              <a:ext cx="137220" cy="549177"/>
            </a:xfrm>
            <a:custGeom>
              <a:avLst/>
              <a:gdLst/>
              <a:ahLst/>
              <a:cxnLst/>
              <a:rect l="l" t="t" r="r" b="b"/>
              <a:pathLst>
                <a:path w="1842" h="7372" extrusionOk="0">
                  <a:moveTo>
                    <a:pt x="272" y="0"/>
                  </a:moveTo>
                  <a:cubicBezTo>
                    <a:pt x="272" y="0"/>
                    <a:pt x="527" y="6099"/>
                    <a:pt x="1" y="7372"/>
                  </a:cubicBezTo>
                  <a:lnTo>
                    <a:pt x="467" y="7372"/>
                  </a:lnTo>
                  <a:cubicBezTo>
                    <a:pt x="467" y="7372"/>
                    <a:pt x="238" y="1010"/>
                    <a:pt x="1842" y="246"/>
                  </a:cubicBezTo>
                  <a:lnTo>
                    <a:pt x="18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9" name="Google Shape;3929;p72"/>
            <p:cNvSpPr/>
            <p:nvPr/>
          </p:nvSpPr>
          <p:spPr>
            <a:xfrm>
              <a:off x="5720688" y="3436923"/>
              <a:ext cx="143552" cy="118894"/>
            </a:xfrm>
            <a:custGeom>
              <a:avLst/>
              <a:gdLst/>
              <a:ahLst/>
              <a:cxnLst/>
              <a:rect l="l" t="t" r="r" b="b"/>
              <a:pathLst>
                <a:path w="1927" h="1596" extrusionOk="0">
                  <a:moveTo>
                    <a:pt x="900" y="1"/>
                  </a:moveTo>
                  <a:cubicBezTo>
                    <a:pt x="382" y="1"/>
                    <a:pt x="0" y="425"/>
                    <a:pt x="43" y="951"/>
                  </a:cubicBezTo>
                  <a:cubicBezTo>
                    <a:pt x="60" y="1154"/>
                    <a:pt x="136" y="1341"/>
                    <a:pt x="255" y="1494"/>
                  </a:cubicBezTo>
                  <a:cubicBezTo>
                    <a:pt x="309" y="1564"/>
                    <a:pt x="377" y="1595"/>
                    <a:pt x="442" y="1595"/>
                  </a:cubicBezTo>
                  <a:cubicBezTo>
                    <a:pt x="551" y="1595"/>
                    <a:pt x="652" y="1507"/>
                    <a:pt x="662" y="1358"/>
                  </a:cubicBezTo>
                  <a:cubicBezTo>
                    <a:pt x="679" y="1087"/>
                    <a:pt x="815" y="798"/>
                    <a:pt x="1315" y="798"/>
                  </a:cubicBezTo>
                  <a:cubicBezTo>
                    <a:pt x="1544" y="798"/>
                    <a:pt x="1765" y="951"/>
                    <a:pt x="1909" y="1188"/>
                  </a:cubicBezTo>
                  <a:cubicBezTo>
                    <a:pt x="1926" y="1112"/>
                    <a:pt x="1926" y="1027"/>
                    <a:pt x="1918" y="951"/>
                  </a:cubicBezTo>
                  <a:cubicBezTo>
                    <a:pt x="1875" y="425"/>
                    <a:pt x="1417" y="1"/>
                    <a:pt x="900" y="1"/>
                  </a:cubicBezTo>
                  <a:close/>
                </a:path>
              </a:pathLst>
            </a:custGeom>
            <a:solidFill>
              <a:srgbClr val="2C1F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0" name="Google Shape;3930;p72"/>
            <p:cNvSpPr/>
            <p:nvPr/>
          </p:nvSpPr>
          <p:spPr>
            <a:xfrm>
              <a:off x="5719421" y="3514695"/>
              <a:ext cx="34193" cy="41121"/>
            </a:xfrm>
            <a:custGeom>
              <a:avLst/>
              <a:gdLst/>
              <a:ahLst/>
              <a:cxnLst/>
              <a:rect l="l" t="t" r="r" b="b"/>
              <a:pathLst>
                <a:path w="459" h="552" extrusionOk="0">
                  <a:moveTo>
                    <a:pt x="1" y="0"/>
                  </a:moveTo>
                  <a:lnTo>
                    <a:pt x="51" y="552"/>
                  </a:lnTo>
                  <a:lnTo>
                    <a:pt x="459" y="552"/>
                  </a:lnTo>
                  <a:lnTo>
                    <a:pt x="416" y="0"/>
                  </a:lnTo>
                  <a:close/>
                </a:path>
              </a:pathLst>
            </a:custGeom>
            <a:solidFill>
              <a:srgbClr val="2C1F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1" name="Google Shape;3931;p72"/>
            <p:cNvSpPr/>
            <p:nvPr/>
          </p:nvSpPr>
          <p:spPr>
            <a:xfrm>
              <a:off x="5692901" y="3436923"/>
              <a:ext cx="131484" cy="118894"/>
            </a:xfrm>
            <a:custGeom>
              <a:avLst/>
              <a:gdLst/>
              <a:ahLst/>
              <a:cxnLst/>
              <a:rect l="l" t="t" r="r" b="b"/>
              <a:pathLst>
                <a:path w="1765" h="1596" extrusionOk="0">
                  <a:moveTo>
                    <a:pt x="823" y="1"/>
                  </a:moveTo>
                  <a:cubicBezTo>
                    <a:pt x="348" y="1"/>
                    <a:pt x="0" y="425"/>
                    <a:pt x="43" y="951"/>
                  </a:cubicBezTo>
                  <a:cubicBezTo>
                    <a:pt x="60" y="1154"/>
                    <a:pt x="136" y="1341"/>
                    <a:pt x="246" y="1494"/>
                  </a:cubicBezTo>
                  <a:cubicBezTo>
                    <a:pt x="294" y="1564"/>
                    <a:pt x="356" y="1595"/>
                    <a:pt x="415" y="1595"/>
                  </a:cubicBezTo>
                  <a:cubicBezTo>
                    <a:pt x="514" y="1595"/>
                    <a:pt x="606" y="1507"/>
                    <a:pt x="611" y="1358"/>
                  </a:cubicBezTo>
                  <a:cubicBezTo>
                    <a:pt x="628" y="1087"/>
                    <a:pt x="747" y="798"/>
                    <a:pt x="1196" y="798"/>
                  </a:cubicBezTo>
                  <a:cubicBezTo>
                    <a:pt x="1417" y="798"/>
                    <a:pt x="1612" y="951"/>
                    <a:pt x="1748" y="1188"/>
                  </a:cubicBezTo>
                  <a:cubicBezTo>
                    <a:pt x="1756" y="1112"/>
                    <a:pt x="1765" y="1027"/>
                    <a:pt x="1756" y="951"/>
                  </a:cubicBezTo>
                  <a:cubicBezTo>
                    <a:pt x="1714" y="425"/>
                    <a:pt x="1290" y="1"/>
                    <a:pt x="8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2" name="Google Shape;3932;p72"/>
            <p:cNvSpPr/>
            <p:nvPr/>
          </p:nvSpPr>
          <p:spPr>
            <a:xfrm>
              <a:off x="5435671" y="3436923"/>
              <a:ext cx="143552" cy="118894"/>
            </a:xfrm>
            <a:custGeom>
              <a:avLst/>
              <a:gdLst/>
              <a:ahLst/>
              <a:cxnLst/>
              <a:rect l="l" t="t" r="r" b="b"/>
              <a:pathLst>
                <a:path w="1927" h="1596" extrusionOk="0">
                  <a:moveTo>
                    <a:pt x="908" y="1"/>
                  </a:moveTo>
                  <a:cubicBezTo>
                    <a:pt x="382" y="1"/>
                    <a:pt x="1" y="425"/>
                    <a:pt x="43" y="951"/>
                  </a:cubicBezTo>
                  <a:cubicBezTo>
                    <a:pt x="60" y="1154"/>
                    <a:pt x="136" y="1341"/>
                    <a:pt x="264" y="1494"/>
                  </a:cubicBezTo>
                  <a:cubicBezTo>
                    <a:pt x="318" y="1564"/>
                    <a:pt x="386" y="1595"/>
                    <a:pt x="451" y="1595"/>
                  </a:cubicBezTo>
                  <a:cubicBezTo>
                    <a:pt x="559" y="1595"/>
                    <a:pt x="657" y="1507"/>
                    <a:pt x="662" y="1358"/>
                  </a:cubicBezTo>
                  <a:cubicBezTo>
                    <a:pt x="688" y="1087"/>
                    <a:pt x="823" y="798"/>
                    <a:pt x="1316" y="798"/>
                  </a:cubicBezTo>
                  <a:cubicBezTo>
                    <a:pt x="1553" y="798"/>
                    <a:pt x="1774" y="951"/>
                    <a:pt x="1909" y="1188"/>
                  </a:cubicBezTo>
                  <a:cubicBezTo>
                    <a:pt x="1926" y="1112"/>
                    <a:pt x="1926" y="1027"/>
                    <a:pt x="1926" y="951"/>
                  </a:cubicBezTo>
                  <a:cubicBezTo>
                    <a:pt x="1884" y="425"/>
                    <a:pt x="1426" y="1"/>
                    <a:pt x="9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3" name="Google Shape;3933;p72"/>
            <p:cNvSpPr/>
            <p:nvPr/>
          </p:nvSpPr>
          <p:spPr>
            <a:xfrm>
              <a:off x="5476122" y="3467913"/>
              <a:ext cx="509397" cy="776089"/>
            </a:xfrm>
            <a:custGeom>
              <a:avLst/>
              <a:gdLst/>
              <a:ahLst/>
              <a:cxnLst/>
              <a:rect l="l" t="t" r="r" b="b"/>
              <a:pathLst>
                <a:path w="6838" h="10418" extrusionOk="0">
                  <a:moveTo>
                    <a:pt x="1" y="0"/>
                  </a:moveTo>
                  <a:cubicBezTo>
                    <a:pt x="552" y="662"/>
                    <a:pt x="1417" y="5379"/>
                    <a:pt x="1833" y="10418"/>
                  </a:cubicBezTo>
                  <a:lnTo>
                    <a:pt x="6838" y="10418"/>
                  </a:lnTo>
                  <a:cubicBezTo>
                    <a:pt x="6456" y="5905"/>
                    <a:pt x="5574" y="696"/>
                    <a:pt x="49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4" name="Google Shape;3934;p72"/>
            <p:cNvSpPr/>
            <p:nvPr/>
          </p:nvSpPr>
          <p:spPr>
            <a:xfrm>
              <a:off x="5501375" y="3467913"/>
              <a:ext cx="487347" cy="776089"/>
            </a:xfrm>
            <a:custGeom>
              <a:avLst/>
              <a:gdLst/>
              <a:ahLst/>
              <a:cxnLst/>
              <a:rect l="l" t="t" r="r" b="b"/>
              <a:pathLst>
                <a:path w="6542" h="10418" extrusionOk="0">
                  <a:moveTo>
                    <a:pt x="1" y="0"/>
                  </a:moveTo>
                  <a:cubicBezTo>
                    <a:pt x="527" y="662"/>
                    <a:pt x="1409" y="5379"/>
                    <a:pt x="1884" y="10418"/>
                  </a:cubicBezTo>
                  <a:lnTo>
                    <a:pt x="6541" y="10418"/>
                  </a:lnTo>
                  <a:cubicBezTo>
                    <a:pt x="6126" y="5905"/>
                    <a:pt x="5209" y="696"/>
                    <a:pt x="46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5" name="Google Shape;3935;p72"/>
            <p:cNvSpPr/>
            <p:nvPr/>
          </p:nvSpPr>
          <p:spPr>
            <a:xfrm>
              <a:off x="5550691" y="3491900"/>
              <a:ext cx="429166" cy="657344"/>
            </a:xfrm>
            <a:custGeom>
              <a:avLst/>
              <a:gdLst/>
              <a:ahLst/>
              <a:cxnLst/>
              <a:rect l="l" t="t" r="r" b="b"/>
              <a:pathLst>
                <a:path w="5761" h="8824" extrusionOk="0">
                  <a:moveTo>
                    <a:pt x="280" y="1"/>
                  </a:moveTo>
                  <a:cubicBezTo>
                    <a:pt x="102" y="1"/>
                    <a:pt x="1" y="230"/>
                    <a:pt x="77" y="450"/>
                  </a:cubicBezTo>
                  <a:cubicBezTo>
                    <a:pt x="526" y="1689"/>
                    <a:pt x="1103" y="4972"/>
                    <a:pt x="1426" y="8492"/>
                  </a:cubicBezTo>
                  <a:cubicBezTo>
                    <a:pt x="1443" y="8670"/>
                    <a:pt x="1578" y="8823"/>
                    <a:pt x="1723" y="8823"/>
                  </a:cubicBezTo>
                  <a:lnTo>
                    <a:pt x="5506" y="8823"/>
                  </a:lnTo>
                  <a:cubicBezTo>
                    <a:pt x="5659" y="8823"/>
                    <a:pt x="5761" y="8670"/>
                    <a:pt x="5744" y="8484"/>
                  </a:cubicBezTo>
                  <a:cubicBezTo>
                    <a:pt x="5421" y="5014"/>
                    <a:pt x="4760" y="1163"/>
                    <a:pt x="4276" y="179"/>
                  </a:cubicBezTo>
                  <a:cubicBezTo>
                    <a:pt x="4225" y="69"/>
                    <a:pt x="4123" y="1"/>
                    <a:pt x="403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6" name="Google Shape;3936;p72"/>
            <p:cNvSpPr/>
            <p:nvPr/>
          </p:nvSpPr>
          <p:spPr>
            <a:xfrm>
              <a:off x="5407885" y="3436923"/>
              <a:ext cx="131484" cy="118894"/>
            </a:xfrm>
            <a:custGeom>
              <a:avLst/>
              <a:gdLst/>
              <a:ahLst/>
              <a:cxnLst/>
              <a:rect l="l" t="t" r="r" b="b"/>
              <a:pathLst>
                <a:path w="1765" h="1596" extrusionOk="0">
                  <a:moveTo>
                    <a:pt x="823" y="1"/>
                  </a:moveTo>
                  <a:cubicBezTo>
                    <a:pt x="348" y="1"/>
                    <a:pt x="0" y="425"/>
                    <a:pt x="43" y="951"/>
                  </a:cubicBezTo>
                  <a:cubicBezTo>
                    <a:pt x="60" y="1154"/>
                    <a:pt x="136" y="1341"/>
                    <a:pt x="246" y="1494"/>
                  </a:cubicBezTo>
                  <a:cubicBezTo>
                    <a:pt x="297" y="1564"/>
                    <a:pt x="360" y="1595"/>
                    <a:pt x="419" y="1595"/>
                  </a:cubicBezTo>
                  <a:cubicBezTo>
                    <a:pt x="519" y="1595"/>
                    <a:pt x="609" y="1507"/>
                    <a:pt x="620" y="1358"/>
                  </a:cubicBezTo>
                  <a:cubicBezTo>
                    <a:pt x="628" y="1087"/>
                    <a:pt x="755" y="798"/>
                    <a:pt x="1205" y="798"/>
                  </a:cubicBezTo>
                  <a:cubicBezTo>
                    <a:pt x="1417" y="798"/>
                    <a:pt x="1621" y="951"/>
                    <a:pt x="1748" y="1188"/>
                  </a:cubicBezTo>
                  <a:cubicBezTo>
                    <a:pt x="1765" y="1112"/>
                    <a:pt x="1765" y="1027"/>
                    <a:pt x="1756" y="951"/>
                  </a:cubicBezTo>
                  <a:cubicBezTo>
                    <a:pt x="1714" y="425"/>
                    <a:pt x="1298" y="1"/>
                    <a:pt x="8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7" name="Google Shape;3937;p72"/>
            <p:cNvSpPr/>
            <p:nvPr/>
          </p:nvSpPr>
          <p:spPr>
            <a:xfrm>
              <a:off x="5625930" y="4183284"/>
              <a:ext cx="611753" cy="61309"/>
            </a:xfrm>
            <a:custGeom>
              <a:avLst/>
              <a:gdLst/>
              <a:ahLst/>
              <a:cxnLst/>
              <a:rect l="l" t="t" r="r" b="b"/>
              <a:pathLst>
                <a:path w="8212" h="823" extrusionOk="0">
                  <a:moveTo>
                    <a:pt x="212" y="0"/>
                  </a:moveTo>
                  <a:cubicBezTo>
                    <a:pt x="93" y="0"/>
                    <a:pt x="0" y="93"/>
                    <a:pt x="0" y="212"/>
                  </a:cubicBezTo>
                  <a:lnTo>
                    <a:pt x="0" y="823"/>
                  </a:lnTo>
                  <a:lnTo>
                    <a:pt x="8212" y="823"/>
                  </a:lnTo>
                  <a:lnTo>
                    <a:pt x="8212" y="212"/>
                  </a:lnTo>
                  <a:cubicBezTo>
                    <a:pt x="8212" y="93"/>
                    <a:pt x="8118" y="0"/>
                    <a:pt x="800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8" name="Google Shape;3938;p72"/>
            <p:cNvSpPr/>
            <p:nvPr/>
          </p:nvSpPr>
          <p:spPr>
            <a:xfrm>
              <a:off x="5593674" y="4260386"/>
              <a:ext cx="136549" cy="549177"/>
            </a:xfrm>
            <a:custGeom>
              <a:avLst/>
              <a:gdLst/>
              <a:ahLst/>
              <a:cxnLst/>
              <a:rect l="l" t="t" r="r" b="b"/>
              <a:pathLst>
                <a:path w="1833" h="7372" extrusionOk="0">
                  <a:moveTo>
                    <a:pt x="263" y="0"/>
                  </a:moveTo>
                  <a:cubicBezTo>
                    <a:pt x="263" y="0"/>
                    <a:pt x="518" y="6099"/>
                    <a:pt x="0" y="7372"/>
                  </a:cubicBezTo>
                  <a:lnTo>
                    <a:pt x="458" y="7372"/>
                  </a:lnTo>
                  <a:cubicBezTo>
                    <a:pt x="458" y="7372"/>
                    <a:pt x="229" y="1010"/>
                    <a:pt x="1833" y="246"/>
                  </a:cubicBezTo>
                  <a:lnTo>
                    <a:pt x="18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9" name="Google Shape;3939;p72"/>
            <p:cNvSpPr/>
            <p:nvPr/>
          </p:nvSpPr>
          <p:spPr>
            <a:xfrm>
              <a:off x="6131451" y="4260386"/>
              <a:ext cx="144148" cy="549177"/>
            </a:xfrm>
            <a:custGeom>
              <a:avLst/>
              <a:gdLst/>
              <a:ahLst/>
              <a:cxnLst/>
              <a:rect l="l" t="t" r="r" b="b"/>
              <a:pathLst>
                <a:path w="1935" h="7372" extrusionOk="0">
                  <a:moveTo>
                    <a:pt x="0" y="0"/>
                  </a:moveTo>
                  <a:lnTo>
                    <a:pt x="0" y="246"/>
                  </a:lnTo>
                  <a:cubicBezTo>
                    <a:pt x="1612" y="1010"/>
                    <a:pt x="1476" y="7372"/>
                    <a:pt x="1476" y="7372"/>
                  </a:cubicBezTo>
                  <a:lnTo>
                    <a:pt x="1935" y="7372"/>
                  </a:lnTo>
                  <a:cubicBezTo>
                    <a:pt x="1426" y="6108"/>
                    <a:pt x="1561" y="1680"/>
                    <a:pt x="15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0" name="Google Shape;3940;p72"/>
            <p:cNvSpPr/>
            <p:nvPr/>
          </p:nvSpPr>
          <p:spPr>
            <a:xfrm>
              <a:off x="5891951" y="4260386"/>
              <a:ext cx="144744" cy="549177"/>
            </a:xfrm>
            <a:custGeom>
              <a:avLst/>
              <a:gdLst/>
              <a:ahLst/>
              <a:cxnLst/>
              <a:rect l="l" t="t" r="r" b="b"/>
              <a:pathLst>
                <a:path w="1943" h="7372" extrusionOk="0">
                  <a:moveTo>
                    <a:pt x="0" y="0"/>
                  </a:moveTo>
                  <a:lnTo>
                    <a:pt x="0" y="246"/>
                  </a:lnTo>
                  <a:cubicBezTo>
                    <a:pt x="1612" y="1010"/>
                    <a:pt x="1476" y="7372"/>
                    <a:pt x="1476" y="7372"/>
                  </a:cubicBezTo>
                  <a:lnTo>
                    <a:pt x="1943" y="7372"/>
                  </a:lnTo>
                  <a:cubicBezTo>
                    <a:pt x="1400" y="6099"/>
                    <a:pt x="1561" y="0"/>
                    <a:pt x="15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1" name="Google Shape;3941;p72"/>
            <p:cNvSpPr/>
            <p:nvPr/>
          </p:nvSpPr>
          <p:spPr>
            <a:xfrm>
              <a:off x="5601273" y="3491900"/>
              <a:ext cx="378584" cy="657344"/>
            </a:xfrm>
            <a:custGeom>
              <a:avLst/>
              <a:gdLst/>
              <a:ahLst/>
              <a:cxnLst/>
              <a:rect l="l" t="t" r="r" b="b"/>
              <a:pathLst>
                <a:path w="5082" h="8824" extrusionOk="0">
                  <a:moveTo>
                    <a:pt x="1281" y="1"/>
                  </a:moveTo>
                  <a:cubicBezTo>
                    <a:pt x="1128" y="1570"/>
                    <a:pt x="619" y="2766"/>
                    <a:pt x="0" y="2944"/>
                  </a:cubicBezTo>
                  <a:cubicBezTo>
                    <a:pt x="289" y="4471"/>
                    <a:pt x="560" y="6439"/>
                    <a:pt x="747" y="8484"/>
                  </a:cubicBezTo>
                  <a:cubicBezTo>
                    <a:pt x="764" y="8670"/>
                    <a:pt x="899" y="8823"/>
                    <a:pt x="1044" y="8823"/>
                  </a:cubicBezTo>
                  <a:lnTo>
                    <a:pt x="4827" y="8823"/>
                  </a:lnTo>
                  <a:cubicBezTo>
                    <a:pt x="4980" y="8823"/>
                    <a:pt x="5082" y="8670"/>
                    <a:pt x="5065" y="8484"/>
                  </a:cubicBezTo>
                  <a:cubicBezTo>
                    <a:pt x="4742" y="5014"/>
                    <a:pt x="4081" y="1163"/>
                    <a:pt x="3597" y="179"/>
                  </a:cubicBezTo>
                  <a:cubicBezTo>
                    <a:pt x="3546" y="69"/>
                    <a:pt x="3444" y="1"/>
                    <a:pt x="33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2" name="Google Shape;3942;p72"/>
            <p:cNvSpPr/>
            <p:nvPr/>
          </p:nvSpPr>
          <p:spPr>
            <a:xfrm>
              <a:off x="5550095" y="3491900"/>
              <a:ext cx="156738" cy="657344"/>
            </a:xfrm>
            <a:custGeom>
              <a:avLst/>
              <a:gdLst/>
              <a:ahLst/>
              <a:cxnLst/>
              <a:rect l="l" t="t" r="r" b="b"/>
              <a:pathLst>
                <a:path w="2104" h="8824" extrusionOk="0">
                  <a:moveTo>
                    <a:pt x="288" y="1"/>
                  </a:moveTo>
                  <a:cubicBezTo>
                    <a:pt x="110" y="1"/>
                    <a:pt x="0" y="230"/>
                    <a:pt x="85" y="450"/>
                  </a:cubicBezTo>
                  <a:cubicBezTo>
                    <a:pt x="534" y="1689"/>
                    <a:pt x="1111" y="4972"/>
                    <a:pt x="1434" y="8492"/>
                  </a:cubicBezTo>
                  <a:cubicBezTo>
                    <a:pt x="1451" y="8670"/>
                    <a:pt x="1586" y="8823"/>
                    <a:pt x="1731" y="8823"/>
                  </a:cubicBezTo>
                  <a:lnTo>
                    <a:pt x="2104" y="8823"/>
                  </a:lnTo>
                  <a:cubicBezTo>
                    <a:pt x="1960" y="8823"/>
                    <a:pt x="1832" y="8670"/>
                    <a:pt x="1815" y="8492"/>
                  </a:cubicBezTo>
                  <a:cubicBezTo>
                    <a:pt x="1493" y="4972"/>
                    <a:pt x="916" y="1689"/>
                    <a:pt x="467" y="450"/>
                  </a:cubicBezTo>
                  <a:cubicBezTo>
                    <a:pt x="382" y="230"/>
                    <a:pt x="484" y="1"/>
                    <a:pt x="67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3" name="Google Shape;3943;p72"/>
            <p:cNvSpPr/>
            <p:nvPr/>
          </p:nvSpPr>
          <p:spPr>
            <a:xfrm>
              <a:off x="5613275" y="4234447"/>
              <a:ext cx="417083" cy="45603"/>
            </a:xfrm>
            <a:custGeom>
              <a:avLst/>
              <a:gdLst/>
              <a:ahLst/>
              <a:cxnLst/>
              <a:rect l="l" t="t" r="r" b="b"/>
              <a:pathLst>
                <a:path w="5303" h="612" extrusionOk="0">
                  <a:moveTo>
                    <a:pt x="0" y="0"/>
                  </a:moveTo>
                  <a:lnTo>
                    <a:pt x="0" y="611"/>
                  </a:lnTo>
                  <a:lnTo>
                    <a:pt x="5302" y="611"/>
                  </a:lnTo>
                  <a:lnTo>
                    <a:pt x="53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4" name="Google Shape;3944;p72"/>
            <p:cNvSpPr/>
            <p:nvPr/>
          </p:nvSpPr>
          <p:spPr>
            <a:xfrm>
              <a:off x="5972852" y="3909591"/>
              <a:ext cx="558713" cy="875987"/>
            </a:xfrm>
            <a:custGeom>
              <a:avLst/>
              <a:gdLst/>
              <a:ahLst/>
              <a:cxnLst/>
              <a:rect l="l" t="t" r="r" b="b"/>
              <a:pathLst>
                <a:path w="7500" h="11759" extrusionOk="0">
                  <a:moveTo>
                    <a:pt x="153" y="1"/>
                  </a:moveTo>
                  <a:lnTo>
                    <a:pt x="0" y="1477"/>
                  </a:lnTo>
                  <a:cubicBezTo>
                    <a:pt x="77" y="2995"/>
                    <a:pt x="1052" y="3615"/>
                    <a:pt x="1052" y="3615"/>
                  </a:cubicBezTo>
                  <a:lnTo>
                    <a:pt x="3758" y="3615"/>
                  </a:lnTo>
                  <a:cubicBezTo>
                    <a:pt x="3758" y="3615"/>
                    <a:pt x="3368" y="6966"/>
                    <a:pt x="6210" y="11758"/>
                  </a:cubicBezTo>
                  <a:lnTo>
                    <a:pt x="6439" y="11682"/>
                  </a:lnTo>
                  <a:cubicBezTo>
                    <a:pt x="6439" y="11682"/>
                    <a:pt x="7499" y="2639"/>
                    <a:pt x="7117" y="2232"/>
                  </a:cubicBezTo>
                  <a:cubicBezTo>
                    <a:pt x="6736" y="1825"/>
                    <a:pt x="3376" y="1"/>
                    <a:pt x="33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5" name="Google Shape;3945;p72"/>
            <p:cNvSpPr/>
            <p:nvPr/>
          </p:nvSpPr>
          <p:spPr>
            <a:xfrm>
              <a:off x="5972852" y="3909591"/>
              <a:ext cx="486006" cy="875987"/>
            </a:xfrm>
            <a:custGeom>
              <a:avLst/>
              <a:gdLst/>
              <a:ahLst/>
              <a:cxnLst/>
              <a:rect l="l" t="t" r="r" b="b"/>
              <a:pathLst>
                <a:path w="6524" h="11759" extrusionOk="0">
                  <a:moveTo>
                    <a:pt x="153" y="1"/>
                  </a:moveTo>
                  <a:lnTo>
                    <a:pt x="0" y="1477"/>
                  </a:lnTo>
                  <a:cubicBezTo>
                    <a:pt x="77" y="2995"/>
                    <a:pt x="1052" y="3615"/>
                    <a:pt x="1052" y="3615"/>
                  </a:cubicBezTo>
                  <a:lnTo>
                    <a:pt x="3758" y="3615"/>
                  </a:lnTo>
                  <a:cubicBezTo>
                    <a:pt x="3758" y="3615"/>
                    <a:pt x="3368" y="6966"/>
                    <a:pt x="6210" y="11758"/>
                  </a:cubicBezTo>
                  <a:lnTo>
                    <a:pt x="6439" y="11682"/>
                  </a:lnTo>
                  <a:cubicBezTo>
                    <a:pt x="6439" y="11682"/>
                    <a:pt x="6473" y="11402"/>
                    <a:pt x="6524" y="10936"/>
                  </a:cubicBezTo>
                  <a:cubicBezTo>
                    <a:pt x="5930" y="10410"/>
                    <a:pt x="5489" y="8340"/>
                    <a:pt x="5489" y="5863"/>
                  </a:cubicBezTo>
                  <a:cubicBezTo>
                    <a:pt x="5489" y="4056"/>
                    <a:pt x="5726" y="2470"/>
                    <a:pt x="6083" y="1536"/>
                  </a:cubicBezTo>
                  <a:cubicBezTo>
                    <a:pt x="4963" y="866"/>
                    <a:pt x="3376" y="1"/>
                    <a:pt x="33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6" name="Google Shape;3946;p72"/>
            <p:cNvSpPr/>
            <p:nvPr/>
          </p:nvSpPr>
          <p:spPr>
            <a:xfrm>
              <a:off x="5732681" y="3909591"/>
              <a:ext cx="576443" cy="882319"/>
            </a:xfrm>
            <a:custGeom>
              <a:avLst/>
              <a:gdLst/>
              <a:ahLst/>
              <a:cxnLst/>
              <a:rect l="l" t="t" r="r" b="b"/>
              <a:pathLst>
                <a:path w="7738" h="11844" extrusionOk="0">
                  <a:moveTo>
                    <a:pt x="3377" y="1"/>
                  </a:moveTo>
                  <a:lnTo>
                    <a:pt x="1" y="1477"/>
                  </a:lnTo>
                  <a:cubicBezTo>
                    <a:pt x="77" y="2995"/>
                    <a:pt x="1053" y="3674"/>
                    <a:pt x="1053" y="3674"/>
                  </a:cubicBezTo>
                  <a:lnTo>
                    <a:pt x="3759" y="3725"/>
                  </a:lnTo>
                  <a:cubicBezTo>
                    <a:pt x="3759" y="3725"/>
                    <a:pt x="3979" y="6567"/>
                    <a:pt x="5116" y="11818"/>
                  </a:cubicBezTo>
                  <a:lnTo>
                    <a:pt x="5328" y="11843"/>
                  </a:lnTo>
                  <a:cubicBezTo>
                    <a:pt x="5328" y="11843"/>
                    <a:pt x="7737" y="2453"/>
                    <a:pt x="7364" y="2045"/>
                  </a:cubicBezTo>
                  <a:cubicBezTo>
                    <a:pt x="6982" y="1638"/>
                    <a:pt x="3377" y="1"/>
                    <a:pt x="33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7" name="Google Shape;3947;p72"/>
            <p:cNvSpPr/>
            <p:nvPr/>
          </p:nvSpPr>
          <p:spPr>
            <a:xfrm>
              <a:off x="5732681" y="3909591"/>
              <a:ext cx="549252" cy="882319"/>
            </a:xfrm>
            <a:custGeom>
              <a:avLst/>
              <a:gdLst/>
              <a:ahLst/>
              <a:cxnLst/>
              <a:rect l="l" t="t" r="r" b="b"/>
              <a:pathLst>
                <a:path w="7373" h="11844" extrusionOk="0">
                  <a:moveTo>
                    <a:pt x="3377" y="1"/>
                  </a:moveTo>
                  <a:lnTo>
                    <a:pt x="1" y="1477"/>
                  </a:lnTo>
                  <a:cubicBezTo>
                    <a:pt x="77" y="2995"/>
                    <a:pt x="1053" y="3674"/>
                    <a:pt x="1053" y="3674"/>
                  </a:cubicBezTo>
                  <a:lnTo>
                    <a:pt x="3759" y="3725"/>
                  </a:lnTo>
                  <a:cubicBezTo>
                    <a:pt x="3759" y="3725"/>
                    <a:pt x="3979" y="6567"/>
                    <a:pt x="5116" y="11818"/>
                  </a:cubicBezTo>
                  <a:lnTo>
                    <a:pt x="5328" y="11843"/>
                  </a:lnTo>
                  <a:cubicBezTo>
                    <a:pt x="5328" y="11843"/>
                    <a:pt x="7101" y="4930"/>
                    <a:pt x="7372" y="2707"/>
                  </a:cubicBezTo>
                  <a:lnTo>
                    <a:pt x="7372" y="2707"/>
                  </a:lnTo>
                  <a:cubicBezTo>
                    <a:pt x="6889" y="2817"/>
                    <a:pt x="6329" y="2885"/>
                    <a:pt x="5727" y="2885"/>
                  </a:cubicBezTo>
                  <a:cubicBezTo>
                    <a:pt x="3996" y="2885"/>
                    <a:pt x="2596" y="2359"/>
                    <a:pt x="2596" y="1723"/>
                  </a:cubicBezTo>
                  <a:cubicBezTo>
                    <a:pt x="2596" y="1214"/>
                    <a:pt x="3479" y="773"/>
                    <a:pt x="4709" y="620"/>
                  </a:cubicBezTo>
                  <a:cubicBezTo>
                    <a:pt x="3971" y="272"/>
                    <a:pt x="3377" y="1"/>
                    <a:pt x="337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8" name="Google Shape;3948;p72"/>
            <p:cNvSpPr/>
            <p:nvPr/>
          </p:nvSpPr>
          <p:spPr>
            <a:xfrm>
              <a:off x="6075803" y="4764789"/>
              <a:ext cx="87979" cy="44772"/>
            </a:xfrm>
            <a:custGeom>
              <a:avLst/>
              <a:gdLst/>
              <a:ahLst/>
              <a:cxnLst/>
              <a:rect l="l" t="t" r="r" b="b"/>
              <a:pathLst>
                <a:path w="1181" h="601" extrusionOk="0">
                  <a:moveTo>
                    <a:pt x="656" y="1"/>
                  </a:moveTo>
                  <a:cubicBezTo>
                    <a:pt x="643" y="1"/>
                    <a:pt x="632" y="3"/>
                    <a:pt x="620" y="7"/>
                  </a:cubicBezTo>
                  <a:cubicBezTo>
                    <a:pt x="400" y="83"/>
                    <a:pt x="1" y="601"/>
                    <a:pt x="1" y="601"/>
                  </a:cubicBezTo>
                  <a:lnTo>
                    <a:pt x="1180" y="601"/>
                  </a:lnTo>
                  <a:cubicBezTo>
                    <a:pt x="1180" y="601"/>
                    <a:pt x="869" y="1"/>
                    <a:pt x="6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9" name="Google Shape;3949;p72"/>
            <p:cNvSpPr/>
            <p:nvPr/>
          </p:nvSpPr>
          <p:spPr>
            <a:xfrm>
              <a:off x="6411401" y="4764789"/>
              <a:ext cx="135953" cy="44772"/>
            </a:xfrm>
            <a:custGeom>
              <a:avLst/>
              <a:gdLst/>
              <a:ahLst/>
              <a:cxnLst/>
              <a:rect l="l" t="t" r="r" b="b"/>
              <a:pathLst>
                <a:path w="1825" h="601" extrusionOk="0">
                  <a:moveTo>
                    <a:pt x="305" y="1"/>
                  </a:moveTo>
                  <a:cubicBezTo>
                    <a:pt x="283" y="1"/>
                    <a:pt x="263" y="3"/>
                    <a:pt x="246" y="7"/>
                  </a:cubicBezTo>
                  <a:cubicBezTo>
                    <a:pt x="68" y="49"/>
                    <a:pt x="0" y="601"/>
                    <a:pt x="0" y="601"/>
                  </a:cubicBezTo>
                  <a:lnTo>
                    <a:pt x="1824" y="601"/>
                  </a:lnTo>
                  <a:cubicBezTo>
                    <a:pt x="1824" y="601"/>
                    <a:pt x="693" y="1"/>
                    <a:pt x="3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0" name="Google Shape;3950;p72"/>
            <p:cNvSpPr/>
            <p:nvPr/>
          </p:nvSpPr>
          <p:spPr>
            <a:xfrm>
              <a:off x="5647385" y="3168817"/>
              <a:ext cx="659803" cy="906456"/>
            </a:xfrm>
            <a:custGeom>
              <a:avLst/>
              <a:gdLst/>
              <a:ahLst/>
              <a:cxnLst/>
              <a:rect l="l" t="t" r="r" b="b"/>
              <a:pathLst>
                <a:path w="8857" h="12168" extrusionOk="0">
                  <a:moveTo>
                    <a:pt x="4816" y="1"/>
                  </a:moveTo>
                  <a:cubicBezTo>
                    <a:pt x="4698" y="1"/>
                    <a:pt x="4588" y="7"/>
                    <a:pt x="4488" y="20"/>
                  </a:cubicBezTo>
                  <a:cubicBezTo>
                    <a:pt x="3351" y="164"/>
                    <a:pt x="2147" y="1793"/>
                    <a:pt x="1672" y="2802"/>
                  </a:cubicBezTo>
                  <a:cubicBezTo>
                    <a:pt x="1205" y="3812"/>
                    <a:pt x="0" y="10115"/>
                    <a:pt x="1264" y="12168"/>
                  </a:cubicBezTo>
                  <a:cubicBezTo>
                    <a:pt x="4132" y="10055"/>
                    <a:pt x="6261" y="10021"/>
                    <a:pt x="7737" y="9945"/>
                  </a:cubicBezTo>
                  <a:cubicBezTo>
                    <a:pt x="6727" y="6645"/>
                    <a:pt x="8857" y="3040"/>
                    <a:pt x="8500" y="1937"/>
                  </a:cubicBezTo>
                  <a:cubicBezTo>
                    <a:pt x="8083" y="676"/>
                    <a:pt x="6036" y="1"/>
                    <a:pt x="48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1" name="Google Shape;3951;p72"/>
            <p:cNvSpPr/>
            <p:nvPr/>
          </p:nvSpPr>
          <p:spPr>
            <a:xfrm>
              <a:off x="5812912" y="3168817"/>
              <a:ext cx="472150" cy="240023"/>
            </a:xfrm>
            <a:custGeom>
              <a:avLst/>
              <a:gdLst/>
              <a:ahLst/>
              <a:cxnLst/>
              <a:rect l="l" t="t" r="r" b="b"/>
              <a:pathLst>
                <a:path w="6338" h="3222" extrusionOk="0">
                  <a:moveTo>
                    <a:pt x="2596" y="1"/>
                  </a:moveTo>
                  <a:cubicBezTo>
                    <a:pt x="2478" y="1"/>
                    <a:pt x="2367" y="7"/>
                    <a:pt x="2266" y="20"/>
                  </a:cubicBezTo>
                  <a:cubicBezTo>
                    <a:pt x="1452" y="130"/>
                    <a:pt x="595" y="1004"/>
                    <a:pt x="1" y="1861"/>
                  </a:cubicBezTo>
                  <a:cubicBezTo>
                    <a:pt x="561" y="2454"/>
                    <a:pt x="1655" y="2955"/>
                    <a:pt x="2953" y="3142"/>
                  </a:cubicBezTo>
                  <a:cubicBezTo>
                    <a:pt x="3321" y="3196"/>
                    <a:pt x="3680" y="3222"/>
                    <a:pt x="4022" y="3222"/>
                  </a:cubicBezTo>
                  <a:cubicBezTo>
                    <a:pt x="4958" y="3222"/>
                    <a:pt x="5767" y="3028"/>
                    <a:pt x="6270" y="2692"/>
                  </a:cubicBezTo>
                  <a:cubicBezTo>
                    <a:pt x="6329" y="2378"/>
                    <a:pt x="6338" y="2124"/>
                    <a:pt x="6278" y="1937"/>
                  </a:cubicBezTo>
                  <a:cubicBezTo>
                    <a:pt x="5861" y="676"/>
                    <a:pt x="3821" y="1"/>
                    <a:pt x="25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2" name="Google Shape;3952;p72"/>
            <p:cNvSpPr/>
            <p:nvPr/>
          </p:nvSpPr>
          <p:spPr>
            <a:xfrm>
              <a:off x="5647385" y="3169189"/>
              <a:ext cx="371656" cy="906083"/>
            </a:xfrm>
            <a:custGeom>
              <a:avLst/>
              <a:gdLst/>
              <a:ahLst/>
              <a:cxnLst/>
              <a:rect l="l" t="t" r="r" b="b"/>
              <a:pathLst>
                <a:path w="4989" h="12163" extrusionOk="0">
                  <a:moveTo>
                    <a:pt x="4768" y="1"/>
                  </a:moveTo>
                  <a:cubicBezTo>
                    <a:pt x="4670" y="1"/>
                    <a:pt x="4577" y="5"/>
                    <a:pt x="4488" y="15"/>
                  </a:cubicBezTo>
                  <a:cubicBezTo>
                    <a:pt x="3351" y="159"/>
                    <a:pt x="2147" y="1788"/>
                    <a:pt x="1672" y="2797"/>
                  </a:cubicBezTo>
                  <a:cubicBezTo>
                    <a:pt x="1205" y="3807"/>
                    <a:pt x="0" y="10110"/>
                    <a:pt x="1264" y="12163"/>
                  </a:cubicBezTo>
                  <a:cubicBezTo>
                    <a:pt x="2596" y="11179"/>
                    <a:pt x="3775" y="10644"/>
                    <a:pt x="4793" y="10347"/>
                  </a:cubicBezTo>
                  <a:cubicBezTo>
                    <a:pt x="3886" y="9244"/>
                    <a:pt x="3283" y="7387"/>
                    <a:pt x="3283" y="5283"/>
                  </a:cubicBezTo>
                  <a:cubicBezTo>
                    <a:pt x="3283" y="3035"/>
                    <a:pt x="3962" y="1067"/>
                    <a:pt x="4988" y="6"/>
                  </a:cubicBezTo>
                  <a:cubicBezTo>
                    <a:pt x="4911" y="3"/>
                    <a:pt x="4838" y="1"/>
                    <a:pt x="47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3" name="Google Shape;3953;p72"/>
            <p:cNvSpPr/>
            <p:nvPr/>
          </p:nvSpPr>
          <p:spPr>
            <a:xfrm>
              <a:off x="5657516" y="3265064"/>
              <a:ext cx="241438" cy="779218"/>
            </a:xfrm>
            <a:custGeom>
              <a:avLst/>
              <a:gdLst/>
              <a:ahLst/>
              <a:cxnLst/>
              <a:rect l="l" t="t" r="r" b="b"/>
              <a:pathLst>
                <a:path w="3241" h="10460" extrusionOk="0">
                  <a:moveTo>
                    <a:pt x="2520" y="0"/>
                  </a:moveTo>
                  <a:lnTo>
                    <a:pt x="2520" y="0"/>
                  </a:lnTo>
                  <a:cubicBezTo>
                    <a:pt x="2095" y="501"/>
                    <a:pt x="1748" y="1069"/>
                    <a:pt x="1536" y="1510"/>
                  </a:cubicBezTo>
                  <a:cubicBezTo>
                    <a:pt x="1094" y="2460"/>
                    <a:pt x="0" y="8085"/>
                    <a:pt x="925" y="10460"/>
                  </a:cubicBezTo>
                  <a:cubicBezTo>
                    <a:pt x="908" y="10290"/>
                    <a:pt x="899" y="10104"/>
                    <a:pt x="899" y="9925"/>
                  </a:cubicBezTo>
                  <a:cubicBezTo>
                    <a:pt x="899" y="7923"/>
                    <a:pt x="1866" y="6193"/>
                    <a:pt x="3241" y="5446"/>
                  </a:cubicBezTo>
                  <a:cubicBezTo>
                    <a:pt x="3241" y="5412"/>
                    <a:pt x="3241" y="5387"/>
                    <a:pt x="3232" y="5362"/>
                  </a:cubicBezTo>
                  <a:cubicBezTo>
                    <a:pt x="2494" y="4607"/>
                    <a:pt x="2028" y="3453"/>
                    <a:pt x="2028" y="2172"/>
                  </a:cubicBezTo>
                  <a:cubicBezTo>
                    <a:pt x="2028" y="1375"/>
                    <a:pt x="2206" y="628"/>
                    <a:pt x="25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4" name="Google Shape;3954;p72"/>
            <p:cNvSpPr/>
            <p:nvPr/>
          </p:nvSpPr>
          <p:spPr>
            <a:xfrm>
              <a:off x="5962721" y="3333301"/>
              <a:ext cx="147351" cy="305281"/>
            </a:xfrm>
            <a:custGeom>
              <a:avLst/>
              <a:gdLst/>
              <a:ahLst/>
              <a:cxnLst/>
              <a:rect l="l" t="t" r="r" b="b"/>
              <a:pathLst>
                <a:path w="1978" h="4098" extrusionOk="0">
                  <a:moveTo>
                    <a:pt x="0" y="0"/>
                  </a:moveTo>
                  <a:cubicBezTo>
                    <a:pt x="399" y="1697"/>
                    <a:pt x="951" y="3207"/>
                    <a:pt x="1969" y="4098"/>
                  </a:cubicBezTo>
                  <a:lnTo>
                    <a:pt x="1977" y="4098"/>
                  </a:lnTo>
                  <a:cubicBezTo>
                    <a:pt x="1086" y="1969"/>
                    <a:pt x="1290" y="272"/>
                    <a:pt x="1290" y="27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5" name="Google Shape;3955;p72"/>
            <p:cNvSpPr/>
            <p:nvPr/>
          </p:nvSpPr>
          <p:spPr>
            <a:xfrm>
              <a:off x="5752199" y="3356096"/>
              <a:ext cx="633357" cy="474757"/>
            </a:xfrm>
            <a:custGeom>
              <a:avLst/>
              <a:gdLst/>
              <a:ahLst/>
              <a:cxnLst/>
              <a:rect l="l" t="t" r="r" b="b"/>
              <a:pathLst>
                <a:path w="8502" h="6373" extrusionOk="0">
                  <a:moveTo>
                    <a:pt x="2420" y="1"/>
                  </a:moveTo>
                  <a:cubicBezTo>
                    <a:pt x="1348" y="1"/>
                    <a:pt x="0" y="887"/>
                    <a:pt x="867" y="3156"/>
                  </a:cubicBezTo>
                  <a:cubicBezTo>
                    <a:pt x="1215" y="4072"/>
                    <a:pt x="2207" y="5913"/>
                    <a:pt x="3539" y="6311"/>
                  </a:cubicBezTo>
                  <a:cubicBezTo>
                    <a:pt x="3682" y="6354"/>
                    <a:pt x="3851" y="6373"/>
                    <a:pt x="4038" y="6373"/>
                  </a:cubicBezTo>
                  <a:cubicBezTo>
                    <a:pt x="5610" y="6373"/>
                    <a:pt x="8502" y="5039"/>
                    <a:pt x="8502" y="5039"/>
                  </a:cubicBezTo>
                  <a:lnTo>
                    <a:pt x="8010" y="3028"/>
                  </a:lnTo>
                  <a:cubicBezTo>
                    <a:pt x="8010" y="3028"/>
                    <a:pt x="5495" y="3371"/>
                    <a:pt x="4871" y="3371"/>
                  </a:cubicBezTo>
                  <a:cubicBezTo>
                    <a:pt x="4807" y="3371"/>
                    <a:pt x="4763" y="3367"/>
                    <a:pt x="4744" y="3359"/>
                  </a:cubicBezTo>
                  <a:cubicBezTo>
                    <a:pt x="4472" y="3240"/>
                    <a:pt x="3904" y="1968"/>
                    <a:pt x="3505" y="577"/>
                  </a:cubicBezTo>
                  <a:cubicBezTo>
                    <a:pt x="3402" y="212"/>
                    <a:pt x="2944" y="1"/>
                    <a:pt x="24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6" name="Google Shape;3956;p72"/>
            <p:cNvSpPr/>
            <p:nvPr/>
          </p:nvSpPr>
          <p:spPr>
            <a:xfrm>
              <a:off x="5735810" y="3247632"/>
              <a:ext cx="649746" cy="583222"/>
            </a:xfrm>
            <a:custGeom>
              <a:avLst/>
              <a:gdLst/>
              <a:ahLst/>
              <a:cxnLst/>
              <a:rect l="l" t="t" r="r" b="b"/>
              <a:pathLst>
                <a:path w="8722" h="7829" extrusionOk="0">
                  <a:moveTo>
                    <a:pt x="2609" y="1"/>
                  </a:moveTo>
                  <a:cubicBezTo>
                    <a:pt x="1700" y="1"/>
                    <a:pt x="1" y="2100"/>
                    <a:pt x="1011" y="4629"/>
                  </a:cubicBezTo>
                  <a:cubicBezTo>
                    <a:pt x="1375" y="5545"/>
                    <a:pt x="2427" y="7369"/>
                    <a:pt x="3759" y="7767"/>
                  </a:cubicBezTo>
                  <a:cubicBezTo>
                    <a:pt x="3902" y="7810"/>
                    <a:pt x="4071" y="7829"/>
                    <a:pt x="4258" y="7829"/>
                  </a:cubicBezTo>
                  <a:cubicBezTo>
                    <a:pt x="5830" y="7829"/>
                    <a:pt x="8722" y="6495"/>
                    <a:pt x="8722" y="6495"/>
                  </a:cubicBezTo>
                  <a:lnTo>
                    <a:pt x="8577" y="5909"/>
                  </a:lnTo>
                  <a:cubicBezTo>
                    <a:pt x="7571" y="6261"/>
                    <a:pt x="6174" y="6689"/>
                    <a:pt x="5262" y="6689"/>
                  </a:cubicBezTo>
                  <a:cubicBezTo>
                    <a:pt x="5074" y="6689"/>
                    <a:pt x="4907" y="6671"/>
                    <a:pt x="4769" y="6631"/>
                  </a:cubicBezTo>
                  <a:cubicBezTo>
                    <a:pt x="3462" y="6257"/>
                    <a:pt x="2622" y="4544"/>
                    <a:pt x="2317" y="3687"/>
                  </a:cubicBezTo>
                  <a:cubicBezTo>
                    <a:pt x="1808" y="2236"/>
                    <a:pt x="2300" y="930"/>
                    <a:pt x="2953" y="149"/>
                  </a:cubicBezTo>
                  <a:cubicBezTo>
                    <a:pt x="2864" y="48"/>
                    <a:pt x="2745" y="1"/>
                    <a:pt x="26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7" name="Google Shape;3957;p72"/>
            <p:cNvSpPr/>
            <p:nvPr/>
          </p:nvSpPr>
          <p:spPr>
            <a:xfrm>
              <a:off x="6711540" y="3729761"/>
              <a:ext cx="129621" cy="94609"/>
            </a:xfrm>
            <a:custGeom>
              <a:avLst/>
              <a:gdLst/>
              <a:ahLst/>
              <a:cxnLst/>
              <a:rect l="l" t="t" r="r" b="b"/>
              <a:pathLst>
                <a:path w="1740" h="1270" extrusionOk="0">
                  <a:moveTo>
                    <a:pt x="1091" y="1"/>
                  </a:moveTo>
                  <a:cubicBezTo>
                    <a:pt x="786" y="1"/>
                    <a:pt x="1" y="57"/>
                    <a:pt x="1" y="57"/>
                  </a:cubicBezTo>
                  <a:lnTo>
                    <a:pt x="841" y="1270"/>
                  </a:lnTo>
                  <a:lnTo>
                    <a:pt x="1740" y="1270"/>
                  </a:lnTo>
                  <a:cubicBezTo>
                    <a:pt x="1562" y="455"/>
                    <a:pt x="1316" y="23"/>
                    <a:pt x="1197" y="6"/>
                  </a:cubicBezTo>
                  <a:cubicBezTo>
                    <a:pt x="1179" y="2"/>
                    <a:pt x="1141" y="1"/>
                    <a:pt x="10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8" name="Google Shape;3958;p72"/>
            <p:cNvSpPr/>
            <p:nvPr/>
          </p:nvSpPr>
          <p:spPr>
            <a:xfrm>
              <a:off x="6439188" y="3571535"/>
              <a:ext cx="412107" cy="219984"/>
            </a:xfrm>
            <a:custGeom>
              <a:avLst/>
              <a:gdLst/>
              <a:ahLst/>
              <a:cxnLst/>
              <a:rect l="l" t="t" r="r" b="b"/>
              <a:pathLst>
                <a:path w="5532" h="2953" extrusionOk="0">
                  <a:moveTo>
                    <a:pt x="5532" y="1"/>
                  </a:moveTo>
                  <a:lnTo>
                    <a:pt x="5532" y="1"/>
                  </a:lnTo>
                  <a:cubicBezTo>
                    <a:pt x="5531" y="1"/>
                    <a:pt x="4760" y="230"/>
                    <a:pt x="4395" y="348"/>
                  </a:cubicBezTo>
                  <a:cubicBezTo>
                    <a:pt x="4022" y="476"/>
                    <a:pt x="1850" y="688"/>
                    <a:pt x="1850" y="688"/>
                  </a:cubicBezTo>
                  <a:cubicBezTo>
                    <a:pt x="264" y="1528"/>
                    <a:pt x="1" y="2758"/>
                    <a:pt x="1" y="2758"/>
                  </a:cubicBezTo>
                  <a:lnTo>
                    <a:pt x="4675" y="2953"/>
                  </a:lnTo>
                  <a:cubicBezTo>
                    <a:pt x="4675" y="2953"/>
                    <a:pt x="5040" y="866"/>
                    <a:pt x="553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9" name="Google Shape;3959;p72"/>
            <p:cNvSpPr/>
            <p:nvPr/>
          </p:nvSpPr>
          <p:spPr>
            <a:xfrm>
              <a:off x="6490589" y="3618988"/>
              <a:ext cx="144744" cy="88798"/>
            </a:xfrm>
            <a:custGeom>
              <a:avLst/>
              <a:gdLst/>
              <a:ahLst/>
              <a:cxnLst/>
              <a:rect l="l" t="t" r="r" b="b"/>
              <a:pathLst>
                <a:path w="1943" h="1192" extrusionOk="0">
                  <a:moveTo>
                    <a:pt x="482" y="1"/>
                  </a:moveTo>
                  <a:cubicBezTo>
                    <a:pt x="328" y="1"/>
                    <a:pt x="0" y="289"/>
                    <a:pt x="83" y="492"/>
                  </a:cubicBezTo>
                  <a:cubicBezTo>
                    <a:pt x="184" y="721"/>
                    <a:pt x="1296" y="1060"/>
                    <a:pt x="1567" y="1162"/>
                  </a:cubicBezTo>
                  <a:cubicBezTo>
                    <a:pt x="1621" y="1182"/>
                    <a:pt x="1671" y="1191"/>
                    <a:pt x="1713" y="1191"/>
                  </a:cubicBezTo>
                  <a:cubicBezTo>
                    <a:pt x="1884" y="1191"/>
                    <a:pt x="1942" y="1048"/>
                    <a:pt x="1745" y="933"/>
                  </a:cubicBezTo>
                  <a:cubicBezTo>
                    <a:pt x="1151" y="568"/>
                    <a:pt x="642" y="102"/>
                    <a:pt x="532" y="17"/>
                  </a:cubicBezTo>
                  <a:cubicBezTo>
                    <a:pt x="519" y="6"/>
                    <a:pt x="502" y="1"/>
                    <a:pt x="482" y="1"/>
                  </a:cubicBezTo>
                  <a:close/>
                </a:path>
              </a:pathLst>
            </a:custGeom>
            <a:solidFill>
              <a:srgbClr val="FFA8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0" name="Google Shape;3960;p72"/>
            <p:cNvSpPr/>
            <p:nvPr/>
          </p:nvSpPr>
          <p:spPr>
            <a:xfrm>
              <a:off x="6309344" y="3575185"/>
              <a:ext cx="243599" cy="165230"/>
            </a:xfrm>
            <a:custGeom>
              <a:avLst/>
              <a:gdLst/>
              <a:ahLst/>
              <a:cxnLst/>
              <a:rect l="l" t="t" r="r" b="b"/>
              <a:pathLst>
                <a:path w="3270" h="2218" extrusionOk="0">
                  <a:moveTo>
                    <a:pt x="1506" y="0"/>
                  </a:moveTo>
                  <a:cubicBezTo>
                    <a:pt x="1204" y="0"/>
                    <a:pt x="871" y="34"/>
                    <a:pt x="531" y="87"/>
                  </a:cubicBezTo>
                  <a:cubicBezTo>
                    <a:pt x="0" y="179"/>
                    <a:pt x="628" y="2092"/>
                    <a:pt x="997" y="2092"/>
                  </a:cubicBezTo>
                  <a:cubicBezTo>
                    <a:pt x="1006" y="2092"/>
                    <a:pt x="1014" y="2091"/>
                    <a:pt x="1023" y="2089"/>
                  </a:cubicBezTo>
                  <a:cubicBezTo>
                    <a:pt x="1086" y="2074"/>
                    <a:pt x="1151" y="2068"/>
                    <a:pt x="1218" y="2068"/>
                  </a:cubicBezTo>
                  <a:cubicBezTo>
                    <a:pt x="1530" y="2068"/>
                    <a:pt x="1873" y="2203"/>
                    <a:pt x="2159" y="2217"/>
                  </a:cubicBezTo>
                  <a:cubicBezTo>
                    <a:pt x="2164" y="2217"/>
                    <a:pt x="2168" y="2217"/>
                    <a:pt x="2173" y="2217"/>
                  </a:cubicBezTo>
                  <a:cubicBezTo>
                    <a:pt x="2518" y="2217"/>
                    <a:pt x="3270" y="1263"/>
                    <a:pt x="3211" y="995"/>
                  </a:cubicBezTo>
                  <a:cubicBezTo>
                    <a:pt x="3160" y="724"/>
                    <a:pt x="2965" y="630"/>
                    <a:pt x="2592" y="291"/>
                  </a:cubicBezTo>
                  <a:cubicBezTo>
                    <a:pt x="2361" y="80"/>
                    <a:pt x="1970" y="0"/>
                    <a:pt x="1506" y="0"/>
                  </a:cubicBezTo>
                  <a:close/>
                </a:path>
              </a:pathLst>
            </a:custGeom>
            <a:solidFill>
              <a:srgbClr val="FFA8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1" name="Google Shape;3961;p72"/>
            <p:cNvSpPr/>
            <p:nvPr/>
          </p:nvSpPr>
          <p:spPr>
            <a:xfrm>
              <a:off x="6281185" y="3708232"/>
              <a:ext cx="507535" cy="115542"/>
            </a:xfrm>
            <a:custGeom>
              <a:avLst/>
              <a:gdLst/>
              <a:ahLst/>
              <a:cxnLst/>
              <a:rect l="l" t="t" r="r" b="b"/>
              <a:pathLst>
                <a:path w="6813" h="1551" extrusionOk="0">
                  <a:moveTo>
                    <a:pt x="1083" y="0"/>
                  </a:moveTo>
                  <a:cubicBezTo>
                    <a:pt x="1038" y="0"/>
                    <a:pt x="1010" y="2"/>
                    <a:pt x="1002" y="6"/>
                  </a:cubicBezTo>
                  <a:cubicBezTo>
                    <a:pt x="900" y="66"/>
                    <a:pt x="408" y="481"/>
                    <a:pt x="1" y="1330"/>
                  </a:cubicBezTo>
                  <a:lnTo>
                    <a:pt x="128" y="1550"/>
                  </a:lnTo>
                  <a:lnTo>
                    <a:pt x="6813" y="1550"/>
                  </a:lnTo>
                  <a:lnTo>
                    <a:pt x="6813" y="1203"/>
                  </a:lnTo>
                  <a:cubicBezTo>
                    <a:pt x="6813" y="1203"/>
                    <a:pt x="6185" y="134"/>
                    <a:pt x="6041" y="117"/>
                  </a:cubicBezTo>
                  <a:cubicBezTo>
                    <a:pt x="5993" y="111"/>
                    <a:pt x="5856" y="107"/>
                    <a:pt x="5676" y="107"/>
                  </a:cubicBezTo>
                  <a:cubicBezTo>
                    <a:pt x="5317" y="107"/>
                    <a:pt x="4785" y="122"/>
                    <a:pt x="4446" y="168"/>
                  </a:cubicBezTo>
                  <a:cubicBezTo>
                    <a:pt x="4390" y="175"/>
                    <a:pt x="4307" y="178"/>
                    <a:pt x="4203" y="178"/>
                  </a:cubicBezTo>
                  <a:cubicBezTo>
                    <a:pt x="3431" y="178"/>
                    <a:pt x="1507" y="0"/>
                    <a:pt x="10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2" name="Google Shape;3962;p72"/>
            <p:cNvSpPr/>
            <p:nvPr/>
          </p:nvSpPr>
          <p:spPr>
            <a:xfrm>
              <a:off x="6281185" y="3772521"/>
              <a:ext cx="507535" cy="51849"/>
            </a:xfrm>
            <a:custGeom>
              <a:avLst/>
              <a:gdLst/>
              <a:ahLst/>
              <a:cxnLst/>
              <a:rect l="l" t="t" r="r" b="b"/>
              <a:pathLst>
                <a:path w="6813" h="696" extrusionOk="0">
                  <a:moveTo>
                    <a:pt x="6601" y="0"/>
                  </a:moveTo>
                  <a:lnTo>
                    <a:pt x="69" y="323"/>
                  </a:lnTo>
                  <a:cubicBezTo>
                    <a:pt x="52" y="365"/>
                    <a:pt x="26" y="416"/>
                    <a:pt x="1" y="467"/>
                  </a:cubicBezTo>
                  <a:lnTo>
                    <a:pt x="128" y="696"/>
                  </a:lnTo>
                  <a:lnTo>
                    <a:pt x="6813" y="696"/>
                  </a:lnTo>
                  <a:lnTo>
                    <a:pt x="6813" y="340"/>
                  </a:lnTo>
                  <a:cubicBezTo>
                    <a:pt x="6813" y="340"/>
                    <a:pt x="6719" y="187"/>
                    <a:pt x="66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3" name="Google Shape;3963;p72"/>
            <p:cNvSpPr/>
            <p:nvPr/>
          </p:nvSpPr>
          <p:spPr>
            <a:xfrm>
              <a:off x="6631905" y="3716278"/>
              <a:ext cx="156812" cy="108092"/>
            </a:xfrm>
            <a:custGeom>
              <a:avLst/>
              <a:gdLst/>
              <a:ahLst/>
              <a:cxnLst/>
              <a:rect l="l" t="t" r="r" b="b"/>
              <a:pathLst>
                <a:path w="2105" h="1451" extrusionOk="0">
                  <a:moveTo>
                    <a:pt x="1112" y="0"/>
                  </a:moveTo>
                  <a:cubicBezTo>
                    <a:pt x="527" y="102"/>
                    <a:pt x="60" y="696"/>
                    <a:pt x="1" y="1451"/>
                  </a:cubicBezTo>
                  <a:lnTo>
                    <a:pt x="2105" y="1451"/>
                  </a:lnTo>
                  <a:lnTo>
                    <a:pt x="2105" y="1095"/>
                  </a:lnTo>
                  <a:cubicBezTo>
                    <a:pt x="2105" y="1095"/>
                    <a:pt x="1477" y="26"/>
                    <a:pt x="1333" y="9"/>
                  </a:cubicBezTo>
                  <a:cubicBezTo>
                    <a:pt x="1299" y="9"/>
                    <a:pt x="1223" y="0"/>
                    <a:pt x="11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4" name="Google Shape;3964;p72"/>
            <p:cNvSpPr/>
            <p:nvPr/>
          </p:nvSpPr>
          <p:spPr>
            <a:xfrm>
              <a:off x="6267329" y="3805969"/>
              <a:ext cx="390577" cy="17804"/>
            </a:xfrm>
            <a:custGeom>
              <a:avLst/>
              <a:gdLst/>
              <a:ahLst/>
              <a:cxnLst/>
              <a:rect l="l" t="t" r="r" b="b"/>
              <a:pathLst>
                <a:path w="5243" h="239" extrusionOk="0">
                  <a:moveTo>
                    <a:pt x="119" y="1"/>
                  </a:moveTo>
                  <a:cubicBezTo>
                    <a:pt x="51" y="1"/>
                    <a:pt x="0" y="52"/>
                    <a:pt x="0" y="120"/>
                  </a:cubicBezTo>
                  <a:cubicBezTo>
                    <a:pt x="0" y="187"/>
                    <a:pt x="51" y="238"/>
                    <a:pt x="119" y="238"/>
                  </a:cubicBezTo>
                  <a:lnTo>
                    <a:pt x="5124" y="238"/>
                  </a:lnTo>
                  <a:cubicBezTo>
                    <a:pt x="5183" y="238"/>
                    <a:pt x="5243" y="187"/>
                    <a:pt x="5243" y="120"/>
                  </a:cubicBezTo>
                  <a:cubicBezTo>
                    <a:pt x="5243" y="52"/>
                    <a:pt x="5183" y="1"/>
                    <a:pt x="51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5" name="Google Shape;3965;p72"/>
            <p:cNvSpPr/>
            <p:nvPr/>
          </p:nvSpPr>
          <p:spPr>
            <a:xfrm>
              <a:off x="6615517" y="3805969"/>
              <a:ext cx="250303" cy="17804"/>
            </a:xfrm>
            <a:custGeom>
              <a:avLst/>
              <a:gdLst/>
              <a:ahLst/>
              <a:cxnLst/>
              <a:rect l="l" t="t" r="r" b="b"/>
              <a:pathLst>
                <a:path w="3360" h="239" extrusionOk="0">
                  <a:moveTo>
                    <a:pt x="94" y="1"/>
                  </a:moveTo>
                  <a:cubicBezTo>
                    <a:pt x="43" y="1"/>
                    <a:pt x="0" y="43"/>
                    <a:pt x="0" y="94"/>
                  </a:cubicBezTo>
                  <a:lnTo>
                    <a:pt x="0" y="145"/>
                  </a:lnTo>
                  <a:cubicBezTo>
                    <a:pt x="0" y="196"/>
                    <a:pt x="43" y="238"/>
                    <a:pt x="94" y="238"/>
                  </a:cubicBezTo>
                  <a:lnTo>
                    <a:pt x="3266" y="238"/>
                  </a:lnTo>
                  <a:cubicBezTo>
                    <a:pt x="3317" y="238"/>
                    <a:pt x="3360" y="196"/>
                    <a:pt x="3360" y="145"/>
                  </a:cubicBezTo>
                  <a:lnTo>
                    <a:pt x="3360" y="94"/>
                  </a:lnTo>
                  <a:cubicBezTo>
                    <a:pt x="3360" y="43"/>
                    <a:pt x="3317" y="1"/>
                    <a:pt x="326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6" name="Google Shape;3966;p72"/>
            <p:cNvSpPr/>
            <p:nvPr/>
          </p:nvSpPr>
          <p:spPr>
            <a:xfrm>
              <a:off x="6470178" y="3948179"/>
              <a:ext cx="882245" cy="121427"/>
            </a:xfrm>
            <a:custGeom>
              <a:avLst/>
              <a:gdLst/>
              <a:ahLst/>
              <a:cxnLst/>
              <a:rect l="l" t="t" r="r" b="b"/>
              <a:pathLst>
                <a:path w="11843" h="1630" extrusionOk="0">
                  <a:moveTo>
                    <a:pt x="0" y="0"/>
                  </a:moveTo>
                  <a:cubicBezTo>
                    <a:pt x="111" y="450"/>
                    <a:pt x="628" y="1171"/>
                    <a:pt x="526" y="1629"/>
                  </a:cubicBezTo>
                  <a:lnTo>
                    <a:pt x="11317" y="1629"/>
                  </a:lnTo>
                  <a:cubicBezTo>
                    <a:pt x="11215" y="1171"/>
                    <a:pt x="11732" y="450"/>
                    <a:pt x="118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7" name="Google Shape;3967;p72"/>
            <p:cNvSpPr/>
            <p:nvPr/>
          </p:nvSpPr>
          <p:spPr>
            <a:xfrm>
              <a:off x="7013020" y="3947509"/>
              <a:ext cx="339399" cy="34864"/>
            </a:xfrm>
            <a:custGeom>
              <a:avLst/>
              <a:gdLst/>
              <a:ahLst/>
              <a:cxnLst/>
              <a:rect l="l" t="t" r="r" b="b"/>
              <a:pathLst>
                <a:path w="4556" h="468" extrusionOk="0">
                  <a:moveTo>
                    <a:pt x="0" y="1"/>
                  </a:moveTo>
                  <a:lnTo>
                    <a:pt x="0" y="468"/>
                  </a:lnTo>
                  <a:lnTo>
                    <a:pt x="4377" y="468"/>
                  </a:lnTo>
                  <a:cubicBezTo>
                    <a:pt x="4454" y="298"/>
                    <a:pt x="4522" y="137"/>
                    <a:pt x="45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8" name="Google Shape;3968;p72"/>
            <p:cNvSpPr/>
            <p:nvPr/>
          </p:nvSpPr>
          <p:spPr>
            <a:xfrm>
              <a:off x="6143444" y="3948179"/>
              <a:ext cx="983409" cy="121427"/>
            </a:xfrm>
            <a:custGeom>
              <a:avLst/>
              <a:gdLst/>
              <a:ahLst/>
              <a:cxnLst/>
              <a:rect l="l" t="t" r="r" b="b"/>
              <a:pathLst>
                <a:path w="13201" h="1630" extrusionOk="0">
                  <a:moveTo>
                    <a:pt x="1" y="0"/>
                  </a:moveTo>
                  <a:cubicBezTo>
                    <a:pt x="119" y="450"/>
                    <a:pt x="696" y="1171"/>
                    <a:pt x="586" y="1629"/>
                  </a:cubicBezTo>
                  <a:lnTo>
                    <a:pt x="12623" y="1629"/>
                  </a:lnTo>
                  <a:cubicBezTo>
                    <a:pt x="12505" y="1171"/>
                    <a:pt x="13081" y="450"/>
                    <a:pt x="132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9" name="Google Shape;3969;p72"/>
            <p:cNvSpPr/>
            <p:nvPr/>
          </p:nvSpPr>
          <p:spPr>
            <a:xfrm>
              <a:off x="6143444" y="3947509"/>
              <a:ext cx="984005" cy="37992"/>
            </a:xfrm>
            <a:custGeom>
              <a:avLst/>
              <a:gdLst/>
              <a:ahLst/>
              <a:cxnLst/>
              <a:rect l="l" t="t" r="r" b="b"/>
              <a:pathLst>
                <a:path w="13209" h="510" extrusionOk="0">
                  <a:moveTo>
                    <a:pt x="1" y="1"/>
                  </a:moveTo>
                  <a:cubicBezTo>
                    <a:pt x="43" y="154"/>
                    <a:pt x="128" y="323"/>
                    <a:pt x="221" y="510"/>
                  </a:cubicBezTo>
                  <a:lnTo>
                    <a:pt x="12988" y="510"/>
                  </a:lnTo>
                  <a:cubicBezTo>
                    <a:pt x="13081" y="323"/>
                    <a:pt x="13166" y="154"/>
                    <a:pt x="132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0" name="Google Shape;3970;p72"/>
            <p:cNvSpPr/>
            <p:nvPr/>
          </p:nvSpPr>
          <p:spPr>
            <a:xfrm>
              <a:off x="6404473" y="3819900"/>
              <a:ext cx="1014324" cy="137220"/>
            </a:xfrm>
            <a:custGeom>
              <a:avLst/>
              <a:gdLst/>
              <a:ahLst/>
              <a:cxnLst/>
              <a:rect l="l" t="t" r="r" b="b"/>
              <a:pathLst>
                <a:path w="13616" h="1842" extrusionOk="0">
                  <a:moveTo>
                    <a:pt x="0" y="0"/>
                  </a:moveTo>
                  <a:lnTo>
                    <a:pt x="0" y="348"/>
                  </a:lnTo>
                  <a:lnTo>
                    <a:pt x="373" y="1120"/>
                  </a:lnTo>
                  <a:cubicBezTo>
                    <a:pt x="373" y="1519"/>
                    <a:pt x="492" y="1841"/>
                    <a:pt x="645" y="1841"/>
                  </a:cubicBezTo>
                  <a:lnTo>
                    <a:pt x="12962" y="1841"/>
                  </a:lnTo>
                  <a:cubicBezTo>
                    <a:pt x="13115" y="1841"/>
                    <a:pt x="13242" y="1519"/>
                    <a:pt x="13242" y="1120"/>
                  </a:cubicBezTo>
                  <a:lnTo>
                    <a:pt x="13615" y="348"/>
                  </a:lnTo>
                  <a:lnTo>
                    <a:pt x="1361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1" name="Google Shape;3971;p72"/>
            <p:cNvSpPr/>
            <p:nvPr/>
          </p:nvSpPr>
          <p:spPr>
            <a:xfrm>
              <a:off x="7006688" y="3883071"/>
              <a:ext cx="393781" cy="22870"/>
            </a:xfrm>
            <a:custGeom>
              <a:avLst/>
              <a:gdLst/>
              <a:ahLst/>
              <a:cxnLst/>
              <a:rect l="l" t="t" r="r" b="b"/>
              <a:pathLst>
                <a:path w="5286" h="307" extrusionOk="0">
                  <a:moveTo>
                    <a:pt x="0" y="1"/>
                  </a:moveTo>
                  <a:lnTo>
                    <a:pt x="0" y="306"/>
                  </a:lnTo>
                  <a:lnTo>
                    <a:pt x="5158" y="306"/>
                  </a:lnTo>
                  <a:lnTo>
                    <a:pt x="5158" y="272"/>
                  </a:lnTo>
                  <a:lnTo>
                    <a:pt x="528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2" name="Google Shape;3972;p72"/>
            <p:cNvSpPr/>
            <p:nvPr/>
          </p:nvSpPr>
          <p:spPr>
            <a:xfrm>
              <a:off x="7033208" y="3819900"/>
              <a:ext cx="385586" cy="24062"/>
            </a:xfrm>
            <a:custGeom>
              <a:avLst/>
              <a:gdLst/>
              <a:ahLst/>
              <a:cxnLst/>
              <a:rect l="l" t="t" r="r" b="b"/>
              <a:pathLst>
                <a:path w="5176" h="323" extrusionOk="0">
                  <a:moveTo>
                    <a:pt x="1" y="0"/>
                  </a:moveTo>
                  <a:lnTo>
                    <a:pt x="1" y="323"/>
                  </a:lnTo>
                  <a:lnTo>
                    <a:pt x="5175" y="323"/>
                  </a:lnTo>
                  <a:lnTo>
                    <a:pt x="517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3" name="Google Shape;3973;p72"/>
            <p:cNvSpPr/>
            <p:nvPr/>
          </p:nvSpPr>
          <p:spPr>
            <a:xfrm>
              <a:off x="7050938" y="4041074"/>
              <a:ext cx="281293" cy="51253"/>
            </a:xfrm>
            <a:custGeom>
              <a:avLst/>
              <a:gdLst/>
              <a:ahLst/>
              <a:cxnLst/>
              <a:rect l="l" t="t" r="r" b="b"/>
              <a:pathLst>
                <a:path w="3776" h="688" extrusionOk="0">
                  <a:moveTo>
                    <a:pt x="263" y="0"/>
                  </a:moveTo>
                  <a:cubicBezTo>
                    <a:pt x="0" y="0"/>
                    <a:pt x="0" y="688"/>
                    <a:pt x="263" y="688"/>
                  </a:cubicBezTo>
                  <a:lnTo>
                    <a:pt x="3512" y="688"/>
                  </a:lnTo>
                  <a:cubicBezTo>
                    <a:pt x="3775" y="688"/>
                    <a:pt x="3775" y="0"/>
                    <a:pt x="35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4" name="Google Shape;3974;p72"/>
            <p:cNvSpPr/>
            <p:nvPr/>
          </p:nvSpPr>
          <p:spPr>
            <a:xfrm>
              <a:off x="6975698" y="4073926"/>
              <a:ext cx="120756" cy="735639"/>
            </a:xfrm>
            <a:custGeom>
              <a:avLst/>
              <a:gdLst/>
              <a:ahLst/>
              <a:cxnLst/>
              <a:rect l="l" t="t" r="r" b="b"/>
              <a:pathLst>
                <a:path w="1621" h="9875" extrusionOk="0">
                  <a:moveTo>
                    <a:pt x="1" y="1"/>
                  </a:moveTo>
                  <a:lnTo>
                    <a:pt x="493" y="9875"/>
                  </a:lnTo>
                  <a:lnTo>
                    <a:pt x="1036" y="9875"/>
                  </a:lnTo>
                  <a:cubicBezTo>
                    <a:pt x="1188" y="9493"/>
                    <a:pt x="790" y="9408"/>
                    <a:pt x="790" y="9408"/>
                  </a:cubicBezTo>
                  <a:cubicBezTo>
                    <a:pt x="790" y="4836"/>
                    <a:pt x="1027" y="976"/>
                    <a:pt x="1027" y="976"/>
                  </a:cubicBezTo>
                  <a:cubicBezTo>
                    <a:pt x="1621" y="722"/>
                    <a:pt x="1570" y="1"/>
                    <a:pt x="15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5" name="Google Shape;3975;p72"/>
            <p:cNvSpPr/>
            <p:nvPr/>
          </p:nvSpPr>
          <p:spPr>
            <a:xfrm>
              <a:off x="6166165" y="4041074"/>
              <a:ext cx="938563" cy="51253"/>
            </a:xfrm>
            <a:custGeom>
              <a:avLst/>
              <a:gdLst/>
              <a:ahLst/>
              <a:cxnLst/>
              <a:rect l="l" t="t" r="r" b="b"/>
              <a:pathLst>
                <a:path w="12599" h="688" extrusionOk="0">
                  <a:moveTo>
                    <a:pt x="289" y="0"/>
                  </a:moveTo>
                  <a:cubicBezTo>
                    <a:pt x="1" y="0"/>
                    <a:pt x="1" y="688"/>
                    <a:pt x="289" y="688"/>
                  </a:cubicBezTo>
                  <a:lnTo>
                    <a:pt x="12301" y="688"/>
                  </a:lnTo>
                  <a:cubicBezTo>
                    <a:pt x="12598" y="688"/>
                    <a:pt x="12598" y="0"/>
                    <a:pt x="123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6" name="Google Shape;3976;p72"/>
            <p:cNvSpPr/>
            <p:nvPr/>
          </p:nvSpPr>
          <p:spPr>
            <a:xfrm>
              <a:off x="6168698" y="4073926"/>
              <a:ext cx="118894" cy="735639"/>
            </a:xfrm>
            <a:custGeom>
              <a:avLst/>
              <a:gdLst/>
              <a:ahLst/>
              <a:cxnLst/>
              <a:rect l="l" t="t" r="r" b="b"/>
              <a:pathLst>
                <a:path w="1596" h="9875" extrusionOk="0">
                  <a:moveTo>
                    <a:pt x="35" y="1"/>
                  </a:moveTo>
                  <a:cubicBezTo>
                    <a:pt x="35" y="1"/>
                    <a:pt x="1" y="722"/>
                    <a:pt x="603" y="976"/>
                  </a:cubicBezTo>
                  <a:cubicBezTo>
                    <a:pt x="603" y="976"/>
                    <a:pt x="943" y="4836"/>
                    <a:pt x="1061" y="9408"/>
                  </a:cubicBezTo>
                  <a:cubicBezTo>
                    <a:pt x="1061" y="9408"/>
                    <a:pt x="663" y="9493"/>
                    <a:pt x="824" y="9875"/>
                  </a:cubicBezTo>
                  <a:lnTo>
                    <a:pt x="1375" y="9875"/>
                  </a:lnTo>
                  <a:lnTo>
                    <a:pt x="15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7" name="Google Shape;3977;p72"/>
            <p:cNvSpPr/>
            <p:nvPr/>
          </p:nvSpPr>
          <p:spPr>
            <a:xfrm>
              <a:off x="6015835" y="3171424"/>
              <a:ext cx="174467" cy="223858"/>
            </a:xfrm>
            <a:custGeom>
              <a:avLst/>
              <a:gdLst/>
              <a:ahLst/>
              <a:cxnLst/>
              <a:rect l="l" t="t" r="r" b="b"/>
              <a:pathLst>
                <a:path w="2342" h="3005" extrusionOk="0">
                  <a:moveTo>
                    <a:pt x="148" y="1"/>
                  </a:moveTo>
                  <a:cubicBezTo>
                    <a:pt x="107" y="1"/>
                    <a:pt x="85" y="2"/>
                    <a:pt x="85" y="2"/>
                  </a:cubicBezTo>
                  <a:cubicBezTo>
                    <a:pt x="85" y="2"/>
                    <a:pt x="0" y="2029"/>
                    <a:pt x="2087" y="3005"/>
                  </a:cubicBezTo>
                  <a:cubicBezTo>
                    <a:pt x="2341" y="2250"/>
                    <a:pt x="2333" y="1274"/>
                    <a:pt x="2112" y="545"/>
                  </a:cubicBezTo>
                  <a:cubicBezTo>
                    <a:pt x="1265" y="38"/>
                    <a:pt x="387" y="1"/>
                    <a:pt x="148" y="1"/>
                  </a:cubicBezTo>
                  <a:close/>
                </a:path>
              </a:pathLst>
            </a:custGeom>
            <a:solidFill>
              <a:srgbClr val="FF87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8" name="Google Shape;3978;p72"/>
            <p:cNvSpPr/>
            <p:nvPr/>
          </p:nvSpPr>
          <p:spPr>
            <a:xfrm>
              <a:off x="6030362" y="3002173"/>
              <a:ext cx="256635" cy="320478"/>
            </a:xfrm>
            <a:custGeom>
              <a:avLst/>
              <a:gdLst/>
              <a:ahLst/>
              <a:cxnLst/>
              <a:rect l="l" t="t" r="r" b="b"/>
              <a:pathLst>
                <a:path w="3445" h="4302" extrusionOk="0">
                  <a:moveTo>
                    <a:pt x="1807" y="0"/>
                  </a:moveTo>
                  <a:cubicBezTo>
                    <a:pt x="1807" y="0"/>
                    <a:pt x="831" y="1756"/>
                    <a:pt x="0" y="2257"/>
                  </a:cubicBezTo>
                  <a:cubicBezTo>
                    <a:pt x="195" y="3461"/>
                    <a:pt x="916" y="4115"/>
                    <a:pt x="2095" y="4301"/>
                  </a:cubicBezTo>
                  <a:lnTo>
                    <a:pt x="3444" y="1680"/>
                  </a:lnTo>
                  <a:lnTo>
                    <a:pt x="1807" y="0"/>
                  </a:lnTo>
                  <a:close/>
                </a:path>
              </a:pathLst>
            </a:custGeom>
            <a:solidFill>
              <a:srgbClr val="FF87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9" name="Google Shape;3979;p72"/>
            <p:cNvSpPr/>
            <p:nvPr/>
          </p:nvSpPr>
          <p:spPr>
            <a:xfrm>
              <a:off x="6108730" y="2810051"/>
              <a:ext cx="502618" cy="556925"/>
            </a:xfrm>
            <a:custGeom>
              <a:avLst/>
              <a:gdLst/>
              <a:ahLst/>
              <a:cxnLst/>
              <a:rect l="l" t="t" r="r" b="b"/>
              <a:pathLst>
                <a:path w="6747" h="7476" extrusionOk="0">
                  <a:moveTo>
                    <a:pt x="3393" y="1"/>
                  </a:moveTo>
                  <a:cubicBezTo>
                    <a:pt x="3266" y="1"/>
                    <a:pt x="2961" y="128"/>
                    <a:pt x="2961" y="128"/>
                  </a:cubicBezTo>
                  <a:cubicBezTo>
                    <a:pt x="2961" y="128"/>
                    <a:pt x="2672" y="60"/>
                    <a:pt x="2511" y="60"/>
                  </a:cubicBezTo>
                  <a:cubicBezTo>
                    <a:pt x="2341" y="60"/>
                    <a:pt x="2078" y="476"/>
                    <a:pt x="2078" y="476"/>
                  </a:cubicBezTo>
                  <a:cubicBezTo>
                    <a:pt x="2078" y="476"/>
                    <a:pt x="1834" y="334"/>
                    <a:pt x="1654" y="334"/>
                  </a:cubicBezTo>
                  <a:cubicBezTo>
                    <a:pt x="1609" y="334"/>
                    <a:pt x="1568" y="343"/>
                    <a:pt x="1535" y="365"/>
                  </a:cubicBezTo>
                  <a:cubicBezTo>
                    <a:pt x="1374" y="476"/>
                    <a:pt x="1298" y="1120"/>
                    <a:pt x="1298" y="1120"/>
                  </a:cubicBezTo>
                  <a:cubicBezTo>
                    <a:pt x="1298" y="1120"/>
                    <a:pt x="1276" y="1118"/>
                    <a:pt x="1242" y="1118"/>
                  </a:cubicBezTo>
                  <a:cubicBezTo>
                    <a:pt x="1143" y="1118"/>
                    <a:pt x="938" y="1137"/>
                    <a:pt x="831" y="1281"/>
                  </a:cubicBezTo>
                  <a:cubicBezTo>
                    <a:pt x="687" y="1485"/>
                    <a:pt x="738" y="2495"/>
                    <a:pt x="738" y="2495"/>
                  </a:cubicBezTo>
                  <a:lnTo>
                    <a:pt x="628" y="3165"/>
                  </a:lnTo>
                  <a:cubicBezTo>
                    <a:pt x="628" y="3165"/>
                    <a:pt x="356" y="3538"/>
                    <a:pt x="322" y="3792"/>
                  </a:cubicBezTo>
                  <a:cubicBezTo>
                    <a:pt x="288" y="4047"/>
                    <a:pt x="433" y="4335"/>
                    <a:pt x="433" y="4335"/>
                  </a:cubicBezTo>
                  <a:cubicBezTo>
                    <a:pt x="433" y="4335"/>
                    <a:pt x="0" y="4861"/>
                    <a:pt x="0" y="5073"/>
                  </a:cubicBezTo>
                  <a:cubicBezTo>
                    <a:pt x="0" y="5294"/>
                    <a:pt x="271" y="5438"/>
                    <a:pt x="271" y="5438"/>
                  </a:cubicBezTo>
                  <a:cubicBezTo>
                    <a:pt x="271" y="5438"/>
                    <a:pt x="229" y="5540"/>
                    <a:pt x="229" y="5727"/>
                  </a:cubicBezTo>
                  <a:cubicBezTo>
                    <a:pt x="229" y="5905"/>
                    <a:pt x="518" y="6032"/>
                    <a:pt x="518" y="6032"/>
                  </a:cubicBezTo>
                  <a:cubicBezTo>
                    <a:pt x="518" y="6032"/>
                    <a:pt x="501" y="6193"/>
                    <a:pt x="518" y="6320"/>
                  </a:cubicBezTo>
                  <a:cubicBezTo>
                    <a:pt x="543" y="6448"/>
                    <a:pt x="882" y="6499"/>
                    <a:pt x="882" y="6499"/>
                  </a:cubicBezTo>
                  <a:cubicBezTo>
                    <a:pt x="882" y="6499"/>
                    <a:pt x="950" y="6719"/>
                    <a:pt x="1026" y="6787"/>
                  </a:cubicBezTo>
                  <a:cubicBezTo>
                    <a:pt x="1094" y="6863"/>
                    <a:pt x="1383" y="6948"/>
                    <a:pt x="1383" y="6948"/>
                  </a:cubicBezTo>
                  <a:cubicBezTo>
                    <a:pt x="1383" y="6948"/>
                    <a:pt x="1408" y="7135"/>
                    <a:pt x="1408" y="7186"/>
                  </a:cubicBezTo>
                  <a:cubicBezTo>
                    <a:pt x="1408" y="7237"/>
                    <a:pt x="1714" y="7457"/>
                    <a:pt x="1909" y="7474"/>
                  </a:cubicBezTo>
                  <a:cubicBezTo>
                    <a:pt x="1921" y="7475"/>
                    <a:pt x="1934" y="7476"/>
                    <a:pt x="1947" y="7476"/>
                  </a:cubicBezTo>
                  <a:cubicBezTo>
                    <a:pt x="2136" y="7476"/>
                    <a:pt x="2307" y="7364"/>
                    <a:pt x="2307" y="7364"/>
                  </a:cubicBezTo>
                  <a:cubicBezTo>
                    <a:pt x="2307" y="7364"/>
                    <a:pt x="2428" y="7379"/>
                    <a:pt x="2551" y="7379"/>
                  </a:cubicBezTo>
                  <a:cubicBezTo>
                    <a:pt x="2613" y="7379"/>
                    <a:pt x="2675" y="7375"/>
                    <a:pt x="2723" y="7364"/>
                  </a:cubicBezTo>
                  <a:cubicBezTo>
                    <a:pt x="2867" y="7330"/>
                    <a:pt x="3028" y="6965"/>
                    <a:pt x="3028" y="6965"/>
                  </a:cubicBezTo>
                  <a:cubicBezTo>
                    <a:pt x="3028" y="6965"/>
                    <a:pt x="3207" y="6965"/>
                    <a:pt x="3317" y="6914"/>
                  </a:cubicBezTo>
                  <a:cubicBezTo>
                    <a:pt x="3427" y="6863"/>
                    <a:pt x="4216" y="4827"/>
                    <a:pt x="4530" y="4140"/>
                  </a:cubicBezTo>
                  <a:cubicBezTo>
                    <a:pt x="4989" y="3114"/>
                    <a:pt x="5333" y="3105"/>
                    <a:pt x="5344" y="3105"/>
                  </a:cubicBezTo>
                  <a:cubicBezTo>
                    <a:pt x="5344" y="3105"/>
                    <a:pt x="5344" y="3105"/>
                    <a:pt x="5344" y="3105"/>
                  </a:cubicBezTo>
                  <a:cubicBezTo>
                    <a:pt x="5344" y="3105"/>
                    <a:pt x="5251" y="3555"/>
                    <a:pt x="5811" y="3631"/>
                  </a:cubicBezTo>
                  <a:cubicBezTo>
                    <a:pt x="5834" y="3634"/>
                    <a:pt x="5856" y="3635"/>
                    <a:pt x="5879" y="3635"/>
                  </a:cubicBezTo>
                  <a:cubicBezTo>
                    <a:pt x="6401" y="3635"/>
                    <a:pt x="6747" y="2884"/>
                    <a:pt x="6608" y="1884"/>
                  </a:cubicBezTo>
                  <a:cubicBezTo>
                    <a:pt x="6464" y="832"/>
                    <a:pt x="4640" y="577"/>
                    <a:pt x="4640" y="577"/>
                  </a:cubicBezTo>
                  <a:cubicBezTo>
                    <a:pt x="4640" y="577"/>
                    <a:pt x="4623" y="306"/>
                    <a:pt x="4513" y="255"/>
                  </a:cubicBezTo>
                  <a:cubicBezTo>
                    <a:pt x="4495" y="247"/>
                    <a:pt x="4466" y="243"/>
                    <a:pt x="4431" y="243"/>
                  </a:cubicBezTo>
                  <a:cubicBezTo>
                    <a:pt x="4255" y="243"/>
                    <a:pt x="3919" y="331"/>
                    <a:pt x="3919" y="331"/>
                  </a:cubicBezTo>
                  <a:cubicBezTo>
                    <a:pt x="3919" y="331"/>
                    <a:pt x="3520" y="1"/>
                    <a:pt x="3393" y="1"/>
                  </a:cubicBezTo>
                  <a:close/>
                </a:path>
              </a:pathLst>
            </a:custGeom>
            <a:solidFill>
              <a:srgbClr val="9F43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0" name="Google Shape;3980;p72"/>
            <p:cNvSpPr/>
            <p:nvPr/>
          </p:nvSpPr>
          <p:spPr>
            <a:xfrm>
              <a:off x="6108059" y="2810721"/>
              <a:ext cx="246504" cy="556329"/>
            </a:xfrm>
            <a:custGeom>
              <a:avLst/>
              <a:gdLst/>
              <a:ahLst/>
              <a:cxnLst/>
              <a:rect l="l" t="t" r="r" b="b"/>
              <a:pathLst>
                <a:path w="3309" h="7468" extrusionOk="0">
                  <a:moveTo>
                    <a:pt x="3309" y="0"/>
                  </a:moveTo>
                  <a:cubicBezTo>
                    <a:pt x="3165" y="34"/>
                    <a:pt x="2961" y="119"/>
                    <a:pt x="2961" y="119"/>
                  </a:cubicBezTo>
                  <a:cubicBezTo>
                    <a:pt x="2961" y="119"/>
                    <a:pt x="2673" y="42"/>
                    <a:pt x="2512" y="42"/>
                  </a:cubicBezTo>
                  <a:cubicBezTo>
                    <a:pt x="2350" y="42"/>
                    <a:pt x="2079" y="458"/>
                    <a:pt x="2079" y="458"/>
                  </a:cubicBezTo>
                  <a:cubicBezTo>
                    <a:pt x="2079" y="458"/>
                    <a:pt x="1838" y="325"/>
                    <a:pt x="1659" y="325"/>
                  </a:cubicBezTo>
                  <a:cubicBezTo>
                    <a:pt x="1612" y="325"/>
                    <a:pt x="1569" y="334"/>
                    <a:pt x="1536" y="356"/>
                  </a:cubicBezTo>
                  <a:cubicBezTo>
                    <a:pt x="1375" y="458"/>
                    <a:pt x="1298" y="1111"/>
                    <a:pt x="1298" y="1111"/>
                  </a:cubicBezTo>
                  <a:cubicBezTo>
                    <a:pt x="1298" y="1111"/>
                    <a:pt x="1277" y="1109"/>
                    <a:pt x="1243" y="1109"/>
                  </a:cubicBezTo>
                  <a:cubicBezTo>
                    <a:pt x="1144" y="1109"/>
                    <a:pt x="939" y="1128"/>
                    <a:pt x="832" y="1272"/>
                  </a:cubicBezTo>
                  <a:cubicBezTo>
                    <a:pt x="688" y="1476"/>
                    <a:pt x="747" y="2486"/>
                    <a:pt x="747" y="2486"/>
                  </a:cubicBezTo>
                  <a:lnTo>
                    <a:pt x="637" y="3147"/>
                  </a:lnTo>
                  <a:cubicBezTo>
                    <a:pt x="637" y="3147"/>
                    <a:pt x="365" y="3529"/>
                    <a:pt x="331" y="3783"/>
                  </a:cubicBezTo>
                  <a:cubicBezTo>
                    <a:pt x="289" y="4038"/>
                    <a:pt x="433" y="4326"/>
                    <a:pt x="433" y="4326"/>
                  </a:cubicBezTo>
                  <a:cubicBezTo>
                    <a:pt x="433" y="4326"/>
                    <a:pt x="1" y="4852"/>
                    <a:pt x="1" y="5064"/>
                  </a:cubicBezTo>
                  <a:cubicBezTo>
                    <a:pt x="1" y="5285"/>
                    <a:pt x="272" y="5429"/>
                    <a:pt x="272" y="5429"/>
                  </a:cubicBezTo>
                  <a:cubicBezTo>
                    <a:pt x="272" y="5429"/>
                    <a:pt x="238" y="5531"/>
                    <a:pt x="238" y="5718"/>
                  </a:cubicBezTo>
                  <a:cubicBezTo>
                    <a:pt x="238" y="5896"/>
                    <a:pt x="527" y="6023"/>
                    <a:pt x="527" y="6023"/>
                  </a:cubicBezTo>
                  <a:cubicBezTo>
                    <a:pt x="527" y="6023"/>
                    <a:pt x="510" y="6184"/>
                    <a:pt x="527" y="6311"/>
                  </a:cubicBezTo>
                  <a:cubicBezTo>
                    <a:pt x="543" y="6439"/>
                    <a:pt x="883" y="6490"/>
                    <a:pt x="883" y="6490"/>
                  </a:cubicBezTo>
                  <a:cubicBezTo>
                    <a:pt x="883" y="6490"/>
                    <a:pt x="959" y="6710"/>
                    <a:pt x="1027" y="6778"/>
                  </a:cubicBezTo>
                  <a:cubicBezTo>
                    <a:pt x="1103" y="6854"/>
                    <a:pt x="1392" y="6939"/>
                    <a:pt x="1392" y="6939"/>
                  </a:cubicBezTo>
                  <a:cubicBezTo>
                    <a:pt x="1392" y="6939"/>
                    <a:pt x="1409" y="7117"/>
                    <a:pt x="1409" y="7177"/>
                  </a:cubicBezTo>
                  <a:cubicBezTo>
                    <a:pt x="1409" y="7228"/>
                    <a:pt x="1714" y="7448"/>
                    <a:pt x="1918" y="7465"/>
                  </a:cubicBezTo>
                  <a:cubicBezTo>
                    <a:pt x="1930" y="7467"/>
                    <a:pt x="1943" y="7467"/>
                    <a:pt x="1956" y="7467"/>
                  </a:cubicBezTo>
                  <a:cubicBezTo>
                    <a:pt x="2013" y="7467"/>
                    <a:pt x="2074" y="7453"/>
                    <a:pt x="2130" y="7440"/>
                  </a:cubicBezTo>
                  <a:cubicBezTo>
                    <a:pt x="1639" y="7363"/>
                    <a:pt x="1139" y="6163"/>
                    <a:pt x="1137" y="5154"/>
                  </a:cubicBezTo>
                  <a:lnTo>
                    <a:pt x="1137" y="5154"/>
                  </a:lnTo>
                  <a:cubicBezTo>
                    <a:pt x="1139" y="4459"/>
                    <a:pt x="1638" y="3409"/>
                    <a:pt x="1790" y="2757"/>
                  </a:cubicBezTo>
                  <a:cubicBezTo>
                    <a:pt x="1824" y="1629"/>
                    <a:pt x="2418" y="628"/>
                    <a:pt x="3309" y="0"/>
                  </a:cubicBezTo>
                  <a:close/>
                </a:path>
              </a:pathLst>
            </a:custGeom>
            <a:solidFill>
              <a:srgbClr val="862E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1" name="Google Shape;3981;p72"/>
            <p:cNvSpPr/>
            <p:nvPr/>
          </p:nvSpPr>
          <p:spPr>
            <a:xfrm>
              <a:off x="6255931" y="3005078"/>
              <a:ext cx="215589" cy="213354"/>
            </a:xfrm>
            <a:custGeom>
              <a:avLst/>
              <a:gdLst/>
              <a:ahLst/>
              <a:cxnLst/>
              <a:rect l="l" t="t" r="r" b="b"/>
              <a:pathLst>
                <a:path w="2894" h="2864" extrusionOk="0">
                  <a:moveTo>
                    <a:pt x="1028" y="1"/>
                  </a:moveTo>
                  <a:cubicBezTo>
                    <a:pt x="983" y="1"/>
                    <a:pt x="948" y="7"/>
                    <a:pt x="925" y="21"/>
                  </a:cubicBezTo>
                  <a:cubicBezTo>
                    <a:pt x="688" y="165"/>
                    <a:pt x="187" y="937"/>
                    <a:pt x="35" y="1946"/>
                  </a:cubicBezTo>
                  <a:cubicBezTo>
                    <a:pt x="1" y="2184"/>
                    <a:pt x="883" y="2515"/>
                    <a:pt x="1163" y="2600"/>
                  </a:cubicBezTo>
                  <a:cubicBezTo>
                    <a:pt x="1264" y="2631"/>
                    <a:pt x="1619" y="2863"/>
                    <a:pt x="1850" y="2863"/>
                  </a:cubicBezTo>
                  <a:cubicBezTo>
                    <a:pt x="1928" y="2863"/>
                    <a:pt x="1992" y="2837"/>
                    <a:pt x="2028" y="2769"/>
                  </a:cubicBezTo>
                  <a:cubicBezTo>
                    <a:pt x="2172" y="2498"/>
                    <a:pt x="2893" y="979"/>
                    <a:pt x="2817" y="759"/>
                  </a:cubicBezTo>
                  <a:cubicBezTo>
                    <a:pt x="2756" y="567"/>
                    <a:pt x="1452" y="1"/>
                    <a:pt x="1028" y="1"/>
                  </a:cubicBezTo>
                  <a:close/>
                </a:path>
              </a:pathLst>
            </a:custGeom>
            <a:solidFill>
              <a:srgbClr val="FFA8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2" name="Google Shape;3982;p72"/>
            <p:cNvSpPr/>
            <p:nvPr/>
          </p:nvSpPr>
          <p:spPr>
            <a:xfrm>
              <a:off x="6794974" y="3004705"/>
              <a:ext cx="280027" cy="159345"/>
            </a:xfrm>
            <a:custGeom>
              <a:avLst/>
              <a:gdLst/>
              <a:ahLst/>
              <a:cxnLst/>
              <a:rect l="l" t="t" r="r" b="b"/>
              <a:pathLst>
                <a:path w="3759" h="2139" extrusionOk="0">
                  <a:moveTo>
                    <a:pt x="289" y="0"/>
                  </a:moveTo>
                  <a:lnTo>
                    <a:pt x="43" y="170"/>
                  </a:lnTo>
                  <a:lnTo>
                    <a:pt x="1" y="458"/>
                  </a:lnTo>
                  <a:lnTo>
                    <a:pt x="3759" y="2138"/>
                  </a:lnTo>
                  <a:cubicBezTo>
                    <a:pt x="3759" y="2138"/>
                    <a:pt x="1612" y="798"/>
                    <a:pt x="289" y="0"/>
                  </a:cubicBez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3" name="Google Shape;3983;p72"/>
            <p:cNvSpPr/>
            <p:nvPr/>
          </p:nvSpPr>
          <p:spPr>
            <a:xfrm>
              <a:off x="7042669" y="3132985"/>
              <a:ext cx="83509" cy="83509"/>
            </a:xfrm>
            <a:custGeom>
              <a:avLst/>
              <a:gdLst/>
              <a:ahLst/>
              <a:cxnLst/>
              <a:rect l="l" t="t" r="r" b="b"/>
              <a:pathLst>
                <a:path w="1121" h="1121" extrusionOk="0">
                  <a:moveTo>
                    <a:pt x="561" y="0"/>
                  </a:moveTo>
                  <a:cubicBezTo>
                    <a:pt x="255" y="0"/>
                    <a:pt x="1" y="246"/>
                    <a:pt x="1" y="560"/>
                  </a:cubicBezTo>
                  <a:cubicBezTo>
                    <a:pt x="1" y="866"/>
                    <a:pt x="255" y="1120"/>
                    <a:pt x="561" y="1120"/>
                  </a:cubicBezTo>
                  <a:cubicBezTo>
                    <a:pt x="875" y="1120"/>
                    <a:pt x="1121" y="866"/>
                    <a:pt x="1121" y="560"/>
                  </a:cubicBezTo>
                  <a:cubicBezTo>
                    <a:pt x="1121" y="246"/>
                    <a:pt x="875" y="0"/>
                    <a:pt x="561" y="0"/>
                  </a:cubicBez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4" name="Google Shape;3984;p72"/>
            <p:cNvSpPr/>
            <p:nvPr/>
          </p:nvSpPr>
          <p:spPr>
            <a:xfrm>
              <a:off x="6069546" y="3819900"/>
              <a:ext cx="1131207" cy="137220"/>
            </a:xfrm>
            <a:custGeom>
              <a:avLst/>
              <a:gdLst/>
              <a:ahLst/>
              <a:cxnLst/>
              <a:rect l="l" t="t" r="r" b="b"/>
              <a:pathLst>
                <a:path w="15185" h="1842" extrusionOk="0">
                  <a:moveTo>
                    <a:pt x="0" y="0"/>
                  </a:moveTo>
                  <a:lnTo>
                    <a:pt x="0" y="348"/>
                  </a:lnTo>
                  <a:lnTo>
                    <a:pt x="416" y="1120"/>
                  </a:lnTo>
                  <a:cubicBezTo>
                    <a:pt x="416" y="1519"/>
                    <a:pt x="551" y="1841"/>
                    <a:pt x="721" y="1841"/>
                  </a:cubicBezTo>
                  <a:lnTo>
                    <a:pt x="14464" y="1841"/>
                  </a:lnTo>
                  <a:cubicBezTo>
                    <a:pt x="14633" y="1841"/>
                    <a:pt x="14769" y="1519"/>
                    <a:pt x="14769" y="1120"/>
                  </a:cubicBezTo>
                  <a:lnTo>
                    <a:pt x="15185" y="348"/>
                  </a:lnTo>
                  <a:lnTo>
                    <a:pt x="1518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5" name="Google Shape;3985;p72"/>
            <p:cNvSpPr/>
            <p:nvPr/>
          </p:nvSpPr>
          <p:spPr>
            <a:xfrm>
              <a:off x="6069546" y="3819900"/>
              <a:ext cx="1131207" cy="24062"/>
            </a:xfrm>
            <a:custGeom>
              <a:avLst/>
              <a:gdLst/>
              <a:ahLst/>
              <a:cxnLst/>
              <a:rect l="l" t="t" r="r" b="b"/>
              <a:pathLst>
                <a:path w="15185" h="323" extrusionOk="0">
                  <a:moveTo>
                    <a:pt x="0" y="0"/>
                  </a:moveTo>
                  <a:lnTo>
                    <a:pt x="0" y="323"/>
                  </a:lnTo>
                  <a:lnTo>
                    <a:pt x="15185" y="323"/>
                  </a:lnTo>
                  <a:lnTo>
                    <a:pt x="1518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6" name="Google Shape;3986;p72"/>
            <p:cNvSpPr/>
            <p:nvPr/>
          </p:nvSpPr>
          <p:spPr>
            <a:xfrm>
              <a:off x="6207882" y="4065732"/>
              <a:ext cx="56318" cy="56914"/>
            </a:xfrm>
            <a:custGeom>
              <a:avLst/>
              <a:gdLst/>
              <a:ahLst/>
              <a:cxnLst/>
              <a:rect l="l" t="t" r="r" b="b"/>
              <a:pathLst>
                <a:path w="756" h="764" extrusionOk="0">
                  <a:moveTo>
                    <a:pt x="383" y="0"/>
                  </a:moveTo>
                  <a:cubicBezTo>
                    <a:pt x="171" y="0"/>
                    <a:pt x="1" y="170"/>
                    <a:pt x="1" y="382"/>
                  </a:cubicBezTo>
                  <a:cubicBezTo>
                    <a:pt x="1" y="594"/>
                    <a:pt x="171" y="764"/>
                    <a:pt x="383" y="764"/>
                  </a:cubicBezTo>
                  <a:cubicBezTo>
                    <a:pt x="586" y="764"/>
                    <a:pt x="756" y="594"/>
                    <a:pt x="756" y="382"/>
                  </a:cubicBezTo>
                  <a:cubicBezTo>
                    <a:pt x="756" y="170"/>
                    <a:pt x="586" y="0"/>
                    <a:pt x="3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7" name="Google Shape;3987;p72"/>
            <p:cNvSpPr/>
            <p:nvPr/>
          </p:nvSpPr>
          <p:spPr>
            <a:xfrm>
              <a:off x="6998493" y="4065732"/>
              <a:ext cx="56318" cy="56914"/>
            </a:xfrm>
            <a:custGeom>
              <a:avLst/>
              <a:gdLst/>
              <a:ahLst/>
              <a:cxnLst/>
              <a:rect l="l" t="t" r="r" b="b"/>
              <a:pathLst>
                <a:path w="756" h="764" extrusionOk="0">
                  <a:moveTo>
                    <a:pt x="382" y="0"/>
                  </a:moveTo>
                  <a:cubicBezTo>
                    <a:pt x="170" y="0"/>
                    <a:pt x="0" y="170"/>
                    <a:pt x="0" y="382"/>
                  </a:cubicBezTo>
                  <a:cubicBezTo>
                    <a:pt x="0" y="594"/>
                    <a:pt x="170" y="764"/>
                    <a:pt x="382" y="764"/>
                  </a:cubicBezTo>
                  <a:cubicBezTo>
                    <a:pt x="585" y="764"/>
                    <a:pt x="755" y="594"/>
                    <a:pt x="755" y="382"/>
                  </a:cubicBezTo>
                  <a:cubicBezTo>
                    <a:pt x="755" y="170"/>
                    <a:pt x="585" y="0"/>
                    <a:pt x="3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8" name="Google Shape;3988;p72"/>
            <p:cNvSpPr/>
            <p:nvPr/>
          </p:nvSpPr>
          <p:spPr>
            <a:xfrm>
              <a:off x="6089734" y="3883071"/>
              <a:ext cx="1090831" cy="22870"/>
            </a:xfrm>
            <a:custGeom>
              <a:avLst/>
              <a:gdLst/>
              <a:ahLst/>
              <a:cxnLst/>
              <a:rect l="l" t="t" r="r" b="b"/>
              <a:pathLst>
                <a:path w="14643" h="307" extrusionOk="0">
                  <a:moveTo>
                    <a:pt x="1" y="1"/>
                  </a:moveTo>
                  <a:lnTo>
                    <a:pt x="145" y="272"/>
                  </a:lnTo>
                  <a:lnTo>
                    <a:pt x="145" y="306"/>
                  </a:lnTo>
                  <a:lnTo>
                    <a:pt x="14498" y="306"/>
                  </a:lnTo>
                  <a:lnTo>
                    <a:pt x="14498" y="272"/>
                  </a:lnTo>
                  <a:lnTo>
                    <a:pt x="146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9" name="Google Shape;3989;p72"/>
            <p:cNvSpPr/>
            <p:nvPr/>
          </p:nvSpPr>
          <p:spPr>
            <a:xfrm>
              <a:off x="6499231" y="2986976"/>
              <a:ext cx="54456" cy="93864"/>
            </a:xfrm>
            <a:custGeom>
              <a:avLst/>
              <a:gdLst/>
              <a:ahLst/>
              <a:cxnLst/>
              <a:rect l="l" t="t" r="r" b="b"/>
              <a:pathLst>
                <a:path w="731" h="1260" extrusionOk="0">
                  <a:moveTo>
                    <a:pt x="501" y="1"/>
                  </a:moveTo>
                  <a:lnTo>
                    <a:pt x="501" y="1"/>
                  </a:lnTo>
                  <a:cubicBezTo>
                    <a:pt x="255" y="170"/>
                    <a:pt x="94" y="433"/>
                    <a:pt x="77" y="730"/>
                  </a:cubicBezTo>
                  <a:lnTo>
                    <a:pt x="94" y="730"/>
                  </a:lnTo>
                  <a:cubicBezTo>
                    <a:pt x="94" y="730"/>
                    <a:pt x="1" y="1180"/>
                    <a:pt x="569" y="1256"/>
                  </a:cubicBezTo>
                  <a:cubicBezTo>
                    <a:pt x="584" y="1259"/>
                    <a:pt x="599" y="1260"/>
                    <a:pt x="615" y="1260"/>
                  </a:cubicBezTo>
                  <a:cubicBezTo>
                    <a:pt x="654" y="1260"/>
                    <a:pt x="694" y="1254"/>
                    <a:pt x="730" y="1248"/>
                  </a:cubicBezTo>
                  <a:cubicBezTo>
                    <a:pt x="501" y="1129"/>
                    <a:pt x="348" y="849"/>
                    <a:pt x="348" y="518"/>
                  </a:cubicBezTo>
                  <a:cubicBezTo>
                    <a:pt x="348" y="323"/>
                    <a:pt x="408" y="145"/>
                    <a:pt x="501" y="1"/>
                  </a:cubicBezTo>
                  <a:close/>
                </a:path>
              </a:pathLst>
            </a:custGeom>
            <a:solidFill>
              <a:srgbClr val="862E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0" name="Google Shape;3990;p72"/>
            <p:cNvSpPr/>
            <p:nvPr/>
          </p:nvSpPr>
          <p:spPr>
            <a:xfrm>
              <a:off x="6373484" y="3110860"/>
              <a:ext cx="96099" cy="85371"/>
            </a:xfrm>
            <a:custGeom>
              <a:avLst/>
              <a:gdLst/>
              <a:ahLst/>
              <a:cxnLst/>
              <a:rect l="l" t="t" r="r" b="b"/>
              <a:pathLst>
                <a:path w="1290" h="1146" extrusionOk="0">
                  <a:moveTo>
                    <a:pt x="323" y="0"/>
                  </a:moveTo>
                  <a:lnTo>
                    <a:pt x="0" y="781"/>
                  </a:lnTo>
                  <a:lnTo>
                    <a:pt x="637" y="1146"/>
                  </a:lnTo>
                  <a:lnTo>
                    <a:pt x="1290" y="526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1" name="Google Shape;3991;p72"/>
            <p:cNvSpPr/>
            <p:nvPr/>
          </p:nvSpPr>
          <p:spPr>
            <a:xfrm>
              <a:off x="6382945" y="3120991"/>
              <a:ext cx="75314" cy="67046"/>
            </a:xfrm>
            <a:custGeom>
              <a:avLst/>
              <a:gdLst/>
              <a:ahLst/>
              <a:cxnLst/>
              <a:rect l="l" t="t" r="r" b="b"/>
              <a:pathLst>
                <a:path w="1011" h="900" extrusionOk="0">
                  <a:moveTo>
                    <a:pt x="247" y="0"/>
                  </a:moveTo>
                  <a:lnTo>
                    <a:pt x="1" y="619"/>
                  </a:lnTo>
                  <a:lnTo>
                    <a:pt x="501" y="899"/>
                  </a:lnTo>
                  <a:lnTo>
                    <a:pt x="1010" y="407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FFA8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2" name="Google Shape;3992;p72"/>
            <p:cNvSpPr/>
            <p:nvPr/>
          </p:nvSpPr>
          <p:spPr>
            <a:xfrm>
              <a:off x="6323572" y="3112723"/>
              <a:ext cx="65779" cy="140721"/>
            </a:xfrm>
            <a:custGeom>
              <a:avLst/>
              <a:gdLst/>
              <a:ahLst/>
              <a:cxnLst/>
              <a:rect l="l" t="t" r="r" b="b"/>
              <a:pathLst>
                <a:path w="883" h="1889" extrusionOk="0">
                  <a:moveTo>
                    <a:pt x="764" y="1"/>
                  </a:moveTo>
                  <a:lnTo>
                    <a:pt x="399" y="1044"/>
                  </a:lnTo>
                  <a:cubicBezTo>
                    <a:pt x="399" y="1044"/>
                    <a:pt x="335" y="1031"/>
                    <a:pt x="266" y="1031"/>
                  </a:cubicBezTo>
                  <a:cubicBezTo>
                    <a:pt x="222" y="1031"/>
                    <a:pt x="177" y="1037"/>
                    <a:pt x="144" y="1053"/>
                  </a:cubicBezTo>
                  <a:cubicBezTo>
                    <a:pt x="60" y="1104"/>
                    <a:pt x="0" y="1265"/>
                    <a:pt x="161" y="1443"/>
                  </a:cubicBezTo>
                  <a:cubicBezTo>
                    <a:pt x="202" y="1491"/>
                    <a:pt x="545" y="1888"/>
                    <a:pt x="647" y="1888"/>
                  </a:cubicBezTo>
                  <a:cubicBezTo>
                    <a:pt x="653" y="1888"/>
                    <a:pt x="658" y="1887"/>
                    <a:pt x="662" y="1884"/>
                  </a:cubicBezTo>
                  <a:cubicBezTo>
                    <a:pt x="730" y="1842"/>
                    <a:pt x="882" y="603"/>
                    <a:pt x="840" y="9"/>
                  </a:cubicBezTo>
                  <a:lnTo>
                    <a:pt x="764" y="1"/>
                  </a:lnTo>
                  <a:close/>
                </a:path>
              </a:pathLst>
            </a:custGeom>
            <a:solidFill>
              <a:srgbClr val="FF87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3" name="Google Shape;3993;p72"/>
            <p:cNvSpPr/>
            <p:nvPr/>
          </p:nvSpPr>
          <p:spPr>
            <a:xfrm>
              <a:off x="6276790" y="3059682"/>
              <a:ext cx="103697" cy="89171"/>
            </a:xfrm>
            <a:custGeom>
              <a:avLst/>
              <a:gdLst/>
              <a:ahLst/>
              <a:cxnLst/>
              <a:rect l="l" t="t" r="r" b="b"/>
              <a:pathLst>
                <a:path w="1392" h="1197" extrusionOk="0">
                  <a:moveTo>
                    <a:pt x="382" y="0"/>
                  </a:moveTo>
                  <a:lnTo>
                    <a:pt x="1" y="798"/>
                  </a:lnTo>
                  <a:lnTo>
                    <a:pt x="891" y="1196"/>
                  </a:lnTo>
                  <a:lnTo>
                    <a:pt x="1392" y="560"/>
                  </a:lnTo>
                  <a:lnTo>
                    <a:pt x="38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4" name="Google Shape;3994;p72"/>
            <p:cNvSpPr/>
            <p:nvPr/>
          </p:nvSpPr>
          <p:spPr>
            <a:xfrm>
              <a:off x="6353892" y="3086873"/>
              <a:ext cx="43654" cy="37322"/>
            </a:xfrm>
            <a:custGeom>
              <a:avLst/>
              <a:gdLst/>
              <a:ahLst/>
              <a:cxnLst/>
              <a:rect l="l" t="t" r="r" b="b"/>
              <a:pathLst>
                <a:path w="586" h="501" extrusionOk="0">
                  <a:moveTo>
                    <a:pt x="0" y="0"/>
                  </a:moveTo>
                  <a:lnTo>
                    <a:pt x="43" y="204"/>
                  </a:lnTo>
                  <a:lnTo>
                    <a:pt x="577" y="501"/>
                  </a:lnTo>
                  <a:lnTo>
                    <a:pt x="586" y="3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5" name="Google Shape;3995;p72"/>
            <p:cNvSpPr/>
            <p:nvPr/>
          </p:nvSpPr>
          <p:spPr>
            <a:xfrm>
              <a:off x="6189557" y="2988913"/>
              <a:ext cx="120831" cy="87234"/>
            </a:xfrm>
            <a:custGeom>
              <a:avLst/>
              <a:gdLst/>
              <a:ahLst/>
              <a:cxnLst/>
              <a:rect l="l" t="t" r="r" b="b"/>
              <a:pathLst>
                <a:path w="1622" h="1171" extrusionOk="0">
                  <a:moveTo>
                    <a:pt x="1" y="0"/>
                  </a:moveTo>
                  <a:lnTo>
                    <a:pt x="43" y="204"/>
                  </a:lnTo>
                  <a:lnTo>
                    <a:pt x="1604" y="1171"/>
                  </a:lnTo>
                  <a:lnTo>
                    <a:pt x="1621" y="99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6" name="Google Shape;3996;p72"/>
            <p:cNvSpPr/>
            <p:nvPr/>
          </p:nvSpPr>
          <p:spPr>
            <a:xfrm>
              <a:off x="6288187" y="3071676"/>
              <a:ext cx="80976" cy="69578"/>
            </a:xfrm>
            <a:custGeom>
              <a:avLst/>
              <a:gdLst/>
              <a:ahLst/>
              <a:cxnLst/>
              <a:rect l="l" t="t" r="r" b="b"/>
              <a:pathLst>
                <a:path w="1087" h="934" extrusionOk="0">
                  <a:moveTo>
                    <a:pt x="297" y="1"/>
                  </a:moveTo>
                  <a:lnTo>
                    <a:pt x="0" y="620"/>
                  </a:lnTo>
                  <a:lnTo>
                    <a:pt x="696" y="934"/>
                  </a:lnTo>
                  <a:lnTo>
                    <a:pt x="1086" y="433"/>
                  </a:lnTo>
                  <a:lnTo>
                    <a:pt x="297" y="1"/>
                  </a:lnTo>
                  <a:close/>
                </a:path>
              </a:pathLst>
            </a:custGeom>
            <a:solidFill>
              <a:srgbClr val="FFA8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7" name="Google Shape;3997;p72"/>
            <p:cNvSpPr/>
            <p:nvPr/>
          </p:nvSpPr>
          <p:spPr>
            <a:xfrm>
              <a:off x="6159237" y="2983847"/>
              <a:ext cx="62650" cy="96099"/>
            </a:xfrm>
            <a:custGeom>
              <a:avLst/>
              <a:gdLst/>
              <a:ahLst/>
              <a:cxnLst/>
              <a:rect l="l" t="t" r="r" b="b"/>
              <a:pathLst>
                <a:path w="841" h="1290" extrusionOk="0">
                  <a:moveTo>
                    <a:pt x="416" y="0"/>
                  </a:moveTo>
                  <a:cubicBezTo>
                    <a:pt x="187" y="0"/>
                    <a:pt x="1" y="289"/>
                    <a:pt x="1" y="645"/>
                  </a:cubicBezTo>
                  <a:cubicBezTo>
                    <a:pt x="1" y="1001"/>
                    <a:pt x="187" y="1290"/>
                    <a:pt x="416" y="1290"/>
                  </a:cubicBezTo>
                  <a:cubicBezTo>
                    <a:pt x="654" y="1290"/>
                    <a:pt x="841" y="1001"/>
                    <a:pt x="841" y="645"/>
                  </a:cubicBezTo>
                  <a:cubicBezTo>
                    <a:pt x="841" y="289"/>
                    <a:pt x="654" y="0"/>
                    <a:pt x="416" y="0"/>
                  </a:cubicBezTo>
                  <a:close/>
                </a:path>
              </a:pathLst>
            </a:custGeom>
            <a:solidFill>
              <a:srgbClr val="FF87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8" name="Google Shape;3998;p72"/>
            <p:cNvSpPr/>
            <p:nvPr/>
          </p:nvSpPr>
          <p:spPr>
            <a:xfrm>
              <a:off x="6169369" y="3007834"/>
              <a:ext cx="37322" cy="60788"/>
            </a:xfrm>
            <a:custGeom>
              <a:avLst/>
              <a:gdLst/>
              <a:ahLst/>
              <a:cxnLst/>
              <a:rect l="l" t="t" r="r" b="b"/>
              <a:pathLst>
                <a:path w="501" h="816" extrusionOk="0">
                  <a:moveTo>
                    <a:pt x="246" y="1"/>
                  </a:moveTo>
                  <a:cubicBezTo>
                    <a:pt x="111" y="1"/>
                    <a:pt x="0" y="187"/>
                    <a:pt x="0" y="408"/>
                  </a:cubicBezTo>
                  <a:cubicBezTo>
                    <a:pt x="0" y="637"/>
                    <a:pt x="111" y="815"/>
                    <a:pt x="246" y="815"/>
                  </a:cubicBezTo>
                  <a:cubicBezTo>
                    <a:pt x="382" y="815"/>
                    <a:pt x="501" y="637"/>
                    <a:pt x="501" y="408"/>
                  </a:cubicBezTo>
                  <a:cubicBezTo>
                    <a:pt x="501" y="187"/>
                    <a:pt x="382" y="1"/>
                    <a:pt x="246" y="1"/>
                  </a:cubicBezTo>
                  <a:close/>
                </a:path>
              </a:pathLst>
            </a:custGeom>
            <a:solidFill>
              <a:srgbClr val="E94E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9" name="Google Shape;3999;p72"/>
            <p:cNvSpPr/>
            <p:nvPr/>
          </p:nvSpPr>
          <p:spPr>
            <a:xfrm>
              <a:off x="6172497" y="3040090"/>
              <a:ext cx="27265" cy="31660"/>
            </a:xfrm>
            <a:custGeom>
              <a:avLst/>
              <a:gdLst/>
              <a:ahLst/>
              <a:cxnLst/>
              <a:rect l="l" t="t" r="r" b="b"/>
              <a:pathLst>
                <a:path w="366" h="425" extrusionOk="0">
                  <a:moveTo>
                    <a:pt x="187" y="0"/>
                  </a:moveTo>
                  <a:cubicBezTo>
                    <a:pt x="86" y="0"/>
                    <a:pt x="1" y="94"/>
                    <a:pt x="1" y="212"/>
                  </a:cubicBezTo>
                  <a:cubicBezTo>
                    <a:pt x="1" y="323"/>
                    <a:pt x="86" y="425"/>
                    <a:pt x="187" y="425"/>
                  </a:cubicBezTo>
                  <a:cubicBezTo>
                    <a:pt x="281" y="425"/>
                    <a:pt x="366" y="323"/>
                    <a:pt x="366" y="212"/>
                  </a:cubicBezTo>
                  <a:cubicBezTo>
                    <a:pt x="366" y="94"/>
                    <a:pt x="281" y="0"/>
                    <a:pt x="187" y="0"/>
                  </a:cubicBezTo>
                  <a:close/>
                </a:path>
              </a:pathLst>
            </a:custGeom>
            <a:solidFill>
              <a:srgbClr val="FF87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0" name="Google Shape;4000;p72"/>
            <p:cNvSpPr/>
            <p:nvPr/>
          </p:nvSpPr>
          <p:spPr>
            <a:xfrm>
              <a:off x="6308375" y="3023553"/>
              <a:ext cx="83509" cy="56393"/>
            </a:xfrm>
            <a:custGeom>
              <a:avLst/>
              <a:gdLst/>
              <a:ahLst/>
              <a:cxnLst/>
              <a:rect l="l" t="t" r="r" b="b"/>
              <a:pathLst>
                <a:path w="1121" h="757" extrusionOk="0">
                  <a:moveTo>
                    <a:pt x="201" y="0"/>
                  </a:moveTo>
                  <a:cubicBezTo>
                    <a:pt x="193" y="0"/>
                    <a:pt x="185" y="1"/>
                    <a:pt x="179" y="2"/>
                  </a:cubicBezTo>
                  <a:cubicBezTo>
                    <a:pt x="35" y="27"/>
                    <a:pt x="1" y="324"/>
                    <a:pt x="26" y="384"/>
                  </a:cubicBezTo>
                  <a:cubicBezTo>
                    <a:pt x="51" y="442"/>
                    <a:pt x="663" y="757"/>
                    <a:pt x="777" y="757"/>
                  </a:cubicBezTo>
                  <a:cubicBezTo>
                    <a:pt x="778" y="757"/>
                    <a:pt x="780" y="757"/>
                    <a:pt x="781" y="757"/>
                  </a:cubicBezTo>
                  <a:cubicBezTo>
                    <a:pt x="857" y="748"/>
                    <a:pt x="1120" y="401"/>
                    <a:pt x="1019" y="333"/>
                  </a:cubicBezTo>
                  <a:cubicBezTo>
                    <a:pt x="913" y="260"/>
                    <a:pt x="381" y="0"/>
                    <a:pt x="201" y="0"/>
                  </a:cubicBezTo>
                  <a:close/>
                </a:path>
              </a:pathLst>
            </a:custGeom>
            <a:solidFill>
              <a:srgbClr val="9F43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1" name="Google Shape;4001;p72"/>
            <p:cNvSpPr/>
            <p:nvPr/>
          </p:nvSpPr>
          <p:spPr>
            <a:xfrm>
              <a:off x="6409688" y="3062364"/>
              <a:ext cx="75091" cy="66897"/>
            </a:xfrm>
            <a:custGeom>
              <a:avLst/>
              <a:gdLst/>
              <a:ahLst/>
              <a:cxnLst/>
              <a:rect l="l" t="t" r="r" b="b"/>
              <a:pathLst>
                <a:path w="1008" h="898" extrusionOk="0">
                  <a:moveTo>
                    <a:pt x="271" y="1"/>
                  </a:moveTo>
                  <a:cubicBezTo>
                    <a:pt x="159" y="1"/>
                    <a:pt x="0" y="342"/>
                    <a:pt x="32" y="405"/>
                  </a:cubicBezTo>
                  <a:cubicBezTo>
                    <a:pt x="66" y="499"/>
                    <a:pt x="634" y="897"/>
                    <a:pt x="702" y="897"/>
                  </a:cubicBezTo>
                  <a:cubicBezTo>
                    <a:pt x="770" y="889"/>
                    <a:pt x="1007" y="728"/>
                    <a:pt x="965" y="584"/>
                  </a:cubicBezTo>
                  <a:cubicBezTo>
                    <a:pt x="923" y="439"/>
                    <a:pt x="414" y="66"/>
                    <a:pt x="295" y="7"/>
                  </a:cubicBezTo>
                  <a:cubicBezTo>
                    <a:pt x="287" y="3"/>
                    <a:pt x="279" y="1"/>
                    <a:pt x="271" y="1"/>
                  </a:cubicBezTo>
                  <a:close/>
                </a:path>
              </a:pathLst>
            </a:custGeom>
            <a:solidFill>
              <a:srgbClr val="9F43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2" name="Google Shape;4002;p72"/>
            <p:cNvSpPr/>
            <p:nvPr/>
          </p:nvSpPr>
          <p:spPr>
            <a:xfrm>
              <a:off x="6229411" y="3127919"/>
              <a:ext cx="60713" cy="79039"/>
            </a:xfrm>
            <a:custGeom>
              <a:avLst/>
              <a:gdLst/>
              <a:ahLst/>
              <a:cxnLst/>
              <a:rect l="l" t="t" r="r" b="b"/>
              <a:pathLst>
                <a:path w="815" h="1061" extrusionOk="0">
                  <a:moveTo>
                    <a:pt x="60" y="1"/>
                  </a:moveTo>
                  <a:lnTo>
                    <a:pt x="60" y="1"/>
                  </a:lnTo>
                  <a:cubicBezTo>
                    <a:pt x="51" y="9"/>
                    <a:pt x="0" y="314"/>
                    <a:pt x="145" y="611"/>
                  </a:cubicBezTo>
                  <a:cubicBezTo>
                    <a:pt x="246" y="832"/>
                    <a:pt x="484" y="951"/>
                    <a:pt x="798" y="1061"/>
                  </a:cubicBezTo>
                  <a:lnTo>
                    <a:pt x="815" y="1027"/>
                  </a:lnTo>
                  <a:cubicBezTo>
                    <a:pt x="518" y="925"/>
                    <a:pt x="323" y="764"/>
                    <a:pt x="229" y="569"/>
                  </a:cubicBezTo>
                  <a:cubicBezTo>
                    <a:pt x="111" y="306"/>
                    <a:pt x="195" y="51"/>
                    <a:pt x="195" y="51"/>
                  </a:cubicBezTo>
                  <a:lnTo>
                    <a:pt x="60" y="1"/>
                  </a:lnTo>
                  <a:close/>
                </a:path>
              </a:pathLst>
            </a:custGeom>
            <a:solidFill>
              <a:srgbClr val="862E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3" name="Google Shape;4003;p72"/>
            <p:cNvSpPr/>
            <p:nvPr/>
          </p:nvSpPr>
          <p:spPr>
            <a:xfrm>
              <a:off x="6312845" y="3096781"/>
              <a:ext cx="27861" cy="28234"/>
            </a:xfrm>
            <a:custGeom>
              <a:avLst/>
              <a:gdLst/>
              <a:ahLst/>
              <a:cxnLst/>
              <a:rect l="l" t="t" r="r" b="b"/>
              <a:pathLst>
                <a:path w="374" h="379" extrusionOk="0">
                  <a:moveTo>
                    <a:pt x="250" y="1"/>
                  </a:moveTo>
                  <a:cubicBezTo>
                    <a:pt x="185" y="1"/>
                    <a:pt x="106" y="50"/>
                    <a:pt x="59" y="130"/>
                  </a:cubicBezTo>
                  <a:cubicBezTo>
                    <a:pt x="0" y="232"/>
                    <a:pt x="0" y="334"/>
                    <a:pt x="68" y="368"/>
                  </a:cubicBezTo>
                  <a:cubicBezTo>
                    <a:pt x="82" y="375"/>
                    <a:pt x="98" y="378"/>
                    <a:pt x="116" y="378"/>
                  </a:cubicBezTo>
                  <a:cubicBezTo>
                    <a:pt x="180" y="378"/>
                    <a:pt x="259" y="331"/>
                    <a:pt x="305" y="257"/>
                  </a:cubicBezTo>
                  <a:cubicBezTo>
                    <a:pt x="373" y="156"/>
                    <a:pt x="365" y="45"/>
                    <a:pt x="297" y="11"/>
                  </a:cubicBezTo>
                  <a:cubicBezTo>
                    <a:pt x="283" y="4"/>
                    <a:pt x="267" y="1"/>
                    <a:pt x="250" y="1"/>
                  </a:cubicBezTo>
                  <a:close/>
                </a:path>
              </a:pathLst>
            </a:custGeom>
            <a:solidFill>
              <a:srgbClr val="5234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4" name="Google Shape;4004;p72"/>
            <p:cNvSpPr/>
            <p:nvPr/>
          </p:nvSpPr>
          <p:spPr>
            <a:xfrm>
              <a:off x="6407602" y="3146320"/>
              <a:ext cx="24062" cy="26148"/>
            </a:xfrm>
            <a:custGeom>
              <a:avLst/>
              <a:gdLst/>
              <a:ahLst/>
              <a:cxnLst/>
              <a:rect l="l" t="t" r="r" b="b"/>
              <a:pathLst>
                <a:path w="323" h="351" extrusionOk="0">
                  <a:moveTo>
                    <a:pt x="216" y="0"/>
                  </a:moveTo>
                  <a:cubicBezTo>
                    <a:pt x="166" y="0"/>
                    <a:pt x="104" y="41"/>
                    <a:pt x="60" y="110"/>
                  </a:cubicBezTo>
                  <a:cubicBezTo>
                    <a:pt x="1" y="195"/>
                    <a:pt x="1" y="296"/>
                    <a:pt x="60" y="339"/>
                  </a:cubicBezTo>
                  <a:cubicBezTo>
                    <a:pt x="74" y="347"/>
                    <a:pt x="89" y="350"/>
                    <a:pt x="106" y="350"/>
                  </a:cubicBezTo>
                  <a:cubicBezTo>
                    <a:pt x="160" y="350"/>
                    <a:pt x="224" y="309"/>
                    <a:pt x="263" y="237"/>
                  </a:cubicBezTo>
                  <a:cubicBezTo>
                    <a:pt x="323" y="152"/>
                    <a:pt x="323" y="50"/>
                    <a:pt x="263" y="16"/>
                  </a:cubicBezTo>
                  <a:cubicBezTo>
                    <a:pt x="250" y="5"/>
                    <a:pt x="234" y="0"/>
                    <a:pt x="216" y="0"/>
                  </a:cubicBezTo>
                  <a:close/>
                </a:path>
              </a:pathLst>
            </a:custGeom>
            <a:solidFill>
              <a:srgbClr val="5234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05" name="Google Shape;4005;p72"/>
          <p:cNvGrpSpPr/>
          <p:nvPr/>
        </p:nvGrpSpPr>
        <p:grpSpPr>
          <a:xfrm>
            <a:off x="4194038" y="1142804"/>
            <a:ext cx="755923" cy="756387"/>
            <a:chOff x="6056139" y="1076008"/>
            <a:chExt cx="755923" cy="756387"/>
          </a:xfrm>
        </p:grpSpPr>
        <p:sp>
          <p:nvSpPr>
            <p:cNvPr id="4006" name="Google Shape;4006;p72"/>
            <p:cNvSpPr/>
            <p:nvPr/>
          </p:nvSpPr>
          <p:spPr>
            <a:xfrm>
              <a:off x="6056139" y="1076008"/>
              <a:ext cx="755923" cy="756387"/>
            </a:xfrm>
            <a:custGeom>
              <a:avLst/>
              <a:gdLst/>
              <a:ahLst/>
              <a:cxnLst/>
              <a:rect l="l" t="t" r="r" b="b"/>
              <a:pathLst>
                <a:path w="91295" h="91296" extrusionOk="0">
                  <a:moveTo>
                    <a:pt x="75084" y="16212"/>
                  </a:moveTo>
                  <a:cubicBezTo>
                    <a:pt x="91295" y="32466"/>
                    <a:pt x="91295" y="58788"/>
                    <a:pt x="75084" y="75041"/>
                  </a:cubicBezTo>
                  <a:cubicBezTo>
                    <a:pt x="58830" y="91295"/>
                    <a:pt x="32466" y="91295"/>
                    <a:pt x="16255" y="75041"/>
                  </a:cubicBezTo>
                  <a:cubicBezTo>
                    <a:pt x="1" y="58788"/>
                    <a:pt x="1" y="32466"/>
                    <a:pt x="16255" y="16212"/>
                  </a:cubicBezTo>
                  <a:cubicBezTo>
                    <a:pt x="32466" y="1"/>
                    <a:pt x="58830" y="1"/>
                    <a:pt x="75084" y="16212"/>
                  </a:cubicBezTo>
                  <a:close/>
                </a:path>
              </a:pathLst>
            </a:custGeom>
            <a:gradFill>
              <a:gsLst>
                <a:gs pos="0">
                  <a:srgbClr val="FFF6DB">
                    <a:alpha val="21910"/>
                  </a:srgbClr>
                </a:gs>
                <a:gs pos="100000">
                  <a:srgbClr val="FAD25C">
                    <a:alpha val="2191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007" name="Google Shape;4007;p72"/>
            <p:cNvGrpSpPr/>
            <p:nvPr/>
          </p:nvGrpSpPr>
          <p:grpSpPr>
            <a:xfrm>
              <a:off x="6264319" y="1275275"/>
              <a:ext cx="339547" cy="357856"/>
              <a:chOff x="6342000" y="3936400"/>
              <a:chExt cx="377400" cy="397750"/>
            </a:xfrm>
          </p:grpSpPr>
          <p:sp>
            <p:nvSpPr>
              <p:cNvPr id="4008" name="Google Shape;4008;p72"/>
              <p:cNvSpPr/>
              <p:nvPr/>
            </p:nvSpPr>
            <p:spPr>
              <a:xfrm>
                <a:off x="6555625" y="4170375"/>
                <a:ext cx="163775" cy="163325"/>
              </a:xfrm>
              <a:custGeom>
                <a:avLst/>
                <a:gdLst/>
                <a:ahLst/>
                <a:cxnLst/>
                <a:rect l="l" t="t" r="r" b="b"/>
                <a:pathLst>
                  <a:path w="6551" h="6533" extrusionOk="0">
                    <a:moveTo>
                      <a:pt x="3745" y="1414"/>
                    </a:moveTo>
                    <a:lnTo>
                      <a:pt x="3745" y="2365"/>
                    </a:lnTo>
                    <a:lnTo>
                      <a:pt x="2792" y="2365"/>
                    </a:lnTo>
                    <a:lnTo>
                      <a:pt x="2792" y="1414"/>
                    </a:lnTo>
                    <a:close/>
                    <a:moveTo>
                      <a:pt x="3745" y="3277"/>
                    </a:moveTo>
                    <a:lnTo>
                      <a:pt x="3745" y="5142"/>
                    </a:lnTo>
                    <a:lnTo>
                      <a:pt x="2792" y="5142"/>
                    </a:lnTo>
                    <a:lnTo>
                      <a:pt x="2792" y="3277"/>
                    </a:lnTo>
                    <a:close/>
                    <a:moveTo>
                      <a:pt x="3275" y="0"/>
                    </a:moveTo>
                    <a:cubicBezTo>
                      <a:pt x="1466" y="0"/>
                      <a:pt x="0" y="1466"/>
                      <a:pt x="0" y="3275"/>
                    </a:cubicBezTo>
                    <a:cubicBezTo>
                      <a:pt x="86" y="5447"/>
                      <a:pt x="1681" y="6533"/>
                      <a:pt x="3275" y="6533"/>
                    </a:cubicBezTo>
                    <a:cubicBezTo>
                      <a:pt x="4870" y="6533"/>
                      <a:pt x="6464" y="5447"/>
                      <a:pt x="6550" y="3275"/>
                    </a:cubicBezTo>
                    <a:cubicBezTo>
                      <a:pt x="6550" y="1466"/>
                      <a:pt x="5085" y="0"/>
                      <a:pt x="327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9" name="Google Shape;4009;p72"/>
              <p:cNvSpPr/>
              <p:nvPr/>
            </p:nvSpPr>
            <p:spPr>
              <a:xfrm>
                <a:off x="6344750" y="3937975"/>
                <a:ext cx="46650" cy="314675"/>
              </a:xfrm>
              <a:custGeom>
                <a:avLst/>
                <a:gdLst/>
                <a:ahLst/>
                <a:cxnLst/>
                <a:rect l="l" t="t" r="r" b="b"/>
                <a:pathLst>
                  <a:path w="1866" h="12587" extrusionOk="0">
                    <a:moveTo>
                      <a:pt x="1865" y="1"/>
                    </a:moveTo>
                    <a:cubicBezTo>
                      <a:pt x="803" y="217"/>
                      <a:pt x="1" y="1163"/>
                      <a:pt x="1" y="2292"/>
                    </a:cubicBezTo>
                    <a:lnTo>
                      <a:pt x="1" y="12587"/>
                    </a:lnTo>
                    <a:cubicBezTo>
                      <a:pt x="390" y="12292"/>
                      <a:pt x="875" y="12117"/>
                      <a:pt x="1399" y="12117"/>
                    </a:cubicBezTo>
                    <a:lnTo>
                      <a:pt x="1865" y="12117"/>
                    </a:lnTo>
                    <a:lnTo>
                      <a:pt x="186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0" name="Google Shape;4010;p72"/>
              <p:cNvSpPr/>
              <p:nvPr/>
            </p:nvSpPr>
            <p:spPr>
              <a:xfrm>
                <a:off x="6474200" y="4006850"/>
                <a:ext cx="93250" cy="23850"/>
              </a:xfrm>
              <a:custGeom>
                <a:avLst/>
                <a:gdLst/>
                <a:ahLst/>
                <a:cxnLst/>
                <a:rect l="l" t="t" r="r" b="b"/>
                <a:pathLst>
                  <a:path w="3730" h="954" extrusionOk="0">
                    <a:moveTo>
                      <a:pt x="1" y="1"/>
                    </a:moveTo>
                    <a:lnTo>
                      <a:pt x="1" y="954"/>
                    </a:lnTo>
                    <a:lnTo>
                      <a:pt x="3730" y="954"/>
                    </a:lnTo>
                    <a:lnTo>
                      <a:pt x="373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1" name="Google Shape;4011;p72"/>
              <p:cNvSpPr/>
              <p:nvPr/>
            </p:nvSpPr>
            <p:spPr>
              <a:xfrm>
                <a:off x="6342000" y="4263675"/>
                <a:ext cx="229825" cy="70475"/>
              </a:xfrm>
              <a:custGeom>
                <a:avLst/>
                <a:gdLst/>
                <a:ahLst/>
                <a:cxnLst/>
                <a:rect l="l" t="t" r="r" b="b"/>
                <a:pathLst>
                  <a:path w="9193" h="2819" extrusionOk="0">
                    <a:moveTo>
                      <a:pt x="1535" y="1"/>
                    </a:moveTo>
                    <a:cubicBezTo>
                      <a:pt x="864" y="1"/>
                      <a:pt x="215" y="541"/>
                      <a:pt x="123" y="1205"/>
                    </a:cubicBezTo>
                    <a:cubicBezTo>
                      <a:pt x="0" y="2074"/>
                      <a:pt x="671" y="2818"/>
                      <a:pt x="1516" y="2818"/>
                    </a:cubicBezTo>
                    <a:lnTo>
                      <a:pt x="9193" y="2818"/>
                    </a:lnTo>
                    <a:cubicBezTo>
                      <a:pt x="8349" y="2136"/>
                      <a:pt x="7772" y="1135"/>
                      <a:pt x="764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2" name="Google Shape;4012;p72"/>
              <p:cNvSpPr/>
              <p:nvPr/>
            </p:nvSpPr>
            <p:spPr>
              <a:xfrm>
                <a:off x="6415200" y="3936400"/>
                <a:ext cx="222700" cy="304525"/>
              </a:xfrm>
              <a:custGeom>
                <a:avLst/>
                <a:gdLst/>
                <a:ahLst/>
                <a:cxnLst/>
                <a:rect l="l" t="t" r="r" b="b"/>
                <a:pathLst>
                  <a:path w="8908" h="12181" extrusionOk="0">
                    <a:moveTo>
                      <a:pt x="7043" y="1866"/>
                    </a:moveTo>
                    <a:lnTo>
                      <a:pt x="7043" y="4683"/>
                    </a:lnTo>
                    <a:lnTo>
                      <a:pt x="1409" y="4683"/>
                    </a:lnTo>
                    <a:lnTo>
                      <a:pt x="1409" y="1866"/>
                    </a:lnTo>
                    <a:close/>
                    <a:moveTo>
                      <a:pt x="7043" y="5595"/>
                    </a:moveTo>
                    <a:lnTo>
                      <a:pt x="7043" y="6546"/>
                    </a:lnTo>
                    <a:lnTo>
                      <a:pt x="1409" y="6546"/>
                    </a:lnTo>
                    <a:lnTo>
                      <a:pt x="1409" y="5595"/>
                    </a:lnTo>
                    <a:close/>
                    <a:moveTo>
                      <a:pt x="5137" y="7458"/>
                    </a:moveTo>
                    <a:lnTo>
                      <a:pt x="5137" y="8411"/>
                    </a:lnTo>
                    <a:lnTo>
                      <a:pt x="1409" y="8411"/>
                    </a:lnTo>
                    <a:lnTo>
                      <a:pt x="1409" y="7458"/>
                    </a:lnTo>
                    <a:close/>
                    <a:moveTo>
                      <a:pt x="4225" y="9364"/>
                    </a:moveTo>
                    <a:lnTo>
                      <a:pt x="4225" y="10317"/>
                    </a:lnTo>
                    <a:lnTo>
                      <a:pt x="1409" y="10317"/>
                    </a:lnTo>
                    <a:lnTo>
                      <a:pt x="1409" y="9364"/>
                    </a:lnTo>
                    <a:close/>
                    <a:moveTo>
                      <a:pt x="0" y="1"/>
                    </a:moveTo>
                    <a:lnTo>
                      <a:pt x="0" y="12180"/>
                    </a:lnTo>
                    <a:lnTo>
                      <a:pt x="4715" y="12180"/>
                    </a:lnTo>
                    <a:cubicBezTo>
                      <a:pt x="4948" y="10076"/>
                      <a:pt x="6739" y="8434"/>
                      <a:pt x="8908" y="8434"/>
                    </a:cubicBezTo>
                    <a:lnTo>
                      <a:pt x="8906" y="8434"/>
                    </a:lnTo>
                    <a:lnTo>
                      <a:pt x="890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013" name="Google Shape;4013;p72"/>
          <p:cNvGrpSpPr/>
          <p:nvPr/>
        </p:nvGrpSpPr>
        <p:grpSpPr>
          <a:xfrm>
            <a:off x="2376914" y="2749746"/>
            <a:ext cx="755923" cy="756387"/>
            <a:chOff x="2636724" y="1076008"/>
            <a:chExt cx="755923" cy="756387"/>
          </a:xfrm>
        </p:grpSpPr>
        <p:sp>
          <p:nvSpPr>
            <p:cNvPr id="4014" name="Google Shape;4014;p72"/>
            <p:cNvSpPr/>
            <p:nvPr/>
          </p:nvSpPr>
          <p:spPr>
            <a:xfrm>
              <a:off x="2636724" y="1076008"/>
              <a:ext cx="755923" cy="756387"/>
            </a:xfrm>
            <a:custGeom>
              <a:avLst/>
              <a:gdLst/>
              <a:ahLst/>
              <a:cxnLst/>
              <a:rect l="l" t="t" r="r" b="b"/>
              <a:pathLst>
                <a:path w="91295" h="91296" extrusionOk="0">
                  <a:moveTo>
                    <a:pt x="75084" y="16212"/>
                  </a:moveTo>
                  <a:cubicBezTo>
                    <a:pt x="91295" y="32466"/>
                    <a:pt x="91295" y="58788"/>
                    <a:pt x="75084" y="75041"/>
                  </a:cubicBezTo>
                  <a:cubicBezTo>
                    <a:pt x="58830" y="91295"/>
                    <a:pt x="32466" y="91295"/>
                    <a:pt x="16255" y="75041"/>
                  </a:cubicBezTo>
                  <a:cubicBezTo>
                    <a:pt x="1" y="58788"/>
                    <a:pt x="1" y="32466"/>
                    <a:pt x="16255" y="16212"/>
                  </a:cubicBezTo>
                  <a:cubicBezTo>
                    <a:pt x="32466" y="1"/>
                    <a:pt x="58830" y="1"/>
                    <a:pt x="75084" y="16212"/>
                  </a:cubicBezTo>
                  <a:close/>
                </a:path>
              </a:pathLst>
            </a:custGeom>
            <a:gradFill>
              <a:gsLst>
                <a:gs pos="0">
                  <a:srgbClr val="FFF6DB">
                    <a:alpha val="21910"/>
                  </a:srgbClr>
                </a:gs>
                <a:gs pos="100000">
                  <a:srgbClr val="FAD25C">
                    <a:alpha val="2191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5" name="Google Shape;4015;p72"/>
            <p:cNvSpPr/>
            <p:nvPr/>
          </p:nvSpPr>
          <p:spPr>
            <a:xfrm>
              <a:off x="2835761" y="1278174"/>
              <a:ext cx="357856" cy="357856"/>
            </a:xfrm>
            <a:custGeom>
              <a:avLst/>
              <a:gdLst/>
              <a:ahLst/>
              <a:cxnLst/>
              <a:rect l="l" t="t" r="r" b="b"/>
              <a:pathLst>
                <a:path w="15910" h="15910" extrusionOk="0">
                  <a:moveTo>
                    <a:pt x="13092" y="5137"/>
                  </a:moveTo>
                  <a:lnTo>
                    <a:pt x="13092" y="6091"/>
                  </a:lnTo>
                  <a:lnTo>
                    <a:pt x="12139" y="6091"/>
                  </a:lnTo>
                  <a:lnTo>
                    <a:pt x="12139" y="5137"/>
                  </a:lnTo>
                  <a:close/>
                  <a:moveTo>
                    <a:pt x="14998" y="1866"/>
                  </a:moveTo>
                  <a:lnTo>
                    <a:pt x="14998" y="6091"/>
                  </a:lnTo>
                  <a:lnTo>
                    <a:pt x="14045" y="6091"/>
                  </a:lnTo>
                  <a:lnTo>
                    <a:pt x="14045" y="2819"/>
                  </a:lnTo>
                  <a:lnTo>
                    <a:pt x="13092" y="2819"/>
                  </a:lnTo>
                  <a:lnTo>
                    <a:pt x="13092" y="4226"/>
                  </a:lnTo>
                  <a:lnTo>
                    <a:pt x="12139" y="4226"/>
                  </a:lnTo>
                  <a:lnTo>
                    <a:pt x="12139" y="2819"/>
                  </a:lnTo>
                  <a:lnTo>
                    <a:pt x="11229" y="2819"/>
                  </a:lnTo>
                  <a:lnTo>
                    <a:pt x="11229" y="6091"/>
                  </a:lnTo>
                  <a:lnTo>
                    <a:pt x="9820" y="6091"/>
                  </a:lnTo>
                  <a:lnTo>
                    <a:pt x="9820" y="3770"/>
                  </a:lnTo>
                  <a:lnTo>
                    <a:pt x="8411" y="3770"/>
                  </a:lnTo>
                  <a:lnTo>
                    <a:pt x="8411" y="6091"/>
                  </a:lnTo>
                  <a:lnTo>
                    <a:pt x="7499" y="6091"/>
                  </a:lnTo>
                  <a:lnTo>
                    <a:pt x="7499" y="2819"/>
                  </a:lnTo>
                  <a:lnTo>
                    <a:pt x="6546" y="2819"/>
                  </a:lnTo>
                  <a:lnTo>
                    <a:pt x="6546" y="6091"/>
                  </a:lnTo>
                  <a:lnTo>
                    <a:pt x="5635" y="6091"/>
                  </a:lnTo>
                  <a:lnTo>
                    <a:pt x="5635" y="3770"/>
                  </a:lnTo>
                  <a:lnTo>
                    <a:pt x="4683" y="3770"/>
                  </a:lnTo>
                  <a:lnTo>
                    <a:pt x="4683" y="6091"/>
                  </a:lnTo>
                  <a:lnTo>
                    <a:pt x="3730" y="6091"/>
                  </a:lnTo>
                  <a:lnTo>
                    <a:pt x="3730" y="2819"/>
                  </a:lnTo>
                  <a:lnTo>
                    <a:pt x="2321" y="2819"/>
                  </a:lnTo>
                  <a:lnTo>
                    <a:pt x="2321" y="6091"/>
                  </a:lnTo>
                  <a:lnTo>
                    <a:pt x="954" y="6091"/>
                  </a:lnTo>
                  <a:lnTo>
                    <a:pt x="954" y="1866"/>
                  </a:lnTo>
                  <a:close/>
                  <a:moveTo>
                    <a:pt x="13092" y="7002"/>
                  </a:moveTo>
                  <a:lnTo>
                    <a:pt x="13092" y="7955"/>
                  </a:lnTo>
                  <a:lnTo>
                    <a:pt x="12139" y="7955"/>
                  </a:lnTo>
                  <a:lnTo>
                    <a:pt x="12139" y="7002"/>
                  </a:lnTo>
                  <a:close/>
                  <a:moveTo>
                    <a:pt x="13092" y="8867"/>
                  </a:moveTo>
                  <a:lnTo>
                    <a:pt x="13092" y="9820"/>
                  </a:lnTo>
                  <a:lnTo>
                    <a:pt x="12139" y="9820"/>
                  </a:lnTo>
                  <a:lnTo>
                    <a:pt x="12139" y="8867"/>
                  </a:lnTo>
                  <a:close/>
                  <a:moveTo>
                    <a:pt x="14998" y="7002"/>
                  </a:moveTo>
                  <a:lnTo>
                    <a:pt x="14998" y="11227"/>
                  </a:lnTo>
                  <a:lnTo>
                    <a:pt x="14045" y="11227"/>
                  </a:lnTo>
                  <a:lnTo>
                    <a:pt x="14045" y="7002"/>
                  </a:lnTo>
                  <a:close/>
                  <a:moveTo>
                    <a:pt x="11227" y="7002"/>
                  </a:moveTo>
                  <a:lnTo>
                    <a:pt x="11229" y="11229"/>
                  </a:lnTo>
                  <a:lnTo>
                    <a:pt x="9820" y="11229"/>
                  </a:lnTo>
                  <a:lnTo>
                    <a:pt x="9820" y="7955"/>
                  </a:lnTo>
                  <a:lnTo>
                    <a:pt x="8411" y="7955"/>
                  </a:lnTo>
                  <a:lnTo>
                    <a:pt x="8411" y="11229"/>
                  </a:lnTo>
                  <a:lnTo>
                    <a:pt x="7499" y="11229"/>
                  </a:lnTo>
                  <a:lnTo>
                    <a:pt x="7499" y="8908"/>
                  </a:lnTo>
                  <a:lnTo>
                    <a:pt x="6546" y="8908"/>
                  </a:lnTo>
                  <a:lnTo>
                    <a:pt x="6546" y="11229"/>
                  </a:lnTo>
                  <a:lnTo>
                    <a:pt x="5635" y="11229"/>
                  </a:lnTo>
                  <a:lnTo>
                    <a:pt x="5635" y="7955"/>
                  </a:lnTo>
                  <a:lnTo>
                    <a:pt x="4683" y="7955"/>
                  </a:lnTo>
                  <a:lnTo>
                    <a:pt x="4683" y="11229"/>
                  </a:lnTo>
                  <a:lnTo>
                    <a:pt x="3730" y="11229"/>
                  </a:lnTo>
                  <a:lnTo>
                    <a:pt x="3730" y="8908"/>
                  </a:lnTo>
                  <a:lnTo>
                    <a:pt x="2321" y="8908"/>
                  </a:lnTo>
                  <a:lnTo>
                    <a:pt x="2321" y="11229"/>
                  </a:lnTo>
                  <a:lnTo>
                    <a:pt x="954" y="11229"/>
                  </a:lnTo>
                  <a:lnTo>
                    <a:pt x="954" y="7002"/>
                  </a:lnTo>
                  <a:close/>
                  <a:moveTo>
                    <a:pt x="13092" y="10773"/>
                  </a:moveTo>
                  <a:lnTo>
                    <a:pt x="13092" y="11724"/>
                  </a:lnTo>
                  <a:lnTo>
                    <a:pt x="12139" y="11724"/>
                  </a:lnTo>
                  <a:lnTo>
                    <a:pt x="12139" y="10773"/>
                  </a:lnTo>
                  <a:close/>
                  <a:moveTo>
                    <a:pt x="13092" y="12636"/>
                  </a:moveTo>
                  <a:lnTo>
                    <a:pt x="13092" y="13589"/>
                  </a:lnTo>
                  <a:lnTo>
                    <a:pt x="12139" y="13589"/>
                  </a:lnTo>
                  <a:lnTo>
                    <a:pt x="12139" y="12636"/>
                  </a:lnTo>
                  <a:close/>
                  <a:moveTo>
                    <a:pt x="1" y="1"/>
                  </a:moveTo>
                  <a:lnTo>
                    <a:pt x="1" y="15909"/>
                  </a:lnTo>
                  <a:lnTo>
                    <a:pt x="954" y="15909"/>
                  </a:lnTo>
                  <a:lnTo>
                    <a:pt x="954" y="12180"/>
                  </a:lnTo>
                  <a:lnTo>
                    <a:pt x="11229" y="12180"/>
                  </a:lnTo>
                  <a:lnTo>
                    <a:pt x="11229" y="15909"/>
                  </a:lnTo>
                  <a:lnTo>
                    <a:pt x="12139" y="15909"/>
                  </a:lnTo>
                  <a:lnTo>
                    <a:pt x="12139" y="14501"/>
                  </a:lnTo>
                  <a:lnTo>
                    <a:pt x="13092" y="14501"/>
                  </a:lnTo>
                  <a:lnTo>
                    <a:pt x="13092" y="15909"/>
                  </a:lnTo>
                  <a:lnTo>
                    <a:pt x="14045" y="15909"/>
                  </a:lnTo>
                  <a:lnTo>
                    <a:pt x="14045" y="12180"/>
                  </a:lnTo>
                  <a:lnTo>
                    <a:pt x="14998" y="12180"/>
                  </a:lnTo>
                  <a:lnTo>
                    <a:pt x="14956" y="15909"/>
                  </a:lnTo>
                  <a:lnTo>
                    <a:pt x="15909" y="15909"/>
                  </a:lnTo>
                  <a:lnTo>
                    <a:pt x="15909" y="1"/>
                  </a:lnTo>
                  <a:lnTo>
                    <a:pt x="14956" y="1"/>
                  </a:lnTo>
                  <a:lnTo>
                    <a:pt x="14956" y="954"/>
                  </a:lnTo>
                  <a:lnTo>
                    <a:pt x="912" y="954"/>
                  </a:lnTo>
                  <a:lnTo>
                    <a:pt x="9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21" name="Google Shape;4021;p72"/>
          <p:cNvGrpSpPr/>
          <p:nvPr/>
        </p:nvGrpSpPr>
        <p:grpSpPr>
          <a:xfrm rot="1321466" flipH="1">
            <a:off x="517681" y="1038233"/>
            <a:ext cx="1088053" cy="576024"/>
            <a:chOff x="-1074225" y="4512538"/>
            <a:chExt cx="714950" cy="378500"/>
          </a:xfrm>
        </p:grpSpPr>
        <p:sp>
          <p:nvSpPr>
            <p:cNvPr id="4022" name="Google Shape;4022;p72"/>
            <p:cNvSpPr/>
            <p:nvPr/>
          </p:nvSpPr>
          <p:spPr>
            <a:xfrm>
              <a:off x="-962825" y="4548088"/>
              <a:ext cx="188375" cy="120175"/>
            </a:xfrm>
            <a:custGeom>
              <a:avLst/>
              <a:gdLst/>
              <a:ahLst/>
              <a:cxnLst/>
              <a:rect l="l" t="t" r="r" b="b"/>
              <a:pathLst>
                <a:path w="7535" h="4807" extrusionOk="0">
                  <a:moveTo>
                    <a:pt x="2269" y="0"/>
                  </a:moveTo>
                  <a:lnTo>
                    <a:pt x="0" y="2619"/>
                  </a:lnTo>
                  <a:lnTo>
                    <a:pt x="7534" y="4807"/>
                  </a:lnTo>
                  <a:lnTo>
                    <a:pt x="2269" y="0"/>
                  </a:ln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3" name="Google Shape;4023;p72"/>
            <p:cNvSpPr/>
            <p:nvPr/>
          </p:nvSpPr>
          <p:spPr>
            <a:xfrm>
              <a:off x="-1064100" y="4512538"/>
              <a:ext cx="642725" cy="266450"/>
            </a:xfrm>
            <a:custGeom>
              <a:avLst/>
              <a:gdLst/>
              <a:ahLst/>
              <a:cxnLst/>
              <a:rect l="l" t="t" r="r" b="b"/>
              <a:pathLst>
                <a:path w="25709" h="10658" extrusionOk="0">
                  <a:moveTo>
                    <a:pt x="15471" y="1"/>
                  </a:moveTo>
                  <a:cubicBezTo>
                    <a:pt x="14774" y="1"/>
                    <a:pt x="14066" y="74"/>
                    <a:pt x="13395" y="261"/>
                  </a:cubicBezTo>
                  <a:cubicBezTo>
                    <a:pt x="10532" y="1044"/>
                    <a:pt x="8696" y="3582"/>
                    <a:pt x="8696" y="3582"/>
                  </a:cubicBezTo>
                  <a:lnTo>
                    <a:pt x="8075" y="3636"/>
                  </a:lnTo>
                  <a:cubicBezTo>
                    <a:pt x="8075" y="3636"/>
                    <a:pt x="6914" y="1152"/>
                    <a:pt x="5375" y="1098"/>
                  </a:cubicBezTo>
                  <a:cubicBezTo>
                    <a:pt x="5293" y="1094"/>
                    <a:pt x="5208" y="1091"/>
                    <a:pt x="5120" y="1091"/>
                  </a:cubicBezTo>
                  <a:cubicBezTo>
                    <a:pt x="4135" y="1091"/>
                    <a:pt x="2728" y="1465"/>
                    <a:pt x="1" y="4365"/>
                  </a:cubicBezTo>
                  <a:lnTo>
                    <a:pt x="10640" y="10657"/>
                  </a:lnTo>
                  <a:lnTo>
                    <a:pt x="25708" y="9172"/>
                  </a:lnTo>
                  <a:lnTo>
                    <a:pt x="20388" y="963"/>
                  </a:lnTo>
                  <a:cubicBezTo>
                    <a:pt x="20388" y="963"/>
                    <a:pt x="18000" y="1"/>
                    <a:pt x="15471" y="1"/>
                  </a:cubicBez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4" name="Google Shape;4024;p72"/>
            <p:cNvSpPr/>
            <p:nvPr/>
          </p:nvSpPr>
          <p:spPr>
            <a:xfrm>
              <a:off x="-1053975" y="4564288"/>
              <a:ext cx="81050" cy="60775"/>
            </a:xfrm>
            <a:custGeom>
              <a:avLst/>
              <a:gdLst/>
              <a:ahLst/>
              <a:cxnLst/>
              <a:rect l="l" t="t" r="r" b="b"/>
              <a:pathLst>
                <a:path w="3242" h="2431" extrusionOk="0">
                  <a:moveTo>
                    <a:pt x="3241" y="0"/>
                  </a:moveTo>
                  <a:lnTo>
                    <a:pt x="3241" y="0"/>
                  </a:lnTo>
                  <a:cubicBezTo>
                    <a:pt x="3241" y="0"/>
                    <a:pt x="1000" y="1026"/>
                    <a:pt x="1" y="2295"/>
                  </a:cubicBezTo>
                  <a:lnTo>
                    <a:pt x="649" y="2430"/>
                  </a:lnTo>
                  <a:cubicBezTo>
                    <a:pt x="973" y="1377"/>
                    <a:pt x="3241" y="0"/>
                    <a:pt x="3241" y="0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5" name="Google Shape;4025;p72"/>
            <p:cNvSpPr/>
            <p:nvPr/>
          </p:nvSpPr>
          <p:spPr>
            <a:xfrm>
              <a:off x="-997925" y="4570088"/>
              <a:ext cx="98575" cy="24600"/>
            </a:xfrm>
            <a:custGeom>
              <a:avLst/>
              <a:gdLst/>
              <a:ahLst/>
              <a:cxnLst/>
              <a:rect l="l" t="t" r="r" b="b"/>
              <a:pathLst>
                <a:path w="3943" h="984" extrusionOk="0">
                  <a:moveTo>
                    <a:pt x="2190" y="1"/>
                  </a:moveTo>
                  <a:cubicBezTo>
                    <a:pt x="1509" y="1"/>
                    <a:pt x="734" y="287"/>
                    <a:pt x="0" y="983"/>
                  </a:cubicBezTo>
                  <a:cubicBezTo>
                    <a:pt x="748" y="458"/>
                    <a:pt x="1433" y="227"/>
                    <a:pt x="2069" y="227"/>
                  </a:cubicBezTo>
                  <a:cubicBezTo>
                    <a:pt x="2741" y="227"/>
                    <a:pt x="3360" y="485"/>
                    <a:pt x="3943" y="929"/>
                  </a:cubicBezTo>
                  <a:cubicBezTo>
                    <a:pt x="3613" y="370"/>
                    <a:pt x="2962" y="1"/>
                    <a:pt x="2190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6" name="Google Shape;4026;p72"/>
            <p:cNvSpPr/>
            <p:nvPr/>
          </p:nvSpPr>
          <p:spPr>
            <a:xfrm>
              <a:off x="-837950" y="4525788"/>
              <a:ext cx="162050" cy="93200"/>
            </a:xfrm>
            <a:custGeom>
              <a:avLst/>
              <a:gdLst/>
              <a:ahLst/>
              <a:cxnLst/>
              <a:rect l="l" t="t" r="r" b="b"/>
              <a:pathLst>
                <a:path w="6482" h="3728" extrusionOk="0">
                  <a:moveTo>
                    <a:pt x="6482" y="1"/>
                  </a:moveTo>
                  <a:lnTo>
                    <a:pt x="6482" y="1"/>
                  </a:lnTo>
                  <a:cubicBezTo>
                    <a:pt x="6481" y="1"/>
                    <a:pt x="1702" y="190"/>
                    <a:pt x="1" y="3727"/>
                  </a:cubicBezTo>
                  <a:lnTo>
                    <a:pt x="541" y="3727"/>
                  </a:lnTo>
                  <a:cubicBezTo>
                    <a:pt x="1891" y="1405"/>
                    <a:pt x="3997" y="433"/>
                    <a:pt x="6482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7" name="Google Shape;4027;p72"/>
            <p:cNvSpPr/>
            <p:nvPr/>
          </p:nvSpPr>
          <p:spPr>
            <a:xfrm>
              <a:off x="-742750" y="4536413"/>
              <a:ext cx="151925" cy="23850"/>
            </a:xfrm>
            <a:custGeom>
              <a:avLst/>
              <a:gdLst/>
              <a:ahLst/>
              <a:cxnLst/>
              <a:rect l="l" t="t" r="r" b="b"/>
              <a:pathLst>
                <a:path w="6077" h="954" extrusionOk="0">
                  <a:moveTo>
                    <a:pt x="3227" y="1"/>
                  </a:moveTo>
                  <a:cubicBezTo>
                    <a:pt x="2104" y="1"/>
                    <a:pt x="979" y="320"/>
                    <a:pt x="0" y="953"/>
                  </a:cubicBezTo>
                  <a:cubicBezTo>
                    <a:pt x="987" y="460"/>
                    <a:pt x="2035" y="224"/>
                    <a:pt x="3133" y="224"/>
                  </a:cubicBezTo>
                  <a:cubicBezTo>
                    <a:pt x="4080" y="224"/>
                    <a:pt x="5064" y="400"/>
                    <a:pt x="6076" y="737"/>
                  </a:cubicBezTo>
                  <a:cubicBezTo>
                    <a:pt x="5194" y="245"/>
                    <a:pt x="4211" y="1"/>
                    <a:pt x="3227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8" name="Google Shape;4028;p72"/>
            <p:cNvSpPr/>
            <p:nvPr/>
          </p:nvSpPr>
          <p:spPr>
            <a:xfrm>
              <a:off x="-877100" y="4605913"/>
              <a:ext cx="40525" cy="25475"/>
            </a:xfrm>
            <a:custGeom>
              <a:avLst/>
              <a:gdLst/>
              <a:ahLst/>
              <a:cxnLst/>
              <a:rect l="l" t="t" r="r" b="b"/>
              <a:pathLst>
                <a:path w="1621" h="1019" extrusionOk="0">
                  <a:moveTo>
                    <a:pt x="906" y="0"/>
                  </a:moveTo>
                  <a:cubicBezTo>
                    <a:pt x="597" y="0"/>
                    <a:pt x="303" y="178"/>
                    <a:pt x="136" y="441"/>
                  </a:cubicBezTo>
                  <a:cubicBezTo>
                    <a:pt x="1" y="738"/>
                    <a:pt x="217" y="981"/>
                    <a:pt x="595" y="1009"/>
                  </a:cubicBezTo>
                  <a:cubicBezTo>
                    <a:pt x="639" y="1015"/>
                    <a:pt x="684" y="1019"/>
                    <a:pt x="728" y="1019"/>
                  </a:cubicBezTo>
                  <a:cubicBezTo>
                    <a:pt x="1033" y="1019"/>
                    <a:pt x="1324" y="859"/>
                    <a:pt x="1513" y="576"/>
                  </a:cubicBezTo>
                  <a:cubicBezTo>
                    <a:pt x="1621" y="306"/>
                    <a:pt x="1432" y="36"/>
                    <a:pt x="1027" y="9"/>
                  </a:cubicBezTo>
                  <a:cubicBezTo>
                    <a:pt x="987" y="3"/>
                    <a:pt x="946" y="0"/>
                    <a:pt x="906" y="0"/>
                  </a:cubicBezTo>
                  <a:close/>
                </a:path>
              </a:pathLst>
            </a:custGeom>
            <a:solidFill>
              <a:srgbClr val="725D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9" name="Google Shape;4029;p72"/>
            <p:cNvSpPr/>
            <p:nvPr/>
          </p:nvSpPr>
          <p:spPr>
            <a:xfrm>
              <a:off x="-1074225" y="4544038"/>
              <a:ext cx="714950" cy="347000"/>
            </a:xfrm>
            <a:custGeom>
              <a:avLst/>
              <a:gdLst/>
              <a:ahLst/>
              <a:cxnLst/>
              <a:rect l="l" t="t" r="r" b="b"/>
              <a:pathLst>
                <a:path w="28598" h="13880" extrusionOk="0">
                  <a:moveTo>
                    <a:pt x="21604" y="0"/>
                  </a:moveTo>
                  <a:lnTo>
                    <a:pt x="9560" y="2781"/>
                  </a:lnTo>
                  <a:lnTo>
                    <a:pt x="8426" y="2916"/>
                  </a:lnTo>
                  <a:lnTo>
                    <a:pt x="136" y="2916"/>
                  </a:lnTo>
                  <a:lnTo>
                    <a:pt x="1" y="3321"/>
                  </a:lnTo>
                  <a:lnTo>
                    <a:pt x="8237" y="12746"/>
                  </a:lnTo>
                  <a:lnTo>
                    <a:pt x="16446" y="13880"/>
                  </a:lnTo>
                  <a:lnTo>
                    <a:pt x="20226" y="13880"/>
                  </a:lnTo>
                  <a:lnTo>
                    <a:pt x="28597" y="11558"/>
                  </a:lnTo>
                  <a:lnTo>
                    <a:pt x="2160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0" name="Google Shape;4030;p72"/>
            <p:cNvSpPr/>
            <p:nvPr/>
          </p:nvSpPr>
          <p:spPr>
            <a:xfrm>
              <a:off x="-815650" y="4565638"/>
              <a:ext cx="407775" cy="318650"/>
            </a:xfrm>
            <a:custGeom>
              <a:avLst/>
              <a:gdLst/>
              <a:ahLst/>
              <a:cxnLst/>
              <a:rect l="l" t="t" r="r" b="b"/>
              <a:pathLst>
                <a:path w="16311" h="12746" extrusionOk="0">
                  <a:moveTo>
                    <a:pt x="10774" y="270"/>
                  </a:moveTo>
                  <a:lnTo>
                    <a:pt x="15959" y="9802"/>
                  </a:lnTo>
                  <a:lnTo>
                    <a:pt x="7507" y="12476"/>
                  </a:lnTo>
                  <a:lnTo>
                    <a:pt x="405" y="2782"/>
                  </a:lnTo>
                  <a:lnTo>
                    <a:pt x="10774" y="270"/>
                  </a:lnTo>
                  <a:close/>
                  <a:moveTo>
                    <a:pt x="10855" y="0"/>
                  </a:moveTo>
                  <a:lnTo>
                    <a:pt x="162" y="2620"/>
                  </a:lnTo>
                  <a:lnTo>
                    <a:pt x="0" y="2647"/>
                  </a:lnTo>
                  <a:lnTo>
                    <a:pt x="7345" y="12665"/>
                  </a:lnTo>
                  <a:lnTo>
                    <a:pt x="7399" y="12746"/>
                  </a:lnTo>
                  <a:lnTo>
                    <a:pt x="16310" y="9964"/>
                  </a:lnTo>
                  <a:lnTo>
                    <a:pt x="10855" y="0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1" name="Google Shape;4031;p72"/>
            <p:cNvSpPr/>
            <p:nvPr/>
          </p:nvSpPr>
          <p:spPr>
            <a:xfrm>
              <a:off x="-1074225" y="4627063"/>
              <a:ext cx="411150" cy="263975"/>
            </a:xfrm>
            <a:custGeom>
              <a:avLst/>
              <a:gdLst/>
              <a:ahLst/>
              <a:cxnLst/>
              <a:rect l="l" t="t" r="r" b="b"/>
              <a:pathLst>
                <a:path w="16446" h="10559" extrusionOk="0">
                  <a:moveTo>
                    <a:pt x="1" y="0"/>
                  </a:moveTo>
                  <a:lnTo>
                    <a:pt x="8237" y="9425"/>
                  </a:lnTo>
                  <a:lnTo>
                    <a:pt x="16446" y="10559"/>
                  </a:lnTo>
                  <a:lnTo>
                    <a:pt x="16446" y="10559"/>
                  </a:lnTo>
                  <a:lnTo>
                    <a:pt x="8426" y="13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2" name="Google Shape;4032;p72"/>
            <p:cNvSpPr/>
            <p:nvPr/>
          </p:nvSpPr>
          <p:spPr>
            <a:xfrm>
              <a:off x="-1049250" y="4639888"/>
              <a:ext cx="346350" cy="230900"/>
            </a:xfrm>
            <a:custGeom>
              <a:avLst/>
              <a:gdLst/>
              <a:ahLst/>
              <a:cxnLst/>
              <a:rect l="l" t="t" r="r" b="b"/>
              <a:pathLst>
                <a:path w="13854" h="9236" extrusionOk="0">
                  <a:moveTo>
                    <a:pt x="568" y="271"/>
                  </a:moveTo>
                  <a:lnTo>
                    <a:pt x="7049" y="649"/>
                  </a:lnTo>
                  <a:lnTo>
                    <a:pt x="13341" y="9020"/>
                  </a:lnTo>
                  <a:lnTo>
                    <a:pt x="13341" y="9020"/>
                  </a:lnTo>
                  <a:lnTo>
                    <a:pt x="7535" y="8237"/>
                  </a:lnTo>
                  <a:lnTo>
                    <a:pt x="568" y="271"/>
                  </a:lnTo>
                  <a:close/>
                  <a:moveTo>
                    <a:pt x="1" y="1"/>
                  </a:moveTo>
                  <a:lnTo>
                    <a:pt x="7292" y="8372"/>
                  </a:lnTo>
                  <a:lnTo>
                    <a:pt x="13854" y="9236"/>
                  </a:lnTo>
                  <a:lnTo>
                    <a:pt x="13854" y="9236"/>
                  </a:lnTo>
                  <a:lnTo>
                    <a:pt x="13827" y="9182"/>
                  </a:lnTo>
                  <a:lnTo>
                    <a:pt x="7211" y="406"/>
                  </a:lnTo>
                  <a:lnTo>
                    <a:pt x="7076" y="40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33" name="Google Shape;4033;p72"/>
          <p:cNvGrpSpPr/>
          <p:nvPr/>
        </p:nvGrpSpPr>
        <p:grpSpPr>
          <a:xfrm rot="-1321491">
            <a:off x="631554" y="2007783"/>
            <a:ext cx="714934" cy="378491"/>
            <a:chOff x="-1074225" y="4512538"/>
            <a:chExt cx="714950" cy="378500"/>
          </a:xfrm>
        </p:grpSpPr>
        <p:sp>
          <p:nvSpPr>
            <p:cNvPr id="4034" name="Google Shape;4034;p72"/>
            <p:cNvSpPr/>
            <p:nvPr/>
          </p:nvSpPr>
          <p:spPr>
            <a:xfrm>
              <a:off x="-962825" y="4548088"/>
              <a:ext cx="188375" cy="120175"/>
            </a:xfrm>
            <a:custGeom>
              <a:avLst/>
              <a:gdLst/>
              <a:ahLst/>
              <a:cxnLst/>
              <a:rect l="l" t="t" r="r" b="b"/>
              <a:pathLst>
                <a:path w="7535" h="4807" extrusionOk="0">
                  <a:moveTo>
                    <a:pt x="2269" y="0"/>
                  </a:moveTo>
                  <a:lnTo>
                    <a:pt x="0" y="2619"/>
                  </a:lnTo>
                  <a:lnTo>
                    <a:pt x="7534" y="4807"/>
                  </a:lnTo>
                  <a:lnTo>
                    <a:pt x="2269" y="0"/>
                  </a:ln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5" name="Google Shape;4035;p72"/>
            <p:cNvSpPr/>
            <p:nvPr/>
          </p:nvSpPr>
          <p:spPr>
            <a:xfrm>
              <a:off x="-1064100" y="4512538"/>
              <a:ext cx="642725" cy="266450"/>
            </a:xfrm>
            <a:custGeom>
              <a:avLst/>
              <a:gdLst/>
              <a:ahLst/>
              <a:cxnLst/>
              <a:rect l="l" t="t" r="r" b="b"/>
              <a:pathLst>
                <a:path w="25709" h="10658" extrusionOk="0">
                  <a:moveTo>
                    <a:pt x="15471" y="1"/>
                  </a:moveTo>
                  <a:cubicBezTo>
                    <a:pt x="14774" y="1"/>
                    <a:pt x="14066" y="74"/>
                    <a:pt x="13395" y="261"/>
                  </a:cubicBezTo>
                  <a:cubicBezTo>
                    <a:pt x="10532" y="1044"/>
                    <a:pt x="8696" y="3582"/>
                    <a:pt x="8696" y="3582"/>
                  </a:cubicBezTo>
                  <a:lnTo>
                    <a:pt x="8075" y="3636"/>
                  </a:lnTo>
                  <a:cubicBezTo>
                    <a:pt x="8075" y="3636"/>
                    <a:pt x="6914" y="1152"/>
                    <a:pt x="5375" y="1098"/>
                  </a:cubicBezTo>
                  <a:cubicBezTo>
                    <a:pt x="5293" y="1094"/>
                    <a:pt x="5208" y="1091"/>
                    <a:pt x="5120" y="1091"/>
                  </a:cubicBezTo>
                  <a:cubicBezTo>
                    <a:pt x="4135" y="1091"/>
                    <a:pt x="2728" y="1465"/>
                    <a:pt x="1" y="4365"/>
                  </a:cubicBezTo>
                  <a:lnTo>
                    <a:pt x="10640" y="10657"/>
                  </a:lnTo>
                  <a:lnTo>
                    <a:pt x="25708" y="9172"/>
                  </a:lnTo>
                  <a:lnTo>
                    <a:pt x="20388" y="963"/>
                  </a:lnTo>
                  <a:cubicBezTo>
                    <a:pt x="20388" y="963"/>
                    <a:pt x="18000" y="1"/>
                    <a:pt x="15471" y="1"/>
                  </a:cubicBez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6" name="Google Shape;4036;p72"/>
            <p:cNvSpPr/>
            <p:nvPr/>
          </p:nvSpPr>
          <p:spPr>
            <a:xfrm>
              <a:off x="-1053975" y="4564288"/>
              <a:ext cx="81050" cy="60775"/>
            </a:xfrm>
            <a:custGeom>
              <a:avLst/>
              <a:gdLst/>
              <a:ahLst/>
              <a:cxnLst/>
              <a:rect l="l" t="t" r="r" b="b"/>
              <a:pathLst>
                <a:path w="3242" h="2431" extrusionOk="0">
                  <a:moveTo>
                    <a:pt x="3241" y="0"/>
                  </a:moveTo>
                  <a:lnTo>
                    <a:pt x="3241" y="0"/>
                  </a:lnTo>
                  <a:cubicBezTo>
                    <a:pt x="3241" y="0"/>
                    <a:pt x="1000" y="1026"/>
                    <a:pt x="1" y="2295"/>
                  </a:cubicBezTo>
                  <a:lnTo>
                    <a:pt x="649" y="2430"/>
                  </a:lnTo>
                  <a:cubicBezTo>
                    <a:pt x="973" y="1377"/>
                    <a:pt x="3241" y="0"/>
                    <a:pt x="3241" y="0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7" name="Google Shape;4037;p72"/>
            <p:cNvSpPr/>
            <p:nvPr/>
          </p:nvSpPr>
          <p:spPr>
            <a:xfrm>
              <a:off x="-997925" y="4570088"/>
              <a:ext cx="98575" cy="24600"/>
            </a:xfrm>
            <a:custGeom>
              <a:avLst/>
              <a:gdLst/>
              <a:ahLst/>
              <a:cxnLst/>
              <a:rect l="l" t="t" r="r" b="b"/>
              <a:pathLst>
                <a:path w="3943" h="984" extrusionOk="0">
                  <a:moveTo>
                    <a:pt x="2190" y="1"/>
                  </a:moveTo>
                  <a:cubicBezTo>
                    <a:pt x="1509" y="1"/>
                    <a:pt x="734" y="287"/>
                    <a:pt x="0" y="983"/>
                  </a:cubicBezTo>
                  <a:cubicBezTo>
                    <a:pt x="748" y="458"/>
                    <a:pt x="1433" y="227"/>
                    <a:pt x="2069" y="227"/>
                  </a:cubicBezTo>
                  <a:cubicBezTo>
                    <a:pt x="2741" y="227"/>
                    <a:pt x="3360" y="485"/>
                    <a:pt x="3943" y="929"/>
                  </a:cubicBezTo>
                  <a:cubicBezTo>
                    <a:pt x="3613" y="370"/>
                    <a:pt x="2962" y="1"/>
                    <a:pt x="2190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8" name="Google Shape;4038;p72"/>
            <p:cNvSpPr/>
            <p:nvPr/>
          </p:nvSpPr>
          <p:spPr>
            <a:xfrm>
              <a:off x="-837950" y="4525788"/>
              <a:ext cx="162050" cy="93200"/>
            </a:xfrm>
            <a:custGeom>
              <a:avLst/>
              <a:gdLst/>
              <a:ahLst/>
              <a:cxnLst/>
              <a:rect l="l" t="t" r="r" b="b"/>
              <a:pathLst>
                <a:path w="6482" h="3728" extrusionOk="0">
                  <a:moveTo>
                    <a:pt x="6482" y="1"/>
                  </a:moveTo>
                  <a:lnTo>
                    <a:pt x="6482" y="1"/>
                  </a:lnTo>
                  <a:cubicBezTo>
                    <a:pt x="6481" y="1"/>
                    <a:pt x="1702" y="190"/>
                    <a:pt x="1" y="3727"/>
                  </a:cubicBezTo>
                  <a:lnTo>
                    <a:pt x="541" y="3727"/>
                  </a:lnTo>
                  <a:cubicBezTo>
                    <a:pt x="1891" y="1405"/>
                    <a:pt x="3997" y="433"/>
                    <a:pt x="6482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9" name="Google Shape;4039;p72"/>
            <p:cNvSpPr/>
            <p:nvPr/>
          </p:nvSpPr>
          <p:spPr>
            <a:xfrm>
              <a:off x="-742750" y="4536413"/>
              <a:ext cx="151925" cy="23850"/>
            </a:xfrm>
            <a:custGeom>
              <a:avLst/>
              <a:gdLst/>
              <a:ahLst/>
              <a:cxnLst/>
              <a:rect l="l" t="t" r="r" b="b"/>
              <a:pathLst>
                <a:path w="6077" h="954" extrusionOk="0">
                  <a:moveTo>
                    <a:pt x="3227" y="1"/>
                  </a:moveTo>
                  <a:cubicBezTo>
                    <a:pt x="2104" y="1"/>
                    <a:pt x="979" y="320"/>
                    <a:pt x="0" y="953"/>
                  </a:cubicBezTo>
                  <a:cubicBezTo>
                    <a:pt x="987" y="460"/>
                    <a:pt x="2035" y="224"/>
                    <a:pt x="3133" y="224"/>
                  </a:cubicBezTo>
                  <a:cubicBezTo>
                    <a:pt x="4080" y="224"/>
                    <a:pt x="5064" y="400"/>
                    <a:pt x="6076" y="737"/>
                  </a:cubicBezTo>
                  <a:cubicBezTo>
                    <a:pt x="5194" y="245"/>
                    <a:pt x="4211" y="1"/>
                    <a:pt x="3227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0" name="Google Shape;4040;p72"/>
            <p:cNvSpPr/>
            <p:nvPr/>
          </p:nvSpPr>
          <p:spPr>
            <a:xfrm>
              <a:off x="-877100" y="4605913"/>
              <a:ext cx="40525" cy="25475"/>
            </a:xfrm>
            <a:custGeom>
              <a:avLst/>
              <a:gdLst/>
              <a:ahLst/>
              <a:cxnLst/>
              <a:rect l="l" t="t" r="r" b="b"/>
              <a:pathLst>
                <a:path w="1621" h="1019" extrusionOk="0">
                  <a:moveTo>
                    <a:pt x="906" y="0"/>
                  </a:moveTo>
                  <a:cubicBezTo>
                    <a:pt x="597" y="0"/>
                    <a:pt x="303" y="178"/>
                    <a:pt x="136" y="441"/>
                  </a:cubicBezTo>
                  <a:cubicBezTo>
                    <a:pt x="1" y="738"/>
                    <a:pt x="217" y="981"/>
                    <a:pt x="595" y="1009"/>
                  </a:cubicBezTo>
                  <a:cubicBezTo>
                    <a:pt x="639" y="1015"/>
                    <a:pt x="684" y="1019"/>
                    <a:pt x="728" y="1019"/>
                  </a:cubicBezTo>
                  <a:cubicBezTo>
                    <a:pt x="1033" y="1019"/>
                    <a:pt x="1324" y="859"/>
                    <a:pt x="1513" y="576"/>
                  </a:cubicBezTo>
                  <a:cubicBezTo>
                    <a:pt x="1621" y="306"/>
                    <a:pt x="1432" y="36"/>
                    <a:pt x="1027" y="9"/>
                  </a:cubicBezTo>
                  <a:cubicBezTo>
                    <a:pt x="987" y="3"/>
                    <a:pt x="946" y="0"/>
                    <a:pt x="906" y="0"/>
                  </a:cubicBezTo>
                  <a:close/>
                </a:path>
              </a:pathLst>
            </a:custGeom>
            <a:solidFill>
              <a:srgbClr val="725D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1" name="Google Shape;4041;p72"/>
            <p:cNvSpPr/>
            <p:nvPr/>
          </p:nvSpPr>
          <p:spPr>
            <a:xfrm>
              <a:off x="-1074225" y="4544038"/>
              <a:ext cx="714950" cy="347000"/>
            </a:xfrm>
            <a:custGeom>
              <a:avLst/>
              <a:gdLst/>
              <a:ahLst/>
              <a:cxnLst/>
              <a:rect l="l" t="t" r="r" b="b"/>
              <a:pathLst>
                <a:path w="28598" h="13880" extrusionOk="0">
                  <a:moveTo>
                    <a:pt x="21604" y="0"/>
                  </a:moveTo>
                  <a:lnTo>
                    <a:pt x="9560" y="2781"/>
                  </a:lnTo>
                  <a:lnTo>
                    <a:pt x="8426" y="2916"/>
                  </a:lnTo>
                  <a:lnTo>
                    <a:pt x="136" y="2916"/>
                  </a:lnTo>
                  <a:lnTo>
                    <a:pt x="1" y="3321"/>
                  </a:lnTo>
                  <a:lnTo>
                    <a:pt x="8237" y="12746"/>
                  </a:lnTo>
                  <a:lnTo>
                    <a:pt x="16446" y="13880"/>
                  </a:lnTo>
                  <a:lnTo>
                    <a:pt x="20226" y="13880"/>
                  </a:lnTo>
                  <a:lnTo>
                    <a:pt x="28597" y="11558"/>
                  </a:lnTo>
                  <a:lnTo>
                    <a:pt x="2160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2" name="Google Shape;4042;p72"/>
            <p:cNvSpPr/>
            <p:nvPr/>
          </p:nvSpPr>
          <p:spPr>
            <a:xfrm>
              <a:off x="-815650" y="4565638"/>
              <a:ext cx="407775" cy="318650"/>
            </a:xfrm>
            <a:custGeom>
              <a:avLst/>
              <a:gdLst/>
              <a:ahLst/>
              <a:cxnLst/>
              <a:rect l="l" t="t" r="r" b="b"/>
              <a:pathLst>
                <a:path w="16311" h="12746" extrusionOk="0">
                  <a:moveTo>
                    <a:pt x="10774" y="270"/>
                  </a:moveTo>
                  <a:lnTo>
                    <a:pt x="15959" y="9802"/>
                  </a:lnTo>
                  <a:lnTo>
                    <a:pt x="7507" y="12476"/>
                  </a:lnTo>
                  <a:lnTo>
                    <a:pt x="405" y="2782"/>
                  </a:lnTo>
                  <a:lnTo>
                    <a:pt x="10774" y="270"/>
                  </a:lnTo>
                  <a:close/>
                  <a:moveTo>
                    <a:pt x="10855" y="0"/>
                  </a:moveTo>
                  <a:lnTo>
                    <a:pt x="162" y="2620"/>
                  </a:lnTo>
                  <a:lnTo>
                    <a:pt x="0" y="2647"/>
                  </a:lnTo>
                  <a:lnTo>
                    <a:pt x="7345" y="12665"/>
                  </a:lnTo>
                  <a:lnTo>
                    <a:pt x="7399" y="12746"/>
                  </a:lnTo>
                  <a:lnTo>
                    <a:pt x="16310" y="9964"/>
                  </a:lnTo>
                  <a:lnTo>
                    <a:pt x="10855" y="0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3" name="Google Shape;4043;p72"/>
            <p:cNvSpPr/>
            <p:nvPr/>
          </p:nvSpPr>
          <p:spPr>
            <a:xfrm>
              <a:off x="-1074225" y="4627063"/>
              <a:ext cx="411150" cy="263975"/>
            </a:xfrm>
            <a:custGeom>
              <a:avLst/>
              <a:gdLst/>
              <a:ahLst/>
              <a:cxnLst/>
              <a:rect l="l" t="t" r="r" b="b"/>
              <a:pathLst>
                <a:path w="16446" h="10559" extrusionOk="0">
                  <a:moveTo>
                    <a:pt x="1" y="0"/>
                  </a:moveTo>
                  <a:lnTo>
                    <a:pt x="8237" y="9425"/>
                  </a:lnTo>
                  <a:lnTo>
                    <a:pt x="16446" y="10559"/>
                  </a:lnTo>
                  <a:lnTo>
                    <a:pt x="16446" y="10559"/>
                  </a:lnTo>
                  <a:lnTo>
                    <a:pt x="8426" y="13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4" name="Google Shape;4044;p72"/>
            <p:cNvSpPr/>
            <p:nvPr/>
          </p:nvSpPr>
          <p:spPr>
            <a:xfrm>
              <a:off x="-1049250" y="4639888"/>
              <a:ext cx="346350" cy="230900"/>
            </a:xfrm>
            <a:custGeom>
              <a:avLst/>
              <a:gdLst/>
              <a:ahLst/>
              <a:cxnLst/>
              <a:rect l="l" t="t" r="r" b="b"/>
              <a:pathLst>
                <a:path w="13854" h="9236" extrusionOk="0">
                  <a:moveTo>
                    <a:pt x="568" y="271"/>
                  </a:moveTo>
                  <a:lnTo>
                    <a:pt x="7049" y="649"/>
                  </a:lnTo>
                  <a:lnTo>
                    <a:pt x="13341" y="9020"/>
                  </a:lnTo>
                  <a:lnTo>
                    <a:pt x="13341" y="9020"/>
                  </a:lnTo>
                  <a:lnTo>
                    <a:pt x="7535" y="8237"/>
                  </a:lnTo>
                  <a:lnTo>
                    <a:pt x="568" y="271"/>
                  </a:lnTo>
                  <a:close/>
                  <a:moveTo>
                    <a:pt x="1" y="1"/>
                  </a:moveTo>
                  <a:lnTo>
                    <a:pt x="7292" y="8372"/>
                  </a:lnTo>
                  <a:lnTo>
                    <a:pt x="13854" y="9236"/>
                  </a:lnTo>
                  <a:lnTo>
                    <a:pt x="13854" y="9236"/>
                  </a:lnTo>
                  <a:lnTo>
                    <a:pt x="13827" y="9182"/>
                  </a:lnTo>
                  <a:lnTo>
                    <a:pt x="7211" y="406"/>
                  </a:lnTo>
                  <a:lnTo>
                    <a:pt x="7076" y="40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9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4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3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4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9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06" name="Google Shape;4906;p78"/>
          <p:cNvGrpSpPr/>
          <p:nvPr/>
        </p:nvGrpSpPr>
        <p:grpSpPr>
          <a:xfrm>
            <a:off x="713263" y="859708"/>
            <a:ext cx="3268775" cy="380199"/>
            <a:chOff x="975489" y="863689"/>
            <a:chExt cx="3268775" cy="380199"/>
          </a:xfrm>
        </p:grpSpPr>
        <p:grpSp>
          <p:nvGrpSpPr>
            <p:cNvPr id="4907" name="Google Shape;4907;p78"/>
            <p:cNvGrpSpPr/>
            <p:nvPr/>
          </p:nvGrpSpPr>
          <p:grpSpPr>
            <a:xfrm>
              <a:off x="975489" y="863689"/>
              <a:ext cx="3268775" cy="380199"/>
              <a:chOff x="975489" y="863689"/>
              <a:chExt cx="3268775" cy="380199"/>
            </a:xfrm>
          </p:grpSpPr>
          <p:sp>
            <p:nvSpPr>
              <p:cNvPr id="4908" name="Google Shape;4908;p78"/>
              <p:cNvSpPr/>
              <p:nvPr/>
            </p:nvSpPr>
            <p:spPr>
              <a:xfrm>
                <a:off x="2505355" y="905736"/>
                <a:ext cx="166847" cy="338151"/>
              </a:xfrm>
              <a:custGeom>
                <a:avLst/>
                <a:gdLst/>
                <a:ahLst/>
                <a:cxnLst/>
                <a:rect l="l" t="t" r="r" b="b"/>
                <a:pathLst>
                  <a:path w="1123" h="2276" extrusionOk="0">
                    <a:moveTo>
                      <a:pt x="588" y="0"/>
                    </a:moveTo>
                    <a:lnTo>
                      <a:pt x="1" y="2171"/>
                    </a:lnTo>
                    <a:lnTo>
                      <a:pt x="546" y="2276"/>
                    </a:lnTo>
                    <a:lnTo>
                      <a:pt x="1123" y="74"/>
                    </a:lnTo>
                    <a:lnTo>
                      <a:pt x="58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9" name="Google Shape;4909;p78"/>
              <p:cNvSpPr/>
              <p:nvPr/>
            </p:nvSpPr>
            <p:spPr>
              <a:xfrm>
                <a:off x="2536556" y="905736"/>
                <a:ext cx="135647" cy="207407"/>
              </a:xfrm>
              <a:custGeom>
                <a:avLst/>
                <a:gdLst/>
                <a:ahLst/>
                <a:cxnLst/>
                <a:rect l="l" t="t" r="r" b="b"/>
                <a:pathLst>
                  <a:path w="913" h="1396" extrusionOk="0">
                    <a:moveTo>
                      <a:pt x="378" y="0"/>
                    </a:moveTo>
                    <a:lnTo>
                      <a:pt x="1" y="1395"/>
                    </a:lnTo>
                    <a:cubicBezTo>
                      <a:pt x="200" y="1374"/>
                      <a:pt x="399" y="1332"/>
                      <a:pt x="598" y="1280"/>
                    </a:cubicBezTo>
                    <a:lnTo>
                      <a:pt x="913" y="74"/>
                    </a:lnTo>
                    <a:lnTo>
                      <a:pt x="37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0" name="Google Shape;4910;p78"/>
              <p:cNvSpPr/>
              <p:nvPr/>
            </p:nvSpPr>
            <p:spPr>
              <a:xfrm>
                <a:off x="2592717" y="930696"/>
                <a:ext cx="54675" cy="45315"/>
              </a:xfrm>
              <a:custGeom>
                <a:avLst/>
                <a:gdLst/>
                <a:ahLst/>
                <a:cxnLst/>
                <a:rect l="l" t="t" r="r" b="b"/>
                <a:pathLst>
                  <a:path w="368" h="305" extrusionOk="0">
                    <a:moveTo>
                      <a:pt x="74" y="0"/>
                    </a:moveTo>
                    <a:lnTo>
                      <a:pt x="0" y="294"/>
                    </a:lnTo>
                    <a:lnTo>
                      <a:pt x="283" y="304"/>
                    </a:ln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1" name="Google Shape;4911;p78"/>
              <p:cNvSpPr/>
              <p:nvPr/>
            </p:nvSpPr>
            <p:spPr>
              <a:xfrm>
                <a:off x="2525710" y="1186094"/>
                <a:ext cx="51555" cy="45463"/>
              </a:xfrm>
              <a:custGeom>
                <a:avLst/>
                <a:gdLst/>
                <a:ahLst/>
                <a:cxnLst/>
                <a:rect l="l" t="t" r="r" b="b"/>
                <a:pathLst>
                  <a:path w="347" h="306" extrusionOk="0">
                    <a:moveTo>
                      <a:pt x="63" y="1"/>
                    </a:moveTo>
                    <a:lnTo>
                      <a:pt x="0" y="232"/>
                    </a:lnTo>
                    <a:lnTo>
                      <a:pt x="283" y="305"/>
                    </a:lnTo>
                    <a:lnTo>
                      <a:pt x="346" y="64"/>
                    </a:lnTo>
                    <a:lnTo>
                      <a:pt x="6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2" name="Google Shape;4912;p78"/>
              <p:cNvSpPr/>
              <p:nvPr/>
            </p:nvSpPr>
            <p:spPr>
              <a:xfrm>
                <a:off x="2598957" y="986708"/>
                <a:ext cx="14114" cy="32835"/>
              </a:xfrm>
              <a:custGeom>
                <a:avLst/>
                <a:gdLst/>
                <a:ahLst/>
                <a:cxnLst/>
                <a:rect l="l" t="t" r="r" b="b"/>
                <a:pathLst>
                  <a:path w="95" h="221" extrusionOk="0">
                    <a:moveTo>
                      <a:pt x="53" y="1"/>
                    </a:moveTo>
                    <a:lnTo>
                      <a:pt x="0" y="221"/>
                    </a:lnTo>
                    <a:lnTo>
                      <a:pt x="42" y="221"/>
                    </a:lnTo>
                    <a:lnTo>
                      <a:pt x="95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3" name="Google Shape;4913;p78"/>
              <p:cNvSpPr/>
              <p:nvPr/>
            </p:nvSpPr>
            <p:spPr>
              <a:xfrm>
                <a:off x="1664130" y="896376"/>
                <a:ext cx="115441" cy="346025"/>
              </a:xfrm>
              <a:custGeom>
                <a:avLst/>
                <a:gdLst/>
                <a:ahLst/>
                <a:cxnLst/>
                <a:rect l="l" t="t" r="r" b="b"/>
                <a:pathLst>
                  <a:path w="777" h="2329" extrusionOk="0">
                    <a:moveTo>
                      <a:pt x="0" y="0"/>
                    </a:moveTo>
                    <a:lnTo>
                      <a:pt x="32" y="2328"/>
                    </a:lnTo>
                    <a:lnTo>
                      <a:pt x="776" y="2328"/>
                    </a:lnTo>
                    <a:lnTo>
                      <a:pt x="6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4" name="Google Shape;4914;p78"/>
              <p:cNvSpPr/>
              <p:nvPr/>
            </p:nvSpPr>
            <p:spPr>
              <a:xfrm>
                <a:off x="975489" y="896376"/>
                <a:ext cx="151247" cy="346025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2329" extrusionOk="0">
                    <a:moveTo>
                      <a:pt x="32" y="0"/>
                    </a:moveTo>
                    <a:lnTo>
                      <a:pt x="0" y="2328"/>
                    </a:lnTo>
                    <a:lnTo>
                      <a:pt x="923" y="2328"/>
                    </a:lnTo>
                    <a:lnTo>
                      <a:pt x="101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5" name="Google Shape;4915;p78"/>
              <p:cNvSpPr/>
              <p:nvPr/>
            </p:nvSpPr>
            <p:spPr>
              <a:xfrm>
                <a:off x="1385256" y="991463"/>
                <a:ext cx="109201" cy="250939"/>
              </a:xfrm>
              <a:custGeom>
                <a:avLst/>
                <a:gdLst/>
                <a:ahLst/>
                <a:cxnLst/>
                <a:rect l="l" t="t" r="r" b="b"/>
                <a:pathLst>
                  <a:path w="735" h="1689" extrusionOk="0">
                    <a:moveTo>
                      <a:pt x="42" y="0"/>
                    </a:moveTo>
                    <a:lnTo>
                      <a:pt x="0" y="1688"/>
                    </a:lnTo>
                    <a:lnTo>
                      <a:pt x="734" y="1688"/>
                    </a:lnTo>
                    <a:lnTo>
                      <a:pt x="69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6" name="Google Shape;4916;p78"/>
              <p:cNvSpPr/>
              <p:nvPr/>
            </p:nvSpPr>
            <p:spPr>
              <a:xfrm>
                <a:off x="1280809" y="896376"/>
                <a:ext cx="88995" cy="346025"/>
              </a:xfrm>
              <a:custGeom>
                <a:avLst/>
                <a:gdLst/>
                <a:ahLst/>
                <a:cxnLst/>
                <a:rect l="l" t="t" r="r" b="b"/>
                <a:pathLst>
                  <a:path w="599" h="2329" extrusionOk="0">
                    <a:moveTo>
                      <a:pt x="1" y="0"/>
                    </a:moveTo>
                    <a:lnTo>
                      <a:pt x="64" y="2328"/>
                    </a:lnTo>
                    <a:lnTo>
                      <a:pt x="598" y="2328"/>
                    </a:lnTo>
                    <a:lnTo>
                      <a:pt x="56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7" name="Google Shape;4917;p78"/>
              <p:cNvSpPr/>
              <p:nvPr/>
            </p:nvSpPr>
            <p:spPr>
              <a:xfrm>
                <a:off x="1126589" y="929062"/>
                <a:ext cx="146641" cy="313339"/>
              </a:xfrm>
              <a:custGeom>
                <a:avLst/>
                <a:gdLst/>
                <a:ahLst/>
                <a:cxnLst/>
                <a:rect l="l" t="t" r="r" b="b"/>
                <a:pathLst>
                  <a:path w="987" h="2109" extrusionOk="0">
                    <a:moveTo>
                      <a:pt x="84" y="1"/>
                    </a:moveTo>
                    <a:lnTo>
                      <a:pt x="1" y="2108"/>
                    </a:lnTo>
                    <a:lnTo>
                      <a:pt x="986" y="2108"/>
                    </a:lnTo>
                    <a:lnTo>
                      <a:pt x="902" y="64"/>
                    </a:lnTo>
                    <a:lnTo>
                      <a:pt x="8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8" name="Google Shape;4918;p78"/>
              <p:cNvSpPr/>
              <p:nvPr/>
            </p:nvSpPr>
            <p:spPr>
              <a:xfrm>
                <a:off x="1502036" y="924456"/>
                <a:ext cx="151247" cy="317945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2140" extrusionOk="0">
                    <a:moveTo>
                      <a:pt x="1" y="0"/>
                    </a:moveTo>
                    <a:lnTo>
                      <a:pt x="32" y="2139"/>
                    </a:lnTo>
                    <a:lnTo>
                      <a:pt x="1018" y="2139"/>
                    </a:lnTo>
                    <a:lnTo>
                      <a:pt x="913" y="3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9" name="Google Shape;4919;p78"/>
              <p:cNvSpPr/>
              <p:nvPr/>
            </p:nvSpPr>
            <p:spPr>
              <a:xfrm>
                <a:off x="1667250" y="1116116"/>
                <a:ext cx="112321" cy="126287"/>
              </a:xfrm>
              <a:custGeom>
                <a:avLst/>
                <a:gdLst/>
                <a:ahLst/>
                <a:cxnLst/>
                <a:rect l="l" t="t" r="r" b="b"/>
                <a:pathLst>
                  <a:path w="756" h="850" extrusionOk="0">
                    <a:moveTo>
                      <a:pt x="0" y="0"/>
                    </a:moveTo>
                    <a:lnTo>
                      <a:pt x="11" y="839"/>
                    </a:lnTo>
                    <a:lnTo>
                      <a:pt x="755" y="849"/>
                    </a:lnTo>
                    <a:lnTo>
                      <a:pt x="713" y="315"/>
                    </a:lnTo>
                    <a:cubicBezTo>
                      <a:pt x="483" y="189"/>
                      <a:pt x="242" y="94"/>
                      <a:pt x="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0" name="Google Shape;4920;p78"/>
              <p:cNvSpPr/>
              <p:nvPr/>
            </p:nvSpPr>
            <p:spPr>
              <a:xfrm>
                <a:off x="975489" y="1031875"/>
                <a:ext cx="146641" cy="210527"/>
              </a:xfrm>
              <a:custGeom>
                <a:avLst/>
                <a:gdLst/>
                <a:ahLst/>
                <a:cxnLst/>
                <a:rect l="l" t="t" r="r" b="b"/>
                <a:pathLst>
                  <a:path w="987" h="1417" extrusionOk="0">
                    <a:moveTo>
                      <a:pt x="986" y="1"/>
                    </a:moveTo>
                    <a:lnTo>
                      <a:pt x="986" y="1"/>
                    </a:lnTo>
                    <a:cubicBezTo>
                      <a:pt x="651" y="11"/>
                      <a:pt x="325" y="43"/>
                      <a:pt x="21" y="74"/>
                    </a:cubicBezTo>
                    <a:lnTo>
                      <a:pt x="0" y="1416"/>
                    </a:lnTo>
                    <a:lnTo>
                      <a:pt x="923" y="1416"/>
                    </a:lnTo>
                    <a:lnTo>
                      <a:pt x="98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1" name="Google Shape;4921;p78"/>
              <p:cNvSpPr/>
              <p:nvPr/>
            </p:nvSpPr>
            <p:spPr>
              <a:xfrm>
                <a:off x="1385256" y="1049109"/>
                <a:ext cx="109201" cy="194779"/>
              </a:xfrm>
              <a:custGeom>
                <a:avLst/>
                <a:gdLst/>
                <a:ahLst/>
                <a:cxnLst/>
                <a:rect l="l" t="t" r="r" b="b"/>
                <a:pathLst>
                  <a:path w="735" h="1311" extrusionOk="0">
                    <a:moveTo>
                      <a:pt x="32" y="0"/>
                    </a:moveTo>
                    <a:lnTo>
                      <a:pt x="0" y="1311"/>
                    </a:lnTo>
                    <a:lnTo>
                      <a:pt x="734" y="1300"/>
                    </a:lnTo>
                    <a:lnTo>
                      <a:pt x="703" y="115"/>
                    </a:lnTo>
                    <a:cubicBezTo>
                      <a:pt x="483" y="74"/>
                      <a:pt x="262" y="32"/>
                      <a:pt x="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2" name="Google Shape;4922;p78"/>
              <p:cNvSpPr/>
              <p:nvPr/>
            </p:nvSpPr>
            <p:spPr>
              <a:xfrm>
                <a:off x="1283929" y="1036629"/>
                <a:ext cx="85875" cy="205773"/>
              </a:xfrm>
              <a:custGeom>
                <a:avLst/>
                <a:gdLst/>
                <a:ahLst/>
                <a:cxnLst/>
                <a:rect l="l" t="t" r="r" b="b"/>
                <a:pathLst>
                  <a:path w="578" h="1385" extrusionOk="0">
                    <a:moveTo>
                      <a:pt x="1" y="0"/>
                    </a:moveTo>
                    <a:lnTo>
                      <a:pt x="43" y="1384"/>
                    </a:lnTo>
                    <a:lnTo>
                      <a:pt x="577" y="1384"/>
                    </a:lnTo>
                    <a:lnTo>
                      <a:pt x="556" y="53"/>
                    </a:lnTo>
                    <a:cubicBezTo>
                      <a:pt x="378" y="32"/>
                      <a:pt x="189" y="11"/>
                      <a:pt x="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3" name="Google Shape;4923;p78"/>
              <p:cNvSpPr/>
              <p:nvPr/>
            </p:nvSpPr>
            <p:spPr>
              <a:xfrm>
                <a:off x="1126589" y="1031875"/>
                <a:ext cx="146641" cy="210527"/>
              </a:xfrm>
              <a:custGeom>
                <a:avLst/>
                <a:gdLst/>
                <a:ahLst/>
                <a:cxnLst/>
                <a:rect l="l" t="t" r="r" b="b"/>
                <a:pathLst>
                  <a:path w="987" h="1417" extrusionOk="0">
                    <a:moveTo>
                      <a:pt x="63" y="1"/>
                    </a:moveTo>
                    <a:lnTo>
                      <a:pt x="1" y="1416"/>
                    </a:lnTo>
                    <a:lnTo>
                      <a:pt x="986" y="1416"/>
                    </a:lnTo>
                    <a:lnTo>
                      <a:pt x="934" y="22"/>
                    </a:lnTo>
                    <a:cubicBezTo>
                      <a:pt x="630" y="1"/>
                      <a:pt x="347" y="1"/>
                      <a:pt x="6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4" name="Google Shape;4924;p78"/>
              <p:cNvSpPr/>
              <p:nvPr/>
            </p:nvSpPr>
            <p:spPr>
              <a:xfrm>
                <a:off x="1505156" y="1069315"/>
                <a:ext cx="148127" cy="173087"/>
              </a:xfrm>
              <a:custGeom>
                <a:avLst/>
                <a:gdLst/>
                <a:ahLst/>
                <a:cxnLst/>
                <a:rect l="l" t="t" r="r" b="b"/>
                <a:pathLst>
                  <a:path w="997" h="1165" extrusionOk="0">
                    <a:moveTo>
                      <a:pt x="1" y="0"/>
                    </a:moveTo>
                    <a:lnTo>
                      <a:pt x="11" y="1164"/>
                    </a:lnTo>
                    <a:lnTo>
                      <a:pt x="997" y="1164"/>
                    </a:lnTo>
                    <a:lnTo>
                      <a:pt x="955" y="263"/>
                    </a:lnTo>
                    <a:cubicBezTo>
                      <a:pt x="640" y="158"/>
                      <a:pt x="326" y="63"/>
                      <a:pt x="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5" name="Google Shape;4925;p78"/>
              <p:cNvSpPr/>
              <p:nvPr/>
            </p:nvSpPr>
            <p:spPr>
              <a:xfrm>
                <a:off x="995696" y="1203329"/>
                <a:ext cx="90481" cy="23474"/>
              </a:xfrm>
              <a:custGeom>
                <a:avLst/>
                <a:gdLst/>
                <a:ahLst/>
                <a:cxnLst/>
                <a:rect l="l" t="t" r="r" b="b"/>
                <a:pathLst>
                  <a:path w="609" h="158" extrusionOk="0">
                    <a:moveTo>
                      <a:pt x="11" y="0"/>
                    </a:moveTo>
                    <a:lnTo>
                      <a:pt x="1" y="158"/>
                    </a:lnTo>
                    <a:lnTo>
                      <a:pt x="609" y="158"/>
                    </a:lnTo>
                    <a:lnTo>
                      <a:pt x="609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6" name="Google Shape;4926;p78"/>
              <p:cNvSpPr/>
              <p:nvPr/>
            </p:nvSpPr>
            <p:spPr>
              <a:xfrm>
                <a:off x="997330" y="1165888"/>
                <a:ext cx="90481" cy="21989"/>
              </a:xfrm>
              <a:custGeom>
                <a:avLst/>
                <a:gdLst/>
                <a:ahLst/>
                <a:cxnLst/>
                <a:rect l="l" t="t" r="r" b="b"/>
                <a:pathLst>
                  <a:path w="609" h="148" extrusionOk="0">
                    <a:moveTo>
                      <a:pt x="0" y="1"/>
                    </a:moveTo>
                    <a:lnTo>
                      <a:pt x="0" y="147"/>
                    </a:lnTo>
                    <a:lnTo>
                      <a:pt x="598" y="147"/>
                    </a:lnTo>
                    <a:lnTo>
                      <a:pt x="608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7" name="Google Shape;4927;p78"/>
              <p:cNvSpPr/>
              <p:nvPr/>
            </p:nvSpPr>
            <p:spPr>
              <a:xfrm>
                <a:off x="1156155" y="1193969"/>
                <a:ext cx="85875" cy="29715"/>
              </a:xfrm>
              <a:custGeom>
                <a:avLst/>
                <a:gdLst/>
                <a:ahLst/>
                <a:cxnLst/>
                <a:rect l="l" t="t" r="r" b="b"/>
                <a:pathLst>
                  <a:path w="578" h="200" extrusionOk="0">
                    <a:moveTo>
                      <a:pt x="1" y="0"/>
                    </a:moveTo>
                    <a:lnTo>
                      <a:pt x="1" y="200"/>
                    </a:lnTo>
                    <a:lnTo>
                      <a:pt x="578" y="200"/>
                    </a:lnTo>
                    <a:lnTo>
                      <a:pt x="578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8" name="Google Shape;4928;p78"/>
              <p:cNvSpPr/>
              <p:nvPr/>
            </p:nvSpPr>
            <p:spPr>
              <a:xfrm>
                <a:off x="989455" y="910341"/>
                <a:ext cx="99841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672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672" y="137"/>
                    </a:lnTo>
                    <a:lnTo>
                      <a:pt x="672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9" name="Google Shape;4929;p78"/>
              <p:cNvSpPr/>
              <p:nvPr/>
            </p:nvSpPr>
            <p:spPr>
              <a:xfrm>
                <a:off x="1318695" y="916582"/>
                <a:ext cx="18423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24" h="117" extrusionOk="0">
                    <a:moveTo>
                      <a:pt x="63" y="0"/>
                    </a:moveTo>
                    <a:cubicBezTo>
                      <a:pt x="0" y="0"/>
                      <a:pt x="0" y="117"/>
                      <a:pt x="63" y="117"/>
                    </a:cubicBezTo>
                    <a:cubicBezTo>
                      <a:pt x="65" y="117"/>
                      <a:pt x="68" y="117"/>
                      <a:pt x="71" y="116"/>
                    </a:cubicBezTo>
                    <a:cubicBezTo>
                      <a:pt x="92" y="116"/>
                      <a:pt x="123" y="95"/>
                      <a:pt x="123" y="64"/>
                    </a:cubicBezTo>
                    <a:cubicBezTo>
                      <a:pt x="123" y="32"/>
                      <a:pt x="92" y="1"/>
                      <a:pt x="71" y="1"/>
                    </a:cubicBezTo>
                    <a:cubicBezTo>
                      <a:pt x="68" y="0"/>
                      <a:pt x="65" y="0"/>
                      <a:pt x="63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0" name="Google Shape;4930;p78"/>
              <p:cNvSpPr/>
              <p:nvPr/>
            </p:nvSpPr>
            <p:spPr>
              <a:xfrm>
                <a:off x="1196122" y="1158163"/>
                <a:ext cx="16343" cy="11292"/>
              </a:xfrm>
              <a:custGeom>
                <a:avLst/>
                <a:gdLst/>
                <a:ahLst/>
                <a:cxnLst/>
                <a:rect l="l" t="t" r="r" b="b"/>
                <a:pathLst>
                  <a:path w="110" h="76" extrusionOk="0">
                    <a:moveTo>
                      <a:pt x="57" y="0"/>
                    </a:moveTo>
                    <a:cubicBezTo>
                      <a:pt x="0" y="0"/>
                      <a:pt x="56" y="76"/>
                      <a:pt x="90" y="76"/>
                    </a:cubicBezTo>
                    <a:cubicBezTo>
                      <a:pt x="99" y="76"/>
                      <a:pt x="107" y="69"/>
                      <a:pt x="109" y="53"/>
                    </a:cubicBezTo>
                    <a:cubicBezTo>
                      <a:pt x="109" y="21"/>
                      <a:pt x="88" y="0"/>
                      <a:pt x="57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1" name="Google Shape;4931;p78"/>
              <p:cNvSpPr/>
              <p:nvPr/>
            </p:nvSpPr>
            <p:spPr>
              <a:xfrm>
                <a:off x="1405462" y="1207935"/>
                <a:ext cx="67155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452" h="127" extrusionOk="0">
                    <a:moveTo>
                      <a:pt x="11" y="1"/>
                    </a:moveTo>
                    <a:lnTo>
                      <a:pt x="1" y="127"/>
                    </a:lnTo>
                    <a:lnTo>
                      <a:pt x="452" y="127"/>
                    </a:lnTo>
                    <a:lnTo>
                      <a:pt x="452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2" name="Google Shape;4932;p78"/>
              <p:cNvSpPr/>
              <p:nvPr/>
            </p:nvSpPr>
            <p:spPr>
              <a:xfrm>
                <a:off x="1304284" y="1187729"/>
                <a:ext cx="54675" cy="43829"/>
              </a:xfrm>
              <a:custGeom>
                <a:avLst/>
                <a:gdLst/>
                <a:ahLst/>
                <a:cxnLst/>
                <a:rect l="l" t="t" r="r" b="b"/>
                <a:pathLst>
                  <a:path w="368" h="295" extrusionOk="0">
                    <a:moveTo>
                      <a:pt x="367" y="0"/>
                    </a:moveTo>
                    <a:lnTo>
                      <a:pt x="0" y="11"/>
                    </a:lnTo>
                    <a:lnTo>
                      <a:pt x="0" y="294"/>
                    </a:lnTo>
                    <a:lnTo>
                      <a:pt x="357" y="273"/>
                    </a:ln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3" name="Google Shape;4933;p78"/>
              <p:cNvSpPr/>
              <p:nvPr/>
            </p:nvSpPr>
            <p:spPr>
              <a:xfrm>
                <a:off x="1534722" y="943176"/>
                <a:ext cx="78149" cy="34320"/>
              </a:xfrm>
              <a:custGeom>
                <a:avLst/>
                <a:gdLst/>
                <a:ahLst/>
                <a:cxnLst/>
                <a:rect l="l" t="t" r="r" b="b"/>
                <a:pathLst>
                  <a:path w="526" h="231" extrusionOk="0">
                    <a:moveTo>
                      <a:pt x="11" y="0"/>
                    </a:moveTo>
                    <a:lnTo>
                      <a:pt x="1" y="231"/>
                    </a:lnTo>
                    <a:lnTo>
                      <a:pt x="525" y="231"/>
                    </a:lnTo>
                    <a:lnTo>
                      <a:pt x="525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4" name="Google Shape;4934;p78"/>
              <p:cNvSpPr/>
              <p:nvPr/>
            </p:nvSpPr>
            <p:spPr>
              <a:xfrm>
                <a:off x="1673490" y="913462"/>
                <a:ext cx="62400" cy="39075"/>
              </a:xfrm>
              <a:custGeom>
                <a:avLst/>
                <a:gdLst/>
                <a:ahLst/>
                <a:cxnLst/>
                <a:rect l="l" t="t" r="r" b="b"/>
                <a:pathLst>
                  <a:path w="420" h="263" extrusionOk="0">
                    <a:moveTo>
                      <a:pt x="11" y="1"/>
                    </a:moveTo>
                    <a:lnTo>
                      <a:pt x="0" y="242"/>
                    </a:lnTo>
                    <a:lnTo>
                      <a:pt x="420" y="263"/>
                    </a:lnTo>
                    <a:lnTo>
                      <a:pt x="420" y="22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5" name="Google Shape;4935;p78"/>
              <p:cNvSpPr/>
              <p:nvPr/>
            </p:nvSpPr>
            <p:spPr>
              <a:xfrm>
                <a:off x="1523876" y="1200209"/>
                <a:ext cx="104595" cy="28229"/>
              </a:xfrm>
              <a:custGeom>
                <a:avLst/>
                <a:gdLst/>
                <a:ahLst/>
                <a:cxnLst/>
                <a:rect l="l" t="t" r="r" b="b"/>
                <a:pathLst>
                  <a:path w="704" h="190" extrusionOk="0">
                    <a:moveTo>
                      <a:pt x="1" y="0"/>
                    </a:moveTo>
                    <a:lnTo>
                      <a:pt x="11" y="189"/>
                    </a:lnTo>
                    <a:lnTo>
                      <a:pt x="703" y="189"/>
                    </a:lnTo>
                    <a:lnTo>
                      <a:pt x="693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6" name="Google Shape;4936;p78"/>
              <p:cNvSpPr/>
              <p:nvPr/>
            </p:nvSpPr>
            <p:spPr>
              <a:xfrm>
                <a:off x="1679730" y="1161283"/>
                <a:ext cx="78001" cy="71761"/>
              </a:xfrm>
              <a:custGeom>
                <a:avLst/>
                <a:gdLst/>
                <a:ahLst/>
                <a:cxnLst/>
                <a:rect l="l" t="t" r="r" b="b"/>
                <a:pathLst>
                  <a:path w="525" h="483" extrusionOk="0">
                    <a:moveTo>
                      <a:pt x="0" y="0"/>
                    </a:moveTo>
                    <a:lnTo>
                      <a:pt x="11" y="483"/>
                    </a:lnTo>
                    <a:lnTo>
                      <a:pt x="525" y="483"/>
                    </a:lnTo>
                    <a:lnTo>
                      <a:pt x="514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7" name="Google Shape;4937;p78"/>
              <p:cNvSpPr/>
              <p:nvPr/>
            </p:nvSpPr>
            <p:spPr>
              <a:xfrm>
                <a:off x="1327610" y="1144048"/>
                <a:ext cx="7874" cy="32983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2" extrusionOk="0">
                    <a:moveTo>
                      <a:pt x="53" y="1"/>
                    </a:moveTo>
                    <a:lnTo>
                      <a:pt x="0" y="11"/>
                    </a:lnTo>
                    <a:lnTo>
                      <a:pt x="0" y="221"/>
                    </a:lnTo>
                    <a:lnTo>
                      <a:pt x="53" y="221"/>
                    </a:lnTo>
                    <a:lnTo>
                      <a:pt x="5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8" name="Google Shape;4938;p78"/>
              <p:cNvSpPr/>
              <p:nvPr/>
            </p:nvSpPr>
            <p:spPr>
              <a:xfrm>
                <a:off x="1424183" y="1008252"/>
                <a:ext cx="26297" cy="21394"/>
              </a:xfrm>
              <a:custGeom>
                <a:avLst/>
                <a:gdLst/>
                <a:ahLst/>
                <a:cxnLst/>
                <a:rect l="l" t="t" r="r" b="b"/>
                <a:pathLst>
                  <a:path w="177" h="144" extrusionOk="0">
                    <a:moveTo>
                      <a:pt x="107" y="0"/>
                    </a:moveTo>
                    <a:cubicBezTo>
                      <a:pt x="103" y="0"/>
                      <a:pt x="99" y="1"/>
                      <a:pt x="95" y="2"/>
                    </a:cubicBezTo>
                    <a:cubicBezTo>
                      <a:pt x="32" y="2"/>
                      <a:pt x="0" y="86"/>
                      <a:pt x="53" y="128"/>
                    </a:cubicBezTo>
                    <a:cubicBezTo>
                      <a:pt x="66" y="139"/>
                      <a:pt x="80" y="143"/>
                      <a:pt x="95" y="143"/>
                    </a:cubicBezTo>
                    <a:cubicBezTo>
                      <a:pt x="137" y="143"/>
                      <a:pt x="176" y="102"/>
                      <a:pt x="168" y="55"/>
                    </a:cubicBezTo>
                    <a:cubicBezTo>
                      <a:pt x="159" y="28"/>
                      <a:pt x="134" y="0"/>
                      <a:pt x="107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9" name="Google Shape;4939;p78"/>
              <p:cNvSpPr/>
              <p:nvPr/>
            </p:nvSpPr>
            <p:spPr>
              <a:xfrm>
                <a:off x="2778137" y="863689"/>
                <a:ext cx="74881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504" h="2549" extrusionOk="0">
                    <a:moveTo>
                      <a:pt x="0" y="0"/>
                    </a:moveTo>
                    <a:lnTo>
                      <a:pt x="21" y="2548"/>
                    </a:lnTo>
                    <a:lnTo>
                      <a:pt x="503" y="2548"/>
                    </a:lnTo>
                    <a:lnTo>
                      <a:pt x="3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0" name="Google Shape;4940;p78"/>
              <p:cNvSpPr/>
              <p:nvPr/>
            </p:nvSpPr>
            <p:spPr>
              <a:xfrm>
                <a:off x="3683250" y="925942"/>
                <a:ext cx="113955" cy="316459"/>
              </a:xfrm>
              <a:custGeom>
                <a:avLst/>
                <a:gdLst/>
                <a:ahLst/>
                <a:cxnLst/>
                <a:rect l="l" t="t" r="r" b="b"/>
                <a:pathLst>
                  <a:path w="767" h="2130" extrusionOk="0">
                    <a:moveTo>
                      <a:pt x="1" y="1"/>
                    </a:moveTo>
                    <a:lnTo>
                      <a:pt x="32" y="2129"/>
                    </a:lnTo>
                    <a:lnTo>
                      <a:pt x="766" y="2129"/>
                    </a:lnTo>
                    <a:lnTo>
                      <a:pt x="6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1" name="Google Shape;4941;p78"/>
              <p:cNvSpPr/>
              <p:nvPr/>
            </p:nvSpPr>
            <p:spPr>
              <a:xfrm>
                <a:off x="3801663" y="925942"/>
                <a:ext cx="98355" cy="316459"/>
              </a:xfrm>
              <a:custGeom>
                <a:avLst/>
                <a:gdLst/>
                <a:ahLst/>
                <a:cxnLst/>
                <a:rect l="l" t="t" r="r" b="b"/>
                <a:pathLst>
                  <a:path w="662" h="2130" extrusionOk="0">
                    <a:moveTo>
                      <a:pt x="22" y="1"/>
                    </a:moveTo>
                    <a:lnTo>
                      <a:pt x="1" y="2129"/>
                    </a:lnTo>
                    <a:lnTo>
                      <a:pt x="598" y="2129"/>
                    </a:lnTo>
                    <a:lnTo>
                      <a:pt x="66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2" name="Google Shape;4942;p78"/>
              <p:cNvSpPr/>
              <p:nvPr/>
            </p:nvSpPr>
            <p:spPr>
              <a:xfrm>
                <a:off x="3683250" y="925942"/>
                <a:ext cx="106081" cy="223007"/>
              </a:xfrm>
              <a:custGeom>
                <a:avLst/>
                <a:gdLst/>
                <a:ahLst/>
                <a:cxnLst/>
                <a:rect l="l" t="t" r="r" b="b"/>
                <a:pathLst>
                  <a:path w="714" h="1501" extrusionOk="0">
                    <a:moveTo>
                      <a:pt x="1" y="1"/>
                    </a:moveTo>
                    <a:lnTo>
                      <a:pt x="22" y="1500"/>
                    </a:lnTo>
                    <a:lnTo>
                      <a:pt x="74" y="1500"/>
                    </a:lnTo>
                    <a:cubicBezTo>
                      <a:pt x="294" y="1500"/>
                      <a:pt x="504" y="1490"/>
                      <a:pt x="714" y="1479"/>
                    </a:cubicBezTo>
                    <a:lnTo>
                      <a:pt x="6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3" name="Google Shape;4943;p78"/>
              <p:cNvSpPr/>
              <p:nvPr/>
            </p:nvSpPr>
            <p:spPr>
              <a:xfrm>
                <a:off x="3801663" y="925942"/>
                <a:ext cx="98355" cy="218253"/>
              </a:xfrm>
              <a:custGeom>
                <a:avLst/>
                <a:gdLst/>
                <a:ahLst/>
                <a:cxnLst/>
                <a:rect l="l" t="t" r="r" b="b"/>
                <a:pathLst>
                  <a:path w="662" h="1469" extrusionOk="0">
                    <a:moveTo>
                      <a:pt x="22" y="1"/>
                    </a:moveTo>
                    <a:lnTo>
                      <a:pt x="1" y="1469"/>
                    </a:lnTo>
                    <a:cubicBezTo>
                      <a:pt x="221" y="1448"/>
                      <a:pt x="431" y="1416"/>
                      <a:pt x="619" y="1385"/>
                    </a:cubicBezTo>
                    <a:lnTo>
                      <a:pt x="66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4" name="Google Shape;4944;p78"/>
              <p:cNvSpPr/>
              <p:nvPr/>
            </p:nvSpPr>
            <p:spPr>
              <a:xfrm>
                <a:off x="3692610" y="940056"/>
                <a:ext cx="67155" cy="24960"/>
              </a:xfrm>
              <a:custGeom>
                <a:avLst/>
                <a:gdLst/>
                <a:ahLst/>
                <a:cxnLst/>
                <a:rect l="l" t="t" r="r" b="b"/>
                <a:pathLst>
                  <a:path w="452" h="168" extrusionOk="0">
                    <a:moveTo>
                      <a:pt x="1" y="0"/>
                    </a:moveTo>
                    <a:lnTo>
                      <a:pt x="11" y="168"/>
                    </a:lnTo>
                    <a:lnTo>
                      <a:pt x="451" y="168"/>
                    </a:lnTo>
                    <a:lnTo>
                      <a:pt x="441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5" name="Google Shape;4945;p78"/>
              <p:cNvSpPr/>
              <p:nvPr/>
            </p:nvSpPr>
            <p:spPr>
              <a:xfrm>
                <a:off x="3817263" y="1189214"/>
                <a:ext cx="57795" cy="36103"/>
              </a:xfrm>
              <a:custGeom>
                <a:avLst/>
                <a:gdLst/>
                <a:ahLst/>
                <a:cxnLst/>
                <a:rect l="l" t="t" r="r" b="b"/>
                <a:pathLst>
                  <a:path w="389" h="243" extrusionOk="0">
                    <a:moveTo>
                      <a:pt x="0" y="1"/>
                    </a:moveTo>
                    <a:lnTo>
                      <a:pt x="11" y="242"/>
                    </a:lnTo>
                    <a:lnTo>
                      <a:pt x="388" y="242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6" name="Google Shape;4946;p78"/>
              <p:cNvSpPr/>
              <p:nvPr/>
            </p:nvSpPr>
            <p:spPr>
              <a:xfrm>
                <a:off x="3821869" y="941542"/>
                <a:ext cx="70275" cy="21989"/>
              </a:xfrm>
              <a:custGeom>
                <a:avLst/>
                <a:gdLst/>
                <a:ahLst/>
                <a:cxnLst/>
                <a:rect l="l" t="t" r="r" b="b"/>
                <a:pathLst>
                  <a:path w="473" h="148" extrusionOk="0">
                    <a:moveTo>
                      <a:pt x="1" y="1"/>
                    </a:moveTo>
                    <a:lnTo>
                      <a:pt x="11" y="147"/>
                    </a:lnTo>
                    <a:lnTo>
                      <a:pt x="473" y="147"/>
                    </a:lnTo>
                    <a:lnTo>
                      <a:pt x="47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7" name="Google Shape;4947;p78"/>
              <p:cNvSpPr/>
              <p:nvPr/>
            </p:nvSpPr>
            <p:spPr>
              <a:xfrm>
                <a:off x="3734656" y="1203329"/>
                <a:ext cx="11143" cy="14114"/>
              </a:xfrm>
              <a:custGeom>
                <a:avLst/>
                <a:gdLst/>
                <a:ahLst/>
                <a:cxnLst/>
                <a:rect l="l" t="t" r="r" b="b"/>
                <a:pathLst>
                  <a:path w="75" h="95" extrusionOk="0">
                    <a:moveTo>
                      <a:pt x="32" y="0"/>
                    </a:moveTo>
                    <a:cubicBezTo>
                      <a:pt x="11" y="0"/>
                      <a:pt x="1" y="21"/>
                      <a:pt x="1" y="42"/>
                    </a:cubicBezTo>
                    <a:cubicBezTo>
                      <a:pt x="1" y="74"/>
                      <a:pt x="11" y="95"/>
                      <a:pt x="32" y="95"/>
                    </a:cubicBezTo>
                    <a:cubicBezTo>
                      <a:pt x="64" y="95"/>
                      <a:pt x="74" y="74"/>
                      <a:pt x="74" y="42"/>
                    </a:cubicBezTo>
                    <a:cubicBezTo>
                      <a:pt x="74" y="21"/>
                      <a:pt x="64" y="0"/>
                      <a:pt x="32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8" name="Google Shape;4948;p78"/>
              <p:cNvSpPr/>
              <p:nvPr/>
            </p:nvSpPr>
            <p:spPr>
              <a:xfrm>
                <a:off x="3723810" y="985223"/>
                <a:ext cx="10994" cy="14114"/>
              </a:xfrm>
              <a:custGeom>
                <a:avLst/>
                <a:gdLst/>
                <a:ahLst/>
                <a:cxnLst/>
                <a:rect l="l" t="t" r="r" b="b"/>
                <a:pathLst>
                  <a:path w="74" h="95" extrusionOk="0">
                    <a:moveTo>
                      <a:pt x="42" y="0"/>
                    </a:moveTo>
                    <a:cubicBezTo>
                      <a:pt x="21" y="0"/>
                      <a:pt x="0" y="21"/>
                      <a:pt x="0" y="42"/>
                    </a:cubicBezTo>
                    <a:cubicBezTo>
                      <a:pt x="0" y="74"/>
                      <a:pt x="21" y="95"/>
                      <a:pt x="42" y="95"/>
                    </a:cubicBezTo>
                    <a:cubicBezTo>
                      <a:pt x="63" y="95"/>
                      <a:pt x="74" y="74"/>
                      <a:pt x="74" y="42"/>
                    </a:cubicBezTo>
                    <a:cubicBezTo>
                      <a:pt x="74" y="21"/>
                      <a:pt x="63" y="0"/>
                      <a:pt x="42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9" name="Google Shape;4949;p78"/>
              <p:cNvSpPr/>
              <p:nvPr/>
            </p:nvSpPr>
            <p:spPr>
              <a:xfrm>
                <a:off x="3839104" y="1156528"/>
                <a:ext cx="12629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85" h="117" extrusionOk="0">
                    <a:moveTo>
                      <a:pt x="42" y="1"/>
                    </a:moveTo>
                    <a:cubicBezTo>
                      <a:pt x="21" y="1"/>
                      <a:pt x="0" y="32"/>
                      <a:pt x="0" y="64"/>
                    </a:cubicBezTo>
                    <a:cubicBezTo>
                      <a:pt x="0" y="85"/>
                      <a:pt x="21" y="116"/>
                      <a:pt x="42" y="116"/>
                    </a:cubicBezTo>
                    <a:cubicBezTo>
                      <a:pt x="63" y="116"/>
                      <a:pt x="84" y="85"/>
                      <a:pt x="84" y="64"/>
                    </a:cubicBezTo>
                    <a:cubicBezTo>
                      <a:pt x="84" y="32"/>
                      <a:pt x="6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0" name="Google Shape;4950;p78"/>
              <p:cNvSpPr/>
              <p:nvPr/>
            </p:nvSpPr>
            <p:spPr>
              <a:xfrm>
                <a:off x="3918591" y="1013155"/>
                <a:ext cx="112321" cy="229247"/>
              </a:xfrm>
              <a:custGeom>
                <a:avLst/>
                <a:gdLst/>
                <a:ahLst/>
                <a:cxnLst/>
                <a:rect l="l" t="t" r="r" b="b"/>
                <a:pathLst>
                  <a:path w="756" h="1543" extrusionOk="0">
                    <a:moveTo>
                      <a:pt x="0" y="1"/>
                    </a:moveTo>
                    <a:lnTo>
                      <a:pt x="0" y="1542"/>
                    </a:lnTo>
                    <a:lnTo>
                      <a:pt x="713" y="1542"/>
                    </a:lnTo>
                    <a:lnTo>
                      <a:pt x="75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1" name="Google Shape;4951;p78"/>
              <p:cNvSpPr/>
              <p:nvPr/>
            </p:nvSpPr>
            <p:spPr>
              <a:xfrm>
                <a:off x="3918591" y="1013155"/>
                <a:ext cx="112321" cy="117075"/>
              </a:xfrm>
              <a:custGeom>
                <a:avLst/>
                <a:gdLst/>
                <a:ahLst/>
                <a:cxnLst/>
                <a:rect l="l" t="t" r="r" b="b"/>
                <a:pathLst>
                  <a:path w="756" h="788" extrusionOk="0">
                    <a:moveTo>
                      <a:pt x="0" y="1"/>
                    </a:moveTo>
                    <a:lnTo>
                      <a:pt x="0" y="662"/>
                    </a:lnTo>
                    <a:cubicBezTo>
                      <a:pt x="220" y="704"/>
                      <a:pt x="472" y="745"/>
                      <a:pt x="734" y="787"/>
                    </a:cubicBezTo>
                    <a:lnTo>
                      <a:pt x="75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2" name="Google Shape;4952;p78"/>
              <p:cNvSpPr/>
              <p:nvPr/>
            </p:nvSpPr>
            <p:spPr>
              <a:xfrm>
                <a:off x="3929437" y="1025635"/>
                <a:ext cx="76515" cy="32983"/>
              </a:xfrm>
              <a:custGeom>
                <a:avLst/>
                <a:gdLst/>
                <a:ahLst/>
                <a:cxnLst/>
                <a:rect l="l" t="t" r="r" b="b"/>
                <a:pathLst>
                  <a:path w="515" h="222" extrusionOk="0">
                    <a:moveTo>
                      <a:pt x="514" y="1"/>
                    </a:moveTo>
                    <a:lnTo>
                      <a:pt x="11" y="22"/>
                    </a:lnTo>
                    <a:lnTo>
                      <a:pt x="0" y="221"/>
                    </a:lnTo>
                    <a:lnTo>
                      <a:pt x="504" y="200"/>
                    </a:lnTo>
                    <a:lnTo>
                      <a:pt x="514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3" name="Google Shape;4953;p78"/>
              <p:cNvSpPr/>
              <p:nvPr/>
            </p:nvSpPr>
            <p:spPr>
              <a:xfrm>
                <a:off x="3930922" y="1203329"/>
                <a:ext cx="71909" cy="32835"/>
              </a:xfrm>
              <a:custGeom>
                <a:avLst/>
                <a:gdLst/>
                <a:ahLst/>
                <a:cxnLst/>
                <a:rect l="l" t="t" r="r" b="b"/>
                <a:pathLst>
                  <a:path w="484" h="221" extrusionOk="0">
                    <a:moveTo>
                      <a:pt x="483" y="0"/>
                    </a:moveTo>
                    <a:lnTo>
                      <a:pt x="11" y="21"/>
                    </a:lnTo>
                    <a:lnTo>
                      <a:pt x="1" y="220"/>
                    </a:lnTo>
                    <a:lnTo>
                      <a:pt x="473" y="200"/>
                    </a:lnTo>
                    <a:lnTo>
                      <a:pt x="483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4" name="Google Shape;4954;p78"/>
              <p:cNvSpPr/>
              <p:nvPr/>
            </p:nvSpPr>
            <p:spPr>
              <a:xfrm>
                <a:off x="4049336" y="863689"/>
                <a:ext cx="101475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683" h="2549" extrusionOk="0">
                    <a:moveTo>
                      <a:pt x="1" y="0"/>
                    </a:moveTo>
                    <a:lnTo>
                      <a:pt x="32" y="2548"/>
                    </a:lnTo>
                    <a:lnTo>
                      <a:pt x="683" y="2548"/>
                    </a:lnTo>
                    <a:lnTo>
                      <a:pt x="54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5" name="Google Shape;4955;p78"/>
              <p:cNvSpPr/>
              <p:nvPr/>
            </p:nvSpPr>
            <p:spPr>
              <a:xfrm>
                <a:off x="4155269" y="863689"/>
                <a:ext cx="88995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599" h="2549" extrusionOk="0">
                    <a:moveTo>
                      <a:pt x="22" y="0"/>
                    </a:moveTo>
                    <a:lnTo>
                      <a:pt x="1" y="2548"/>
                    </a:lnTo>
                    <a:lnTo>
                      <a:pt x="536" y="2548"/>
                    </a:lnTo>
                    <a:lnTo>
                      <a:pt x="59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6" name="Google Shape;4956;p78"/>
              <p:cNvSpPr/>
              <p:nvPr/>
            </p:nvSpPr>
            <p:spPr>
              <a:xfrm>
                <a:off x="4049336" y="863689"/>
                <a:ext cx="95235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641" h="1804" extrusionOk="0">
                    <a:moveTo>
                      <a:pt x="1" y="0"/>
                    </a:moveTo>
                    <a:lnTo>
                      <a:pt x="22" y="1804"/>
                    </a:lnTo>
                    <a:lnTo>
                      <a:pt x="64" y="1804"/>
                    </a:lnTo>
                    <a:cubicBezTo>
                      <a:pt x="263" y="1793"/>
                      <a:pt x="452" y="1783"/>
                      <a:pt x="641" y="1772"/>
                    </a:cubicBezTo>
                    <a:lnTo>
                      <a:pt x="54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7" name="Google Shape;4957;p78"/>
              <p:cNvSpPr/>
              <p:nvPr/>
            </p:nvSpPr>
            <p:spPr>
              <a:xfrm>
                <a:off x="4156903" y="863689"/>
                <a:ext cx="87361" cy="261785"/>
              </a:xfrm>
              <a:custGeom>
                <a:avLst/>
                <a:gdLst/>
                <a:ahLst/>
                <a:cxnLst/>
                <a:rect l="l" t="t" r="r" b="b"/>
                <a:pathLst>
                  <a:path w="588" h="1762" extrusionOk="0">
                    <a:moveTo>
                      <a:pt x="21" y="0"/>
                    </a:moveTo>
                    <a:lnTo>
                      <a:pt x="0" y="1762"/>
                    </a:lnTo>
                    <a:cubicBezTo>
                      <a:pt x="189" y="1730"/>
                      <a:pt x="368" y="1699"/>
                      <a:pt x="556" y="1657"/>
                    </a:cubicBezTo>
                    <a:lnTo>
                      <a:pt x="58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8" name="Google Shape;4958;p78"/>
              <p:cNvSpPr/>
              <p:nvPr/>
            </p:nvSpPr>
            <p:spPr>
              <a:xfrm>
                <a:off x="4169384" y="1179854"/>
                <a:ext cx="53040" cy="42343"/>
              </a:xfrm>
              <a:custGeom>
                <a:avLst/>
                <a:gdLst/>
                <a:ahLst/>
                <a:cxnLst/>
                <a:rect l="l" t="t" r="r" b="b"/>
                <a:pathLst>
                  <a:path w="357" h="285" extrusionOk="0">
                    <a:moveTo>
                      <a:pt x="0" y="1"/>
                    </a:moveTo>
                    <a:lnTo>
                      <a:pt x="11" y="284"/>
                    </a:lnTo>
                    <a:lnTo>
                      <a:pt x="357" y="284"/>
                    </a:lnTo>
                    <a:lnTo>
                      <a:pt x="346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9" name="Google Shape;4959;p78"/>
              <p:cNvSpPr/>
              <p:nvPr/>
            </p:nvSpPr>
            <p:spPr>
              <a:xfrm>
                <a:off x="4096137" y="1195455"/>
                <a:ext cx="9509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64" h="117" extrusionOk="0">
                    <a:moveTo>
                      <a:pt x="32" y="1"/>
                    </a:moveTo>
                    <a:cubicBezTo>
                      <a:pt x="11" y="1"/>
                      <a:pt x="1" y="22"/>
                      <a:pt x="1" y="53"/>
                    </a:cubicBezTo>
                    <a:cubicBezTo>
                      <a:pt x="1" y="85"/>
                      <a:pt x="11" y="116"/>
                      <a:pt x="32" y="116"/>
                    </a:cubicBezTo>
                    <a:cubicBezTo>
                      <a:pt x="42" y="116"/>
                      <a:pt x="63" y="85"/>
                      <a:pt x="63" y="53"/>
                    </a:cubicBezTo>
                    <a:cubicBezTo>
                      <a:pt x="63" y="22"/>
                      <a:pt x="53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0" name="Google Shape;4960;p78"/>
              <p:cNvSpPr/>
              <p:nvPr/>
            </p:nvSpPr>
            <p:spPr>
              <a:xfrm>
                <a:off x="4086777" y="935302"/>
                <a:ext cx="9509" cy="15749"/>
              </a:xfrm>
              <a:custGeom>
                <a:avLst/>
                <a:gdLst/>
                <a:ahLst/>
                <a:cxnLst/>
                <a:rect l="l" t="t" r="r" b="b"/>
                <a:pathLst>
                  <a:path w="64" h="106" extrusionOk="0">
                    <a:moveTo>
                      <a:pt x="32" y="1"/>
                    </a:moveTo>
                    <a:cubicBezTo>
                      <a:pt x="11" y="1"/>
                      <a:pt x="1" y="22"/>
                      <a:pt x="1" y="53"/>
                    </a:cubicBezTo>
                    <a:cubicBezTo>
                      <a:pt x="1" y="85"/>
                      <a:pt x="11" y="105"/>
                      <a:pt x="32" y="105"/>
                    </a:cubicBezTo>
                    <a:cubicBezTo>
                      <a:pt x="53" y="105"/>
                      <a:pt x="64" y="85"/>
                      <a:pt x="64" y="53"/>
                    </a:cubicBezTo>
                    <a:cubicBezTo>
                      <a:pt x="64" y="22"/>
                      <a:pt x="53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1" name="Google Shape;4961;p78"/>
              <p:cNvSpPr/>
              <p:nvPr/>
            </p:nvSpPr>
            <p:spPr>
              <a:xfrm>
                <a:off x="4189590" y="1140928"/>
                <a:ext cx="11143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75" h="127" extrusionOk="0">
                    <a:moveTo>
                      <a:pt x="32" y="1"/>
                    </a:moveTo>
                    <a:cubicBezTo>
                      <a:pt x="11" y="1"/>
                      <a:pt x="1" y="22"/>
                      <a:pt x="1" y="64"/>
                    </a:cubicBezTo>
                    <a:cubicBezTo>
                      <a:pt x="1" y="95"/>
                      <a:pt x="11" y="127"/>
                      <a:pt x="32" y="127"/>
                    </a:cubicBezTo>
                    <a:cubicBezTo>
                      <a:pt x="53" y="127"/>
                      <a:pt x="74" y="95"/>
                      <a:pt x="74" y="64"/>
                    </a:cubicBezTo>
                    <a:cubicBezTo>
                      <a:pt x="74" y="22"/>
                      <a:pt x="64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2" name="Google Shape;4962;p78"/>
              <p:cNvSpPr/>
              <p:nvPr/>
            </p:nvSpPr>
            <p:spPr>
              <a:xfrm>
                <a:off x="2860596" y="863689"/>
                <a:ext cx="112321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756" h="2549" extrusionOk="0">
                    <a:moveTo>
                      <a:pt x="1" y="0"/>
                    </a:moveTo>
                    <a:lnTo>
                      <a:pt x="22" y="2548"/>
                    </a:lnTo>
                    <a:lnTo>
                      <a:pt x="756" y="2548"/>
                    </a:lnTo>
                    <a:lnTo>
                      <a:pt x="5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3" name="Google Shape;4963;p78"/>
              <p:cNvSpPr/>
              <p:nvPr/>
            </p:nvSpPr>
            <p:spPr>
              <a:xfrm>
                <a:off x="2977523" y="863689"/>
                <a:ext cx="98206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661" h="2549" extrusionOk="0">
                    <a:moveTo>
                      <a:pt x="21" y="0"/>
                    </a:moveTo>
                    <a:lnTo>
                      <a:pt x="0" y="2548"/>
                    </a:lnTo>
                    <a:lnTo>
                      <a:pt x="598" y="2548"/>
                    </a:lnTo>
                    <a:lnTo>
                      <a:pt x="66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4" name="Google Shape;4964;p78"/>
              <p:cNvSpPr/>
              <p:nvPr/>
            </p:nvSpPr>
            <p:spPr>
              <a:xfrm>
                <a:off x="2673690" y="894741"/>
                <a:ext cx="96721" cy="347660"/>
              </a:xfrm>
              <a:custGeom>
                <a:avLst/>
                <a:gdLst/>
                <a:ahLst/>
                <a:cxnLst/>
                <a:rect l="l" t="t" r="r" b="b"/>
                <a:pathLst>
                  <a:path w="651" h="2340" extrusionOk="0">
                    <a:moveTo>
                      <a:pt x="1" y="1"/>
                    </a:moveTo>
                    <a:lnTo>
                      <a:pt x="11" y="2339"/>
                    </a:lnTo>
                    <a:lnTo>
                      <a:pt x="651" y="2339"/>
                    </a:lnTo>
                    <a:lnTo>
                      <a:pt x="588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5" name="Google Shape;4965;p78"/>
              <p:cNvSpPr/>
              <p:nvPr/>
            </p:nvSpPr>
            <p:spPr>
              <a:xfrm>
                <a:off x="2778137" y="863689"/>
                <a:ext cx="70126" cy="266539"/>
              </a:xfrm>
              <a:custGeom>
                <a:avLst/>
                <a:gdLst/>
                <a:ahLst/>
                <a:cxnLst/>
                <a:rect l="l" t="t" r="r" b="b"/>
                <a:pathLst>
                  <a:path w="472" h="1794" extrusionOk="0">
                    <a:moveTo>
                      <a:pt x="0" y="0"/>
                    </a:moveTo>
                    <a:lnTo>
                      <a:pt x="11" y="1772"/>
                    </a:lnTo>
                    <a:cubicBezTo>
                      <a:pt x="157" y="1783"/>
                      <a:pt x="315" y="1793"/>
                      <a:pt x="472" y="1793"/>
                    </a:cubicBezTo>
                    <a:lnTo>
                      <a:pt x="3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6" name="Google Shape;4966;p78"/>
              <p:cNvSpPr/>
              <p:nvPr/>
            </p:nvSpPr>
            <p:spPr>
              <a:xfrm>
                <a:off x="2860596" y="863689"/>
                <a:ext cx="104595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704" h="1804" extrusionOk="0">
                    <a:moveTo>
                      <a:pt x="1" y="0"/>
                    </a:moveTo>
                    <a:lnTo>
                      <a:pt x="22" y="1804"/>
                    </a:lnTo>
                    <a:lnTo>
                      <a:pt x="64" y="1804"/>
                    </a:lnTo>
                    <a:cubicBezTo>
                      <a:pt x="284" y="1804"/>
                      <a:pt x="504" y="1783"/>
                      <a:pt x="703" y="1772"/>
                    </a:cubicBezTo>
                    <a:lnTo>
                      <a:pt x="5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7" name="Google Shape;4967;p78"/>
              <p:cNvSpPr/>
              <p:nvPr/>
            </p:nvSpPr>
            <p:spPr>
              <a:xfrm>
                <a:off x="2979009" y="863689"/>
                <a:ext cx="96721" cy="261785"/>
              </a:xfrm>
              <a:custGeom>
                <a:avLst/>
                <a:gdLst/>
                <a:ahLst/>
                <a:cxnLst/>
                <a:rect l="l" t="t" r="r" b="b"/>
                <a:pathLst>
                  <a:path w="651" h="1762" extrusionOk="0">
                    <a:moveTo>
                      <a:pt x="11" y="0"/>
                    </a:moveTo>
                    <a:lnTo>
                      <a:pt x="1" y="1762"/>
                    </a:lnTo>
                    <a:cubicBezTo>
                      <a:pt x="211" y="1730"/>
                      <a:pt x="410" y="1699"/>
                      <a:pt x="609" y="1657"/>
                    </a:cubicBezTo>
                    <a:lnTo>
                      <a:pt x="65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8" name="Google Shape;4968;p78"/>
              <p:cNvSpPr/>
              <p:nvPr/>
            </p:nvSpPr>
            <p:spPr>
              <a:xfrm>
                <a:off x="2673690" y="894741"/>
                <a:ext cx="93601" cy="23073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53" extrusionOk="0">
                    <a:moveTo>
                      <a:pt x="1" y="1"/>
                    </a:moveTo>
                    <a:lnTo>
                      <a:pt x="11" y="1448"/>
                    </a:lnTo>
                    <a:cubicBezTo>
                      <a:pt x="210" y="1501"/>
                      <a:pt x="420" y="1532"/>
                      <a:pt x="630" y="1553"/>
                    </a:cubicBezTo>
                    <a:lnTo>
                      <a:pt x="588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9" name="Google Shape;4969;p78"/>
              <p:cNvSpPr/>
              <p:nvPr/>
            </p:nvSpPr>
            <p:spPr>
              <a:xfrm>
                <a:off x="2686170" y="913462"/>
                <a:ext cx="64035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431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430" y="158"/>
                    </a:lnTo>
                    <a:lnTo>
                      <a:pt x="42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0" name="Google Shape;4970;p78"/>
              <p:cNvSpPr/>
              <p:nvPr/>
            </p:nvSpPr>
            <p:spPr>
              <a:xfrm>
                <a:off x="2687656" y="952388"/>
                <a:ext cx="62549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421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420" y="158"/>
                    </a:lnTo>
                    <a:lnTo>
                      <a:pt x="42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1" name="Google Shape;4971;p78"/>
              <p:cNvSpPr/>
              <p:nvPr/>
            </p:nvSpPr>
            <p:spPr>
              <a:xfrm>
                <a:off x="2684536" y="1201695"/>
                <a:ext cx="70275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473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473" y="137"/>
                    </a:lnTo>
                    <a:lnTo>
                      <a:pt x="47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2" name="Google Shape;4972;p78"/>
              <p:cNvSpPr/>
              <p:nvPr/>
            </p:nvSpPr>
            <p:spPr>
              <a:xfrm>
                <a:off x="2807703" y="1198575"/>
                <a:ext cx="1099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74" h="117" extrusionOk="0">
                    <a:moveTo>
                      <a:pt x="32" y="1"/>
                    </a:moveTo>
                    <a:cubicBezTo>
                      <a:pt x="11" y="1"/>
                      <a:pt x="0" y="22"/>
                      <a:pt x="0" y="53"/>
                    </a:cubicBezTo>
                    <a:cubicBezTo>
                      <a:pt x="0" y="85"/>
                      <a:pt x="11" y="116"/>
                      <a:pt x="32" y="116"/>
                    </a:cubicBezTo>
                    <a:cubicBezTo>
                      <a:pt x="53" y="116"/>
                      <a:pt x="74" y="85"/>
                      <a:pt x="74" y="53"/>
                    </a:cubicBezTo>
                    <a:cubicBezTo>
                      <a:pt x="74" y="22"/>
                      <a:pt x="53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3" name="Google Shape;4973;p78"/>
              <p:cNvSpPr/>
              <p:nvPr/>
            </p:nvSpPr>
            <p:spPr>
              <a:xfrm>
                <a:off x="2993124" y="1179854"/>
                <a:ext cx="59280" cy="42343"/>
              </a:xfrm>
              <a:custGeom>
                <a:avLst/>
                <a:gdLst/>
                <a:ahLst/>
                <a:cxnLst/>
                <a:rect l="l" t="t" r="r" b="b"/>
                <a:pathLst>
                  <a:path w="399" h="285" extrusionOk="0">
                    <a:moveTo>
                      <a:pt x="0" y="1"/>
                    </a:moveTo>
                    <a:lnTo>
                      <a:pt x="11" y="284"/>
                    </a:lnTo>
                    <a:lnTo>
                      <a:pt x="399" y="284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4" name="Google Shape;4974;p78"/>
              <p:cNvSpPr/>
              <p:nvPr/>
            </p:nvSpPr>
            <p:spPr>
              <a:xfrm>
                <a:off x="2910517" y="1195455"/>
                <a:ext cx="1099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74" h="117" extrusionOk="0">
                    <a:moveTo>
                      <a:pt x="42" y="1"/>
                    </a:moveTo>
                    <a:cubicBezTo>
                      <a:pt x="21" y="1"/>
                      <a:pt x="0" y="22"/>
                      <a:pt x="0" y="53"/>
                    </a:cubicBezTo>
                    <a:cubicBezTo>
                      <a:pt x="0" y="85"/>
                      <a:pt x="21" y="116"/>
                      <a:pt x="42" y="116"/>
                    </a:cubicBezTo>
                    <a:cubicBezTo>
                      <a:pt x="63" y="116"/>
                      <a:pt x="74" y="85"/>
                      <a:pt x="74" y="53"/>
                    </a:cubicBezTo>
                    <a:cubicBezTo>
                      <a:pt x="74" y="22"/>
                      <a:pt x="6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5" name="Google Shape;4975;p78"/>
              <p:cNvSpPr/>
              <p:nvPr/>
            </p:nvSpPr>
            <p:spPr>
              <a:xfrm>
                <a:off x="2901156" y="935302"/>
                <a:ext cx="12629" cy="15749"/>
              </a:xfrm>
              <a:custGeom>
                <a:avLst/>
                <a:gdLst/>
                <a:ahLst/>
                <a:cxnLst/>
                <a:rect l="l" t="t" r="r" b="b"/>
                <a:pathLst>
                  <a:path w="85" h="106" extrusionOk="0">
                    <a:moveTo>
                      <a:pt x="42" y="1"/>
                    </a:moveTo>
                    <a:cubicBezTo>
                      <a:pt x="21" y="1"/>
                      <a:pt x="1" y="22"/>
                      <a:pt x="1" y="53"/>
                    </a:cubicBezTo>
                    <a:cubicBezTo>
                      <a:pt x="1" y="85"/>
                      <a:pt x="21" y="105"/>
                      <a:pt x="42" y="105"/>
                    </a:cubicBezTo>
                    <a:cubicBezTo>
                      <a:pt x="63" y="105"/>
                      <a:pt x="84" y="85"/>
                      <a:pt x="84" y="53"/>
                    </a:cubicBezTo>
                    <a:cubicBezTo>
                      <a:pt x="84" y="22"/>
                      <a:pt x="6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6" name="Google Shape;4976;p78"/>
              <p:cNvSpPr/>
              <p:nvPr/>
            </p:nvSpPr>
            <p:spPr>
              <a:xfrm>
                <a:off x="3014964" y="1140928"/>
                <a:ext cx="14114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95" h="127" extrusionOk="0">
                    <a:moveTo>
                      <a:pt x="42" y="1"/>
                    </a:moveTo>
                    <a:cubicBezTo>
                      <a:pt x="21" y="1"/>
                      <a:pt x="0" y="22"/>
                      <a:pt x="0" y="64"/>
                    </a:cubicBezTo>
                    <a:cubicBezTo>
                      <a:pt x="0" y="95"/>
                      <a:pt x="21" y="127"/>
                      <a:pt x="42" y="127"/>
                    </a:cubicBezTo>
                    <a:cubicBezTo>
                      <a:pt x="73" y="127"/>
                      <a:pt x="94" y="95"/>
                      <a:pt x="94" y="64"/>
                    </a:cubicBezTo>
                    <a:cubicBezTo>
                      <a:pt x="94" y="22"/>
                      <a:pt x="7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7" name="Google Shape;4977;p78"/>
              <p:cNvSpPr/>
              <p:nvPr/>
            </p:nvSpPr>
            <p:spPr>
              <a:xfrm>
                <a:off x="3376296" y="863689"/>
                <a:ext cx="106081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714" h="2549" extrusionOk="0">
                    <a:moveTo>
                      <a:pt x="85" y="0"/>
                    </a:moveTo>
                    <a:lnTo>
                      <a:pt x="1" y="2548"/>
                    </a:lnTo>
                    <a:lnTo>
                      <a:pt x="714" y="2548"/>
                    </a:lnTo>
                    <a:lnTo>
                      <a:pt x="67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8" name="Google Shape;4978;p78"/>
              <p:cNvSpPr/>
              <p:nvPr/>
            </p:nvSpPr>
            <p:spPr>
              <a:xfrm>
                <a:off x="3094303" y="967988"/>
                <a:ext cx="112321" cy="274413"/>
              </a:xfrm>
              <a:custGeom>
                <a:avLst/>
                <a:gdLst/>
                <a:ahLst/>
                <a:cxnLst/>
                <a:rect l="l" t="t" r="r" b="b"/>
                <a:pathLst>
                  <a:path w="756" h="1847" extrusionOk="0">
                    <a:moveTo>
                      <a:pt x="1" y="1"/>
                    </a:moveTo>
                    <a:lnTo>
                      <a:pt x="1" y="1846"/>
                    </a:lnTo>
                    <a:lnTo>
                      <a:pt x="714" y="1846"/>
                    </a:lnTo>
                    <a:lnTo>
                      <a:pt x="75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9" name="Google Shape;4979;p78"/>
              <p:cNvSpPr/>
              <p:nvPr/>
            </p:nvSpPr>
            <p:spPr>
              <a:xfrm>
                <a:off x="3500949" y="863689"/>
                <a:ext cx="16060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1081" h="2549" extrusionOk="0">
                    <a:moveTo>
                      <a:pt x="64" y="0"/>
                    </a:moveTo>
                    <a:lnTo>
                      <a:pt x="1" y="2548"/>
                    </a:lnTo>
                    <a:lnTo>
                      <a:pt x="1081" y="2548"/>
                    </a:lnTo>
                    <a:lnTo>
                      <a:pt x="95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0" name="Google Shape;4980;p78"/>
              <p:cNvSpPr/>
              <p:nvPr/>
            </p:nvSpPr>
            <p:spPr>
              <a:xfrm>
                <a:off x="3220590" y="894741"/>
                <a:ext cx="141887" cy="347660"/>
              </a:xfrm>
              <a:custGeom>
                <a:avLst/>
                <a:gdLst/>
                <a:ahLst/>
                <a:cxnLst/>
                <a:rect l="l" t="t" r="r" b="b"/>
                <a:pathLst>
                  <a:path w="955" h="2340" extrusionOk="0">
                    <a:moveTo>
                      <a:pt x="74" y="1"/>
                    </a:moveTo>
                    <a:lnTo>
                      <a:pt x="0" y="2339"/>
                    </a:lnTo>
                    <a:lnTo>
                      <a:pt x="954" y="2339"/>
                    </a:lnTo>
                    <a:lnTo>
                      <a:pt x="944" y="32"/>
                    </a:lnTo>
                    <a:lnTo>
                      <a:pt x="7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1" name="Google Shape;4981;p78"/>
              <p:cNvSpPr/>
              <p:nvPr/>
            </p:nvSpPr>
            <p:spPr>
              <a:xfrm>
                <a:off x="3381050" y="863689"/>
                <a:ext cx="99841" cy="266539"/>
              </a:xfrm>
              <a:custGeom>
                <a:avLst/>
                <a:gdLst/>
                <a:ahLst/>
                <a:cxnLst/>
                <a:rect l="l" t="t" r="r" b="b"/>
                <a:pathLst>
                  <a:path w="672" h="1794" extrusionOk="0">
                    <a:moveTo>
                      <a:pt x="53" y="0"/>
                    </a:moveTo>
                    <a:lnTo>
                      <a:pt x="0" y="1772"/>
                    </a:lnTo>
                    <a:cubicBezTo>
                      <a:pt x="210" y="1783"/>
                      <a:pt x="441" y="1793"/>
                      <a:pt x="671" y="1793"/>
                    </a:cubicBezTo>
                    <a:lnTo>
                      <a:pt x="64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2" name="Google Shape;4982;p78"/>
              <p:cNvSpPr/>
              <p:nvPr/>
            </p:nvSpPr>
            <p:spPr>
              <a:xfrm>
                <a:off x="3094303" y="967988"/>
                <a:ext cx="112321" cy="140401"/>
              </a:xfrm>
              <a:custGeom>
                <a:avLst/>
                <a:gdLst/>
                <a:ahLst/>
                <a:cxnLst/>
                <a:rect l="l" t="t" r="r" b="b"/>
                <a:pathLst>
                  <a:path w="756" h="945" extrusionOk="0">
                    <a:moveTo>
                      <a:pt x="1" y="1"/>
                    </a:moveTo>
                    <a:lnTo>
                      <a:pt x="1" y="787"/>
                    </a:lnTo>
                    <a:cubicBezTo>
                      <a:pt x="232" y="850"/>
                      <a:pt x="473" y="903"/>
                      <a:pt x="735" y="945"/>
                    </a:cubicBezTo>
                    <a:lnTo>
                      <a:pt x="75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3" name="Google Shape;4983;p78"/>
              <p:cNvSpPr/>
              <p:nvPr/>
            </p:nvSpPr>
            <p:spPr>
              <a:xfrm>
                <a:off x="3504070" y="863689"/>
                <a:ext cx="151247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1804" extrusionOk="0">
                    <a:moveTo>
                      <a:pt x="43" y="0"/>
                    </a:moveTo>
                    <a:lnTo>
                      <a:pt x="1" y="1804"/>
                    </a:lnTo>
                    <a:lnTo>
                      <a:pt x="74" y="1804"/>
                    </a:lnTo>
                    <a:cubicBezTo>
                      <a:pt x="399" y="1804"/>
                      <a:pt x="714" y="1783"/>
                      <a:pt x="1018" y="1772"/>
                    </a:cubicBezTo>
                    <a:lnTo>
                      <a:pt x="9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4" name="Google Shape;4984;p78"/>
              <p:cNvSpPr/>
              <p:nvPr/>
            </p:nvSpPr>
            <p:spPr>
              <a:xfrm>
                <a:off x="3225196" y="894741"/>
                <a:ext cx="135647" cy="230733"/>
              </a:xfrm>
              <a:custGeom>
                <a:avLst/>
                <a:gdLst/>
                <a:ahLst/>
                <a:cxnLst/>
                <a:rect l="l" t="t" r="r" b="b"/>
                <a:pathLst>
                  <a:path w="913" h="1553" extrusionOk="0">
                    <a:moveTo>
                      <a:pt x="43" y="1"/>
                    </a:moveTo>
                    <a:lnTo>
                      <a:pt x="1" y="1448"/>
                    </a:lnTo>
                    <a:cubicBezTo>
                      <a:pt x="284" y="1501"/>
                      <a:pt x="588" y="1532"/>
                      <a:pt x="913" y="1553"/>
                    </a:cubicBezTo>
                    <a:lnTo>
                      <a:pt x="913" y="32"/>
                    </a:lnTo>
                    <a:lnTo>
                      <a:pt x="4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5" name="Google Shape;4985;p78"/>
              <p:cNvSpPr/>
              <p:nvPr/>
            </p:nvSpPr>
            <p:spPr>
              <a:xfrm>
                <a:off x="3250157" y="913462"/>
                <a:ext cx="93601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630" y="158"/>
                    </a:lnTo>
                    <a:lnTo>
                      <a:pt x="63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6" name="Google Shape;4986;p78"/>
              <p:cNvSpPr/>
              <p:nvPr/>
            </p:nvSpPr>
            <p:spPr>
              <a:xfrm>
                <a:off x="3250157" y="952388"/>
                <a:ext cx="93601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619" y="158"/>
                    </a:lnTo>
                    <a:lnTo>
                      <a:pt x="63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7" name="Google Shape;4987;p78"/>
              <p:cNvSpPr/>
              <p:nvPr/>
            </p:nvSpPr>
            <p:spPr>
              <a:xfrm>
                <a:off x="3234556" y="1201695"/>
                <a:ext cx="106081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714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703" y="137"/>
                    </a:lnTo>
                    <a:lnTo>
                      <a:pt x="714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8" name="Google Shape;4988;p78"/>
              <p:cNvSpPr/>
              <p:nvPr/>
            </p:nvSpPr>
            <p:spPr>
              <a:xfrm>
                <a:off x="3416857" y="1198575"/>
                <a:ext cx="1723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17" extrusionOk="0">
                    <a:moveTo>
                      <a:pt x="63" y="1"/>
                    </a:moveTo>
                    <a:cubicBezTo>
                      <a:pt x="32" y="1"/>
                      <a:pt x="0" y="22"/>
                      <a:pt x="0" y="53"/>
                    </a:cubicBezTo>
                    <a:cubicBezTo>
                      <a:pt x="0" y="85"/>
                      <a:pt x="21" y="116"/>
                      <a:pt x="53" y="116"/>
                    </a:cubicBezTo>
                    <a:cubicBezTo>
                      <a:pt x="84" y="116"/>
                      <a:pt x="116" y="85"/>
                      <a:pt x="116" y="53"/>
                    </a:cubicBezTo>
                    <a:cubicBezTo>
                      <a:pt x="116" y="22"/>
                      <a:pt x="95" y="1"/>
                      <a:pt x="63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9" name="Google Shape;4989;p78"/>
              <p:cNvSpPr/>
              <p:nvPr/>
            </p:nvSpPr>
            <p:spPr>
              <a:xfrm>
                <a:off x="3105297" y="982103"/>
                <a:ext cx="76515" cy="39075"/>
              </a:xfrm>
              <a:custGeom>
                <a:avLst/>
                <a:gdLst/>
                <a:ahLst/>
                <a:cxnLst/>
                <a:rect l="l" t="t" r="r" b="b"/>
                <a:pathLst>
                  <a:path w="515" h="263" extrusionOk="0">
                    <a:moveTo>
                      <a:pt x="514" y="0"/>
                    </a:moveTo>
                    <a:lnTo>
                      <a:pt x="11" y="21"/>
                    </a:lnTo>
                    <a:lnTo>
                      <a:pt x="0" y="262"/>
                    </a:lnTo>
                    <a:lnTo>
                      <a:pt x="514" y="241"/>
                    </a:lnTo>
                    <a:lnTo>
                      <a:pt x="514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0" name="Google Shape;4990;p78"/>
              <p:cNvSpPr/>
              <p:nvPr/>
            </p:nvSpPr>
            <p:spPr>
              <a:xfrm>
                <a:off x="3106783" y="1195455"/>
                <a:ext cx="71909" cy="39223"/>
              </a:xfrm>
              <a:custGeom>
                <a:avLst/>
                <a:gdLst/>
                <a:ahLst/>
                <a:cxnLst/>
                <a:rect l="l" t="t" r="r" b="b"/>
                <a:pathLst>
                  <a:path w="484" h="264" extrusionOk="0">
                    <a:moveTo>
                      <a:pt x="483" y="1"/>
                    </a:moveTo>
                    <a:lnTo>
                      <a:pt x="11" y="22"/>
                    </a:lnTo>
                    <a:lnTo>
                      <a:pt x="1" y="263"/>
                    </a:lnTo>
                    <a:lnTo>
                      <a:pt x="483" y="242"/>
                    </a:lnTo>
                    <a:lnTo>
                      <a:pt x="48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1" name="Google Shape;4991;p78"/>
              <p:cNvSpPr/>
              <p:nvPr/>
            </p:nvSpPr>
            <p:spPr>
              <a:xfrm>
                <a:off x="3571076" y="1195455"/>
                <a:ext cx="1723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17" extrusionOk="0">
                    <a:moveTo>
                      <a:pt x="64" y="1"/>
                    </a:moveTo>
                    <a:cubicBezTo>
                      <a:pt x="32" y="1"/>
                      <a:pt x="1" y="22"/>
                      <a:pt x="1" y="53"/>
                    </a:cubicBezTo>
                    <a:cubicBezTo>
                      <a:pt x="1" y="85"/>
                      <a:pt x="22" y="116"/>
                      <a:pt x="53" y="116"/>
                    </a:cubicBezTo>
                    <a:cubicBezTo>
                      <a:pt x="85" y="116"/>
                      <a:pt x="116" y="85"/>
                      <a:pt x="116" y="53"/>
                    </a:cubicBezTo>
                    <a:cubicBezTo>
                      <a:pt x="116" y="22"/>
                      <a:pt x="95" y="1"/>
                      <a:pt x="64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2" name="Google Shape;4992;p78"/>
              <p:cNvSpPr/>
              <p:nvPr/>
            </p:nvSpPr>
            <p:spPr>
              <a:xfrm>
                <a:off x="3566471" y="935302"/>
                <a:ext cx="17234" cy="15749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06" extrusionOk="0">
                    <a:moveTo>
                      <a:pt x="63" y="1"/>
                    </a:moveTo>
                    <a:cubicBezTo>
                      <a:pt x="32" y="1"/>
                      <a:pt x="11" y="22"/>
                      <a:pt x="11" y="53"/>
                    </a:cubicBezTo>
                    <a:cubicBezTo>
                      <a:pt x="0" y="85"/>
                      <a:pt x="32" y="105"/>
                      <a:pt x="63" y="105"/>
                    </a:cubicBezTo>
                    <a:cubicBezTo>
                      <a:pt x="95" y="105"/>
                      <a:pt x="116" y="85"/>
                      <a:pt x="116" y="53"/>
                    </a:cubicBezTo>
                    <a:cubicBezTo>
                      <a:pt x="116" y="22"/>
                      <a:pt x="95" y="1"/>
                      <a:pt x="63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3" name="Google Shape;4993;p78"/>
              <p:cNvSpPr/>
              <p:nvPr/>
            </p:nvSpPr>
            <p:spPr>
              <a:xfrm>
                <a:off x="2080137" y="863689"/>
                <a:ext cx="11068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745" h="2549" extrusionOk="0">
                    <a:moveTo>
                      <a:pt x="0" y="0"/>
                    </a:moveTo>
                    <a:lnTo>
                      <a:pt x="32" y="2548"/>
                    </a:lnTo>
                    <a:lnTo>
                      <a:pt x="745" y="2548"/>
                    </a:lnTo>
                    <a:lnTo>
                      <a:pt x="58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4" name="Google Shape;4994;p78"/>
              <p:cNvSpPr/>
              <p:nvPr/>
            </p:nvSpPr>
            <p:spPr>
              <a:xfrm>
                <a:off x="1790269" y="967988"/>
                <a:ext cx="118561" cy="274413"/>
              </a:xfrm>
              <a:custGeom>
                <a:avLst/>
                <a:gdLst/>
                <a:ahLst/>
                <a:cxnLst/>
                <a:rect l="l" t="t" r="r" b="b"/>
                <a:pathLst>
                  <a:path w="798" h="1847" extrusionOk="0">
                    <a:moveTo>
                      <a:pt x="1" y="1"/>
                    </a:moveTo>
                    <a:lnTo>
                      <a:pt x="85" y="1846"/>
                    </a:lnTo>
                    <a:lnTo>
                      <a:pt x="798" y="1846"/>
                    </a:lnTo>
                    <a:lnTo>
                      <a:pt x="76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5" name="Google Shape;4995;p78"/>
              <p:cNvSpPr/>
              <p:nvPr/>
            </p:nvSpPr>
            <p:spPr>
              <a:xfrm>
                <a:off x="2203156" y="863689"/>
                <a:ext cx="16684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1123" h="2549" extrusionOk="0">
                    <a:moveTo>
                      <a:pt x="1" y="0"/>
                    </a:moveTo>
                    <a:lnTo>
                      <a:pt x="43" y="2548"/>
                    </a:lnTo>
                    <a:lnTo>
                      <a:pt x="1123" y="2548"/>
                    </a:lnTo>
                    <a:lnTo>
                      <a:pt x="89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6" name="Google Shape;4996;p78"/>
              <p:cNvSpPr/>
              <p:nvPr/>
            </p:nvSpPr>
            <p:spPr>
              <a:xfrm>
                <a:off x="2377730" y="863689"/>
                <a:ext cx="14500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976" h="2549" extrusionOk="0">
                    <a:moveTo>
                      <a:pt x="32" y="0"/>
                    </a:moveTo>
                    <a:lnTo>
                      <a:pt x="0" y="2548"/>
                    </a:lnTo>
                    <a:lnTo>
                      <a:pt x="891" y="2548"/>
                    </a:lnTo>
                    <a:lnTo>
                      <a:pt x="97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7" name="Google Shape;4997;p78"/>
              <p:cNvSpPr/>
              <p:nvPr/>
            </p:nvSpPr>
            <p:spPr>
              <a:xfrm>
                <a:off x="1924283" y="894741"/>
                <a:ext cx="146641" cy="347660"/>
              </a:xfrm>
              <a:custGeom>
                <a:avLst/>
                <a:gdLst/>
                <a:ahLst/>
                <a:cxnLst/>
                <a:rect l="l" t="t" r="r" b="b"/>
                <a:pathLst>
                  <a:path w="987" h="2340" extrusionOk="0">
                    <a:moveTo>
                      <a:pt x="1" y="1"/>
                    </a:moveTo>
                    <a:lnTo>
                      <a:pt x="32" y="2339"/>
                    </a:lnTo>
                    <a:lnTo>
                      <a:pt x="986" y="2339"/>
                    </a:lnTo>
                    <a:lnTo>
                      <a:pt x="881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8" name="Google Shape;4998;p78"/>
              <p:cNvSpPr/>
              <p:nvPr/>
            </p:nvSpPr>
            <p:spPr>
              <a:xfrm>
                <a:off x="2080137" y="863689"/>
                <a:ext cx="104446" cy="266539"/>
              </a:xfrm>
              <a:custGeom>
                <a:avLst/>
                <a:gdLst/>
                <a:ahLst/>
                <a:cxnLst/>
                <a:rect l="l" t="t" r="r" b="b"/>
                <a:pathLst>
                  <a:path w="703" h="1794" extrusionOk="0">
                    <a:moveTo>
                      <a:pt x="0" y="0"/>
                    </a:moveTo>
                    <a:lnTo>
                      <a:pt x="21" y="1772"/>
                    </a:lnTo>
                    <a:cubicBezTo>
                      <a:pt x="241" y="1783"/>
                      <a:pt x="472" y="1793"/>
                      <a:pt x="703" y="1793"/>
                    </a:cubicBezTo>
                    <a:lnTo>
                      <a:pt x="58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9" name="Google Shape;4999;p78"/>
              <p:cNvSpPr/>
              <p:nvPr/>
            </p:nvSpPr>
            <p:spPr>
              <a:xfrm>
                <a:off x="1790269" y="967988"/>
                <a:ext cx="115441" cy="140401"/>
              </a:xfrm>
              <a:custGeom>
                <a:avLst/>
                <a:gdLst/>
                <a:ahLst/>
                <a:cxnLst/>
                <a:rect l="l" t="t" r="r" b="b"/>
                <a:pathLst>
                  <a:path w="777" h="945" extrusionOk="0">
                    <a:moveTo>
                      <a:pt x="1" y="1"/>
                    </a:moveTo>
                    <a:lnTo>
                      <a:pt x="43" y="787"/>
                    </a:lnTo>
                    <a:cubicBezTo>
                      <a:pt x="263" y="850"/>
                      <a:pt x="515" y="903"/>
                      <a:pt x="777" y="945"/>
                    </a:cubicBezTo>
                    <a:lnTo>
                      <a:pt x="76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0" name="Google Shape;5000;p78"/>
              <p:cNvSpPr/>
              <p:nvPr/>
            </p:nvSpPr>
            <p:spPr>
              <a:xfrm>
                <a:off x="2203156" y="863689"/>
                <a:ext cx="156001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1050" h="1804" extrusionOk="0">
                    <a:moveTo>
                      <a:pt x="1" y="0"/>
                    </a:moveTo>
                    <a:lnTo>
                      <a:pt x="32" y="1804"/>
                    </a:lnTo>
                    <a:lnTo>
                      <a:pt x="105" y="1804"/>
                    </a:lnTo>
                    <a:cubicBezTo>
                      <a:pt x="431" y="1804"/>
                      <a:pt x="745" y="1783"/>
                      <a:pt x="1049" y="1772"/>
                    </a:cubicBezTo>
                    <a:lnTo>
                      <a:pt x="89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1" name="Google Shape;5001;p78"/>
              <p:cNvSpPr/>
              <p:nvPr/>
            </p:nvSpPr>
            <p:spPr>
              <a:xfrm>
                <a:off x="2379216" y="863689"/>
                <a:ext cx="145007" cy="261785"/>
              </a:xfrm>
              <a:custGeom>
                <a:avLst/>
                <a:gdLst/>
                <a:ahLst/>
                <a:cxnLst/>
                <a:rect l="l" t="t" r="r" b="b"/>
                <a:pathLst>
                  <a:path w="976" h="1762" extrusionOk="0">
                    <a:moveTo>
                      <a:pt x="22" y="0"/>
                    </a:moveTo>
                    <a:lnTo>
                      <a:pt x="1" y="1762"/>
                    </a:lnTo>
                    <a:cubicBezTo>
                      <a:pt x="315" y="1730"/>
                      <a:pt x="619" y="1699"/>
                      <a:pt x="913" y="1657"/>
                    </a:cubicBezTo>
                    <a:lnTo>
                      <a:pt x="97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2" name="Google Shape;5002;p78"/>
              <p:cNvSpPr/>
              <p:nvPr/>
            </p:nvSpPr>
            <p:spPr>
              <a:xfrm>
                <a:off x="1924283" y="894741"/>
                <a:ext cx="140401" cy="230733"/>
              </a:xfrm>
              <a:custGeom>
                <a:avLst/>
                <a:gdLst/>
                <a:ahLst/>
                <a:cxnLst/>
                <a:rect l="l" t="t" r="r" b="b"/>
                <a:pathLst>
                  <a:path w="945" h="1553" extrusionOk="0">
                    <a:moveTo>
                      <a:pt x="1" y="1"/>
                    </a:moveTo>
                    <a:lnTo>
                      <a:pt x="22" y="1448"/>
                    </a:lnTo>
                    <a:cubicBezTo>
                      <a:pt x="315" y="1501"/>
                      <a:pt x="619" y="1532"/>
                      <a:pt x="944" y="1553"/>
                    </a:cubicBezTo>
                    <a:lnTo>
                      <a:pt x="881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3" name="Google Shape;5003;p78"/>
              <p:cNvSpPr/>
              <p:nvPr/>
            </p:nvSpPr>
            <p:spPr>
              <a:xfrm>
                <a:off x="1944489" y="913462"/>
                <a:ext cx="93749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1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630" y="158"/>
                    </a:lnTo>
                    <a:lnTo>
                      <a:pt x="62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4" name="Google Shape;5004;p78"/>
              <p:cNvSpPr/>
              <p:nvPr/>
            </p:nvSpPr>
            <p:spPr>
              <a:xfrm>
                <a:off x="1946123" y="952388"/>
                <a:ext cx="93601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630" y="158"/>
                    </a:lnTo>
                    <a:lnTo>
                      <a:pt x="619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5" name="Google Shape;5005;p78"/>
              <p:cNvSpPr/>
              <p:nvPr/>
            </p:nvSpPr>
            <p:spPr>
              <a:xfrm>
                <a:off x="1941369" y="1201695"/>
                <a:ext cx="104595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704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704" y="137"/>
                    </a:lnTo>
                    <a:lnTo>
                      <a:pt x="704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6" name="Google Shape;5006;p78"/>
              <p:cNvSpPr/>
              <p:nvPr/>
            </p:nvSpPr>
            <p:spPr>
              <a:xfrm>
                <a:off x="2122480" y="1201695"/>
                <a:ext cx="18572" cy="14263"/>
              </a:xfrm>
              <a:custGeom>
                <a:avLst/>
                <a:gdLst/>
                <a:ahLst/>
                <a:cxnLst/>
                <a:rect l="l" t="t" r="r" b="b"/>
                <a:pathLst>
                  <a:path w="125" h="96" extrusionOk="0">
                    <a:moveTo>
                      <a:pt x="104" y="1"/>
                    </a:moveTo>
                    <a:cubicBezTo>
                      <a:pt x="67" y="1"/>
                      <a:pt x="0" y="87"/>
                      <a:pt x="72" y="95"/>
                    </a:cubicBezTo>
                    <a:cubicBezTo>
                      <a:pt x="103" y="95"/>
                      <a:pt x="124" y="64"/>
                      <a:pt x="124" y="32"/>
                    </a:cubicBezTo>
                    <a:cubicBezTo>
                      <a:pt x="124" y="9"/>
                      <a:pt x="116" y="1"/>
                      <a:pt x="104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7" name="Google Shape;5007;p78"/>
              <p:cNvSpPr/>
              <p:nvPr/>
            </p:nvSpPr>
            <p:spPr>
              <a:xfrm>
                <a:off x="2401057" y="1179854"/>
                <a:ext cx="85875" cy="42343"/>
              </a:xfrm>
              <a:custGeom>
                <a:avLst/>
                <a:gdLst/>
                <a:ahLst/>
                <a:cxnLst/>
                <a:rect l="l" t="t" r="r" b="b"/>
                <a:pathLst>
                  <a:path w="578" h="285" extrusionOk="0">
                    <a:moveTo>
                      <a:pt x="0" y="1"/>
                    </a:moveTo>
                    <a:lnTo>
                      <a:pt x="11" y="284"/>
                    </a:lnTo>
                    <a:lnTo>
                      <a:pt x="577" y="284"/>
                    </a:lnTo>
                    <a:lnTo>
                      <a:pt x="577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8" name="Google Shape;5008;p78"/>
              <p:cNvSpPr/>
              <p:nvPr/>
            </p:nvSpPr>
            <p:spPr>
              <a:xfrm>
                <a:off x="1804384" y="982103"/>
                <a:ext cx="74881" cy="39075"/>
              </a:xfrm>
              <a:custGeom>
                <a:avLst/>
                <a:gdLst/>
                <a:ahLst/>
                <a:cxnLst/>
                <a:rect l="l" t="t" r="r" b="b"/>
                <a:pathLst>
                  <a:path w="504" h="263" extrusionOk="0">
                    <a:moveTo>
                      <a:pt x="503" y="0"/>
                    </a:moveTo>
                    <a:lnTo>
                      <a:pt x="0" y="21"/>
                    </a:lnTo>
                    <a:lnTo>
                      <a:pt x="0" y="262"/>
                    </a:lnTo>
                    <a:lnTo>
                      <a:pt x="503" y="241"/>
                    </a:lnTo>
                    <a:lnTo>
                      <a:pt x="503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9" name="Google Shape;5009;p78"/>
              <p:cNvSpPr/>
              <p:nvPr/>
            </p:nvSpPr>
            <p:spPr>
              <a:xfrm>
                <a:off x="1815229" y="1195455"/>
                <a:ext cx="70275" cy="39223"/>
              </a:xfrm>
              <a:custGeom>
                <a:avLst/>
                <a:gdLst/>
                <a:ahLst/>
                <a:cxnLst/>
                <a:rect l="l" t="t" r="r" b="b"/>
                <a:pathLst>
                  <a:path w="473" h="264" extrusionOk="0">
                    <a:moveTo>
                      <a:pt x="472" y="1"/>
                    </a:moveTo>
                    <a:lnTo>
                      <a:pt x="1" y="22"/>
                    </a:lnTo>
                    <a:lnTo>
                      <a:pt x="1" y="263"/>
                    </a:lnTo>
                    <a:lnTo>
                      <a:pt x="472" y="242"/>
                    </a:lnTo>
                    <a:lnTo>
                      <a:pt x="472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0" name="Google Shape;5010;p78"/>
              <p:cNvSpPr/>
              <p:nvPr/>
            </p:nvSpPr>
            <p:spPr>
              <a:xfrm>
                <a:off x="2276403" y="1195455"/>
                <a:ext cx="18869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17" extrusionOk="0">
                    <a:moveTo>
                      <a:pt x="56" y="0"/>
                    </a:moveTo>
                    <a:cubicBezTo>
                      <a:pt x="1" y="0"/>
                      <a:pt x="3" y="116"/>
                      <a:pt x="63" y="116"/>
                    </a:cubicBezTo>
                    <a:cubicBezTo>
                      <a:pt x="95" y="116"/>
                      <a:pt x="126" y="85"/>
                      <a:pt x="126" y="53"/>
                    </a:cubicBezTo>
                    <a:cubicBezTo>
                      <a:pt x="126" y="22"/>
                      <a:pt x="95" y="1"/>
                      <a:pt x="63" y="1"/>
                    </a:cubicBezTo>
                    <a:cubicBezTo>
                      <a:pt x="61" y="0"/>
                      <a:pt x="58" y="0"/>
                      <a:pt x="56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1" name="Google Shape;5011;p78"/>
              <p:cNvSpPr/>
              <p:nvPr/>
            </p:nvSpPr>
            <p:spPr>
              <a:xfrm>
                <a:off x="2261100" y="938422"/>
                <a:ext cx="18572" cy="12629"/>
              </a:xfrm>
              <a:custGeom>
                <a:avLst/>
                <a:gdLst/>
                <a:ahLst/>
                <a:cxnLst/>
                <a:rect l="l" t="t" r="r" b="b"/>
                <a:pathLst>
                  <a:path w="125" h="85" extrusionOk="0">
                    <a:moveTo>
                      <a:pt x="104" y="0"/>
                    </a:moveTo>
                    <a:cubicBezTo>
                      <a:pt x="67" y="0"/>
                      <a:pt x="1" y="84"/>
                      <a:pt x="72" y="84"/>
                    </a:cubicBezTo>
                    <a:cubicBezTo>
                      <a:pt x="103" y="84"/>
                      <a:pt x="124" y="64"/>
                      <a:pt x="124" y="32"/>
                    </a:cubicBezTo>
                    <a:cubicBezTo>
                      <a:pt x="124" y="9"/>
                      <a:pt x="116" y="0"/>
                      <a:pt x="104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2" name="Google Shape;5012;p78"/>
              <p:cNvSpPr/>
              <p:nvPr/>
            </p:nvSpPr>
            <p:spPr>
              <a:xfrm>
                <a:off x="2433743" y="1140928"/>
                <a:ext cx="18869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27" extrusionOk="0">
                    <a:moveTo>
                      <a:pt x="64" y="1"/>
                    </a:moveTo>
                    <a:cubicBezTo>
                      <a:pt x="22" y="1"/>
                      <a:pt x="1" y="22"/>
                      <a:pt x="1" y="64"/>
                    </a:cubicBezTo>
                    <a:cubicBezTo>
                      <a:pt x="1" y="95"/>
                      <a:pt x="22" y="127"/>
                      <a:pt x="64" y="127"/>
                    </a:cubicBezTo>
                    <a:cubicBezTo>
                      <a:pt x="95" y="127"/>
                      <a:pt x="126" y="95"/>
                      <a:pt x="126" y="64"/>
                    </a:cubicBezTo>
                    <a:cubicBezTo>
                      <a:pt x="126" y="22"/>
                      <a:pt x="95" y="1"/>
                      <a:pt x="64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3" name="Google Shape;5013;p78"/>
              <p:cNvSpPr/>
              <p:nvPr/>
            </p:nvSpPr>
            <p:spPr>
              <a:xfrm>
                <a:off x="2446966" y="939759"/>
                <a:ext cx="23177" cy="15897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5" y="0"/>
                    </a:moveTo>
                    <a:cubicBezTo>
                      <a:pt x="93" y="0"/>
                      <a:pt x="1" y="107"/>
                      <a:pt x="90" y="107"/>
                    </a:cubicBezTo>
                    <a:cubicBezTo>
                      <a:pt x="121" y="107"/>
                      <a:pt x="153" y="75"/>
                      <a:pt x="153" y="34"/>
                    </a:cubicBezTo>
                    <a:cubicBezTo>
                      <a:pt x="155" y="10"/>
                      <a:pt x="147" y="0"/>
                      <a:pt x="135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014" name="Google Shape;5014;p78"/>
            <p:cNvSpPr/>
            <p:nvPr/>
          </p:nvSpPr>
          <p:spPr>
            <a:xfrm>
              <a:off x="4058696" y="880775"/>
              <a:ext cx="59429" cy="28229"/>
            </a:xfrm>
            <a:custGeom>
              <a:avLst/>
              <a:gdLst/>
              <a:ahLst/>
              <a:cxnLst/>
              <a:rect l="l" t="t" r="r" b="b"/>
              <a:pathLst>
                <a:path w="400" h="190" extrusionOk="0">
                  <a:moveTo>
                    <a:pt x="1" y="1"/>
                  </a:moveTo>
                  <a:lnTo>
                    <a:pt x="1" y="189"/>
                  </a:lnTo>
                  <a:lnTo>
                    <a:pt x="399" y="189"/>
                  </a:lnTo>
                  <a:lnTo>
                    <a:pt x="389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5" name="Google Shape;5015;p78"/>
            <p:cNvSpPr/>
            <p:nvPr/>
          </p:nvSpPr>
          <p:spPr>
            <a:xfrm>
              <a:off x="4173989" y="880775"/>
              <a:ext cx="62549" cy="28229"/>
            </a:xfrm>
            <a:custGeom>
              <a:avLst/>
              <a:gdLst/>
              <a:ahLst/>
              <a:cxnLst/>
              <a:rect l="l" t="t" r="r" b="b"/>
              <a:pathLst>
                <a:path w="421" h="190" extrusionOk="0">
                  <a:moveTo>
                    <a:pt x="1" y="1"/>
                  </a:moveTo>
                  <a:lnTo>
                    <a:pt x="11" y="189"/>
                  </a:lnTo>
                  <a:lnTo>
                    <a:pt x="420" y="189"/>
                  </a:lnTo>
                  <a:lnTo>
                    <a:pt x="420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6" name="Google Shape;5016;p78"/>
            <p:cNvSpPr/>
            <p:nvPr/>
          </p:nvSpPr>
          <p:spPr>
            <a:xfrm>
              <a:off x="2787497" y="882410"/>
              <a:ext cx="37440" cy="18720"/>
            </a:xfrm>
            <a:custGeom>
              <a:avLst/>
              <a:gdLst/>
              <a:ahLst/>
              <a:cxnLst/>
              <a:rect l="l" t="t" r="r" b="b"/>
              <a:pathLst>
                <a:path w="252" h="126" extrusionOk="0">
                  <a:moveTo>
                    <a:pt x="0" y="0"/>
                  </a:moveTo>
                  <a:lnTo>
                    <a:pt x="10" y="126"/>
                  </a:lnTo>
                  <a:lnTo>
                    <a:pt x="252" y="126"/>
                  </a:lnTo>
                  <a:lnTo>
                    <a:pt x="252" y="0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7" name="Google Shape;5017;p78"/>
            <p:cNvSpPr/>
            <p:nvPr/>
          </p:nvSpPr>
          <p:spPr>
            <a:xfrm>
              <a:off x="2869956" y="880775"/>
              <a:ext cx="65669" cy="28229"/>
            </a:xfrm>
            <a:custGeom>
              <a:avLst/>
              <a:gdLst/>
              <a:ahLst/>
              <a:cxnLst/>
              <a:rect l="l" t="t" r="r" b="b"/>
              <a:pathLst>
                <a:path w="442" h="190" extrusionOk="0">
                  <a:moveTo>
                    <a:pt x="1" y="1"/>
                  </a:moveTo>
                  <a:lnTo>
                    <a:pt x="1" y="189"/>
                  </a:lnTo>
                  <a:lnTo>
                    <a:pt x="441" y="189"/>
                  </a:lnTo>
                  <a:lnTo>
                    <a:pt x="431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8" name="Google Shape;5018;p78"/>
            <p:cNvSpPr/>
            <p:nvPr/>
          </p:nvSpPr>
          <p:spPr>
            <a:xfrm>
              <a:off x="2999364" y="880775"/>
              <a:ext cx="68640" cy="28229"/>
            </a:xfrm>
            <a:custGeom>
              <a:avLst/>
              <a:gdLst/>
              <a:ahLst/>
              <a:cxnLst/>
              <a:rect l="l" t="t" r="r" b="b"/>
              <a:pathLst>
                <a:path w="462" h="190" extrusionOk="0">
                  <a:moveTo>
                    <a:pt x="0" y="1"/>
                  </a:moveTo>
                  <a:lnTo>
                    <a:pt x="0" y="189"/>
                  </a:lnTo>
                  <a:lnTo>
                    <a:pt x="462" y="189"/>
                  </a:lnTo>
                  <a:lnTo>
                    <a:pt x="462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9" name="Google Shape;5019;p78"/>
            <p:cNvSpPr/>
            <p:nvPr/>
          </p:nvSpPr>
          <p:spPr>
            <a:xfrm>
              <a:off x="3402891" y="882410"/>
              <a:ext cx="54675" cy="18720"/>
            </a:xfrm>
            <a:custGeom>
              <a:avLst/>
              <a:gdLst/>
              <a:ahLst/>
              <a:cxnLst/>
              <a:rect l="l" t="t" r="r" b="b"/>
              <a:pathLst>
                <a:path w="368" h="126" extrusionOk="0">
                  <a:moveTo>
                    <a:pt x="0" y="0"/>
                  </a:moveTo>
                  <a:lnTo>
                    <a:pt x="0" y="126"/>
                  </a:lnTo>
                  <a:lnTo>
                    <a:pt x="367" y="126"/>
                  </a:lnTo>
                  <a:lnTo>
                    <a:pt x="367" y="0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0" name="Google Shape;5020;p78"/>
            <p:cNvSpPr/>
            <p:nvPr/>
          </p:nvSpPr>
          <p:spPr>
            <a:xfrm>
              <a:off x="3524424" y="880775"/>
              <a:ext cx="96721" cy="28229"/>
            </a:xfrm>
            <a:custGeom>
              <a:avLst/>
              <a:gdLst/>
              <a:ahLst/>
              <a:cxnLst/>
              <a:rect l="l" t="t" r="r" b="b"/>
              <a:pathLst>
                <a:path w="651" h="190" extrusionOk="0">
                  <a:moveTo>
                    <a:pt x="0" y="1"/>
                  </a:moveTo>
                  <a:lnTo>
                    <a:pt x="0" y="189"/>
                  </a:lnTo>
                  <a:lnTo>
                    <a:pt x="640" y="189"/>
                  </a:lnTo>
                  <a:lnTo>
                    <a:pt x="650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1" name="Google Shape;5021;p78"/>
            <p:cNvSpPr/>
            <p:nvPr/>
          </p:nvSpPr>
          <p:spPr>
            <a:xfrm>
              <a:off x="2095737" y="882410"/>
              <a:ext cx="54675" cy="18720"/>
            </a:xfrm>
            <a:custGeom>
              <a:avLst/>
              <a:gdLst/>
              <a:ahLst/>
              <a:cxnLst/>
              <a:rect l="l" t="t" r="r" b="b"/>
              <a:pathLst>
                <a:path w="368" h="126" extrusionOk="0">
                  <a:moveTo>
                    <a:pt x="0" y="0"/>
                  </a:moveTo>
                  <a:lnTo>
                    <a:pt x="0" y="126"/>
                  </a:lnTo>
                  <a:lnTo>
                    <a:pt x="367" y="126"/>
                  </a:lnTo>
                  <a:lnTo>
                    <a:pt x="367" y="0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2" name="Google Shape;5022;p78"/>
            <p:cNvSpPr/>
            <p:nvPr/>
          </p:nvSpPr>
          <p:spPr>
            <a:xfrm>
              <a:off x="2217271" y="880775"/>
              <a:ext cx="96721" cy="28229"/>
            </a:xfrm>
            <a:custGeom>
              <a:avLst/>
              <a:gdLst/>
              <a:ahLst/>
              <a:cxnLst/>
              <a:rect l="l" t="t" r="r" b="b"/>
              <a:pathLst>
                <a:path w="651" h="190" extrusionOk="0">
                  <a:moveTo>
                    <a:pt x="0" y="1"/>
                  </a:moveTo>
                  <a:lnTo>
                    <a:pt x="0" y="189"/>
                  </a:lnTo>
                  <a:lnTo>
                    <a:pt x="650" y="189"/>
                  </a:lnTo>
                  <a:lnTo>
                    <a:pt x="650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3" name="Google Shape;5023;p78"/>
            <p:cNvSpPr/>
            <p:nvPr/>
          </p:nvSpPr>
          <p:spPr>
            <a:xfrm>
              <a:off x="2408782" y="880775"/>
              <a:ext cx="102961" cy="28229"/>
            </a:xfrm>
            <a:custGeom>
              <a:avLst/>
              <a:gdLst/>
              <a:ahLst/>
              <a:cxnLst/>
              <a:rect l="l" t="t" r="r" b="b"/>
              <a:pathLst>
                <a:path w="693" h="190" extrusionOk="0">
                  <a:moveTo>
                    <a:pt x="1" y="1"/>
                  </a:moveTo>
                  <a:lnTo>
                    <a:pt x="11" y="189"/>
                  </a:lnTo>
                  <a:lnTo>
                    <a:pt x="693" y="18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24" name="Google Shape;5024;p78"/>
          <p:cNvGrpSpPr/>
          <p:nvPr/>
        </p:nvGrpSpPr>
        <p:grpSpPr>
          <a:xfrm flipH="1">
            <a:off x="5161963" y="859708"/>
            <a:ext cx="3268775" cy="380199"/>
            <a:chOff x="975489" y="863689"/>
            <a:chExt cx="3268775" cy="380199"/>
          </a:xfrm>
        </p:grpSpPr>
        <p:grpSp>
          <p:nvGrpSpPr>
            <p:cNvPr id="5025" name="Google Shape;5025;p78"/>
            <p:cNvGrpSpPr/>
            <p:nvPr/>
          </p:nvGrpSpPr>
          <p:grpSpPr>
            <a:xfrm>
              <a:off x="975489" y="863689"/>
              <a:ext cx="3268775" cy="380199"/>
              <a:chOff x="975489" y="863689"/>
              <a:chExt cx="3268775" cy="380199"/>
            </a:xfrm>
          </p:grpSpPr>
          <p:sp>
            <p:nvSpPr>
              <p:cNvPr id="5026" name="Google Shape;5026;p78"/>
              <p:cNvSpPr/>
              <p:nvPr/>
            </p:nvSpPr>
            <p:spPr>
              <a:xfrm>
                <a:off x="2505355" y="905736"/>
                <a:ext cx="166847" cy="338151"/>
              </a:xfrm>
              <a:custGeom>
                <a:avLst/>
                <a:gdLst/>
                <a:ahLst/>
                <a:cxnLst/>
                <a:rect l="l" t="t" r="r" b="b"/>
                <a:pathLst>
                  <a:path w="1123" h="2276" extrusionOk="0">
                    <a:moveTo>
                      <a:pt x="588" y="0"/>
                    </a:moveTo>
                    <a:lnTo>
                      <a:pt x="1" y="2171"/>
                    </a:lnTo>
                    <a:lnTo>
                      <a:pt x="546" y="2276"/>
                    </a:lnTo>
                    <a:lnTo>
                      <a:pt x="1123" y="74"/>
                    </a:lnTo>
                    <a:lnTo>
                      <a:pt x="58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7" name="Google Shape;5027;p78"/>
              <p:cNvSpPr/>
              <p:nvPr/>
            </p:nvSpPr>
            <p:spPr>
              <a:xfrm>
                <a:off x="2536556" y="905736"/>
                <a:ext cx="135647" cy="207407"/>
              </a:xfrm>
              <a:custGeom>
                <a:avLst/>
                <a:gdLst/>
                <a:ahLst/>
                <a:cxnLst/>
                <a:rect l="l" t="t" r="r" b="b"/>
                <a:pathLst>
                  <a:path w="913" h="1396" extrusionOk="0">
                    <a:moveTo>
                      <a:pt x="378" y="0"/>
                    </a:moveTo>
                    <a:lnTo>
                      <a:pt x="1" y="1395"/>
                    </a:lnTo>
                    <a:cubicBezTo>
                      <a:pt x="200" y="1374"/>
                      <a:pt x="399" y="1332"/>
                      <a:pt x="598" y="1280"/>
                    </a:cubicBezTo>
                    <a:lnTo>
                      <a:pt x="913" y="74"/>
                    </a:lnTo>
                    <a:lnTo>
                      <a:pt x="37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8" name="Google Shape;5028;p78"/>
              <p:cNvSpPr/>
              <p:nvPr/>
            </p:nvSpPr>
            <p:spPr>
              <a:xfrm>
                <a:off x="2592717" y="930696"/>
                <a:ext cx="54675" cy="45315"/>
              </a:xfrm>
              <a:custGeom>
                <a:avLst/>
                <a:gdLst/>
                <a:ahLst/>
                <a:cxnLst/>
                <a:rect l="l" t="t" r="r" b="b"/>
                <a:pathLst>
                  <a:path w="368" h="305" extrusionOk="0">
                    <a:moveTo>
                      <a:pt x="74" y="0"/>
                    </a:moveTo>
                    <a:lnTo>
                      <a:pt x="0" y="294"/>
                    </a:lnTo>
                    <a:lnTo>
                      <a:pt x="283" y="304"/>
                    </a:ln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9" name="Google Shape;5029;p78"/>
              <p:cNvSpPr/>
              <p:nvPr/>
            </p:nvSpPr>
            <p:spPr>
              <a:xfrm>
                <a:off x="2525710" y="1186094"/>
                <a:ext cx="51555" cy="45463"/>
              </a:xfrm>
              <a:custGeom>
                <a:avLst/>
                <a:gdLst/>
                <a:ahLst/>
                <a:cxnLst/>
                <a:rect l="l" t="t" r="r" b="b"/>
                <a:pathLst>
                  <a:path w="347" h="306" extrusionOk="0">
                    <a:moveTo>
                      <a:pt x="63" y="1"/>
                    </a:moveTo>
                    <a:lnTo>
                      <a:pt x="0" y="232"/>
                    </a:lnTo>
                    <a:lnTo>
                      <a:pt x="283" y="305"/>
                    </a:lnTo>
                    <a:lnTo>
                      <a:pt x="346" y="64"/>
                    </a:lnTo>
                    <a:lnTo>
                      <a:pt x="6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0" name="Google Shape;5030;p78"/>
              <p:cNvSpPr/>
              <p:nvPr/>
            </p:nvSpPr>
            <p:spPr>
              <a:xfrm>
                <a:off x="2598957" y="986708"/>
                <a:ext cx="14114" cy="32835"/>
              </a:xfrm>
              <a:custGeom>
                <a:avLst/>
                <a:gdLst/>
                <a:ahLst/>
                <a:cxnLst/>
                <a:rect l="l" t="t" r="r" b="b"/>
                <a:pathLst>
                  <a:path w="95" h="221" extrusionOk="0">
                    <a:moveTo>
                      <a:pt x="53" y="1"/>
                    </a:moveTo>
                    <a:lnTo>
                      <a:pt x="0" y="221"/>
                    </a:lnTo>
                    <a:lnTo>
                      <a:pt x="42" y="221"/>
                    </a:lnTo>
                    <a:lnTo>
                      <a:pt x="95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1" name="Google Shape;5031;p78"/>
              <p:cNvSpPr/>
              <p:nvPr/>
            </p:nvSpPr>
            <p:spPr>
              <a:xfrm>
                <a:off x="1664130" y="896376"/>
                <a:ext cx="115441" cy="346025"/>
              </a:xfrm>
              <a:custGeom>
                <a:avLst/>
                <a:gdLst/>
                <a:ahLst/>
                <a:cxnLst/>
                <a:rect l="l" t="t" r="r" b="b"/>
                <a:pathLst>
                  <a:path w="777" h="2329" extrusionOk="0">
                    <a:moveTo>
                      <a:pt x="0" y="0"/>
                    </a:moveTo>
                    <a:lnTo>
                      <a:pt x="32" y="2328"/>
                    </a:lnTo>
                    <a:lnTo>
                      <a:pt x="776" y="2328"/>
                    </a:lnTo>
                    <a:lnTo>
                      <a:pt x="6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2" name="Google Shape;5032;p78"/>
              <p:cNvSpPr/>
              <p:nvPr/>
            </p:nvSpPr>
            <p:spPr>
              <a:xfrm>
                <a:off x="975489" y="896376"/>
                <a:ext cx="151247" cy="346025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2329" extrusionOk="0">
                    <a:moveTo>
                      <a:pt x="32" y="0"/>
                    </a:moveTo>
                    <a:lnTo>
                      <a:pt x="0" y="2328"/>
                    </a:lnTo>
                    <a:lnTo>
                      <a:pt x="923" y="2328"/>
                    </a:lnTo>
                    <a:lnTo>
                      <a:pt x="101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3" name="Google Shape;5033;p78"/>
              <p:cNvSpPr/>
              <p:nvPr/>
            </p:nvSpPr>
            <p:spPr>
              <a:xfrm>
                <a:off x="1385256" y="991463"/>
                <a:ext cx="109201" cy="250939"/>
              </a:xfrm>
              <a:custGeom>
                <a:avLst/>
                <a:gdLst/>
                <a:ahLst/>
                <a:cxnLst/>
                <a:rect l="l" t="t" r="r" b="b"/>
                <a:pathLst>
                  <a:path w="735" h="1689" extrusionOk="0">
                    <a:moveTo>
                      <a:pt x="42" y="0"/>
                    </a:moveTo>
                    <a:lnTo>
                      <a:pt x="0" y="1688"/>
                    </a:lnTo>
                    <a:lnTo>
                      <a:pt x="734" y="1688"/>
                    </a:lnTo>
                    <a:lnTo>
                      <a:pt x="69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4" name="Google Shape;5034;p78"/>
              <p:cNvSpPr/>
              <p:nvPr/>
            </p:nvSpPr>
            <p:spPr>
              <a:xfrm>
                <a:off x="1280809" y="896376"/>
                <a:ext cx="88995" cy="346025"/>
              </a:xfrm>
              <a:custGeom>
                <a:avLst/>
                <a:gdLst/>
                <a:ahLst/>
                <a:cxnLst/>
                <a:rect l="l" t="t" r="r" b="b"/>
                <a:pathLst>
                  <a:path w="599" h="2329" extrusionOk="0">
                    <a:moveTo>
                      <a:pt x="1" y="0"/>
                    </a:moveTo>
                    <a:lnTo>
                      <a:pt x="64" y="2328"/>
                    </a:lnTo>
                    <a:lnTo>
                      <a:pt x="598" y="2328"/>
                    </a:lnTo>
                    <a:lnTo>
                      <a:pt x="56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5" name="Google Shape;5035;p78"/>
              <p:cNvSpPr/>
              <p:nvPr/>
            </p:nvSpPr>
            <p:spPr>
              <a:xfrm>
                <a:off x="1126589" y="929062"/>
                <a:ext cx="146641" cy="313339"/>
              </a:xfrm>
              <a:custGeom>
                <a:avLst/>
                <a:gdLst/>
                <a:ahLst/>
                <a:cxnLst/>
                <a:rect l="l" t="t" r="r" b="b"/>
                <a:pathLst>
                  <a:path w="987" h="2109" extrusionOk="0">
                    <a:moveTo>
                      <a:pt x="84" y="1"/>
                    </a:moveTo>
                    <a:lnTo>
                      <a:pt x="1" y="2108"/>
                    </a:lnTo>
                    <a:lnTo>
                      <a:pt x="986" y="2108"/>
                    </a:lnTo>
                    <a:lnTo>
                      <a:pt x="902" y="64"/>
                    </a:lnTo>
                    <a:lnTo>
                      <a:pt x="8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6" name="Google Shape;5036;p78"/>
              <p:cNvSpPr/>
              <p:nvPr/>
            </p:nvSpPr>
            <p:spPr>
              <a:xfrm>
                <a:off x="1502036" y="924456"/>
                <a:ext cx="151247" cy="317945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2140" extrusionOk="0">
                    <a:moveTo>
                      <a:pt x="1" y="0"/>
                    </a:moveTo>
                    <a:lnTo>
                      <a:pt x="32" y="2139"/>
                    </a:lnTo>
                    <a:lnTo>
                      <a:pt x="1018" y="2139"/>
                    </a:lnTo>
                    <a:lnTo>
                      <a:pt x="913" y="3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7" name="Google Shape;5037;p78"/>
              <p:cNvSpPr/>
              <p:nvPr/>
            </p:nvSpPr>
            <p:spPr>
              <a:xfrm>
                <a:off x="1667250" y="1116116"/>
                <a:ext cx="112321" cy="126287"/>
              </a:xfrm>
              <a:custGeom>
                <a:avLst/>
                <a:gdLst/>
                <a:ahLst/>
                <a:cxnLst/>
                <a:rect l="l" t="t" r="r" b="b"/>
                <a:pathLst>
                  <a:path w="756" h="850" extrusionOk="0">
                    <a:moveTo>
                      <a:pt x="0" y="0"/>
                    </a:moveTo>
                    <a:lnTo>
                      <a:pt x="11" y="839"/>
                    </a:lnTo>
                    <a:lnTo>
                      <a:pt x="755" y="849"/>
                    </a:lnTo>
                    <a:lnTo>
                      <a:pt x="713" y="315"/>
                    </a:lnTo>
                    <a:cubicBezTo>
                      <a:pt x="483" y="189"/>
                      <a:pt x="242" y="94"/>
                      <a:pt x="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8" name="Google Shape;5038;p78"/>
              <p:cNvSpPr/>
              <p:nvPr/>
            </p:nvSpPr>
            <p:spPr>
              <a:xfrm>
                <a:off x="975489" y="1031875"/>
                <a:ext cx="146641" cy="210527"/>
              </a:xfrm>
              <a:custGeom>
                <a:avLst/>
                <a:gdLst/>
                <a:ahLst/>
                <a:cxnLst/>
                <a:rect l="l" t="t" r="r" b="b"/>
                <a:pathLst>
                  <a:path w="987" h="1417" extrusionOk="0">
                    <a:moveTo>
                      <a:pt x="986" y="1"/>
                    </a:moveTo>
                    <a:lnTo>
                      <a:pt x="986" y="1"/>
                    </a:lnTo>
                    <a:cubicBezTo>
                      <a:pt x="651" y="11"/>
                      <a:pt x="325" y="43"/>
                      <a:pt x="21" y="74"/>
                    </a:cubicBezTo>
                    <a:lnTo>
                      <a:pt x="0" y="1416"/>
                    </a:lnTo>
                    <a:lnTo>
                      <a:pt x="923" y="1416"/>
                    </a:lnTo>
                    <a:lnTo>
                      <a:pt x="98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9" name="Google Shape;5039;p78"/>
              <p:cNvSpPr/>
              <p:nvPr/>
            </p:nvSpPr>
            <p:spPr>
              <a:xfrm>
                <a:off x="1385256" y="1049109"/>
                <a:ext cx="109201" cy="194779"/>
              </a:xfrm>
              <a:custGeom>
                <a:avLst/>
                <a:gdLst/>
                <a:ahLst/>
                <a:cxnLst/>
                <a:rect l="l" t="t" r="r" b="b"/>
                <a:pathLst>
                  <a:path w="735" h="1311" extrusionOk="0">
                    <a:moveTo>
                      <a:pt x="32" y="0"/>
                    </a:moveTo>
                    <a:lnTo>
                      <a:pt x="0" y="1311"/>
                    </a:lnTo>
                    <a:lnTo>
                      <a:pt x="734" y="1300"/>
                    </a:lnTo>
                    <a:lnTo>
                      <a:pt x="703" y="115"/>
                    </a:lnTo>
                    <a:cubicBezTo>
                      <a:pt x="483" y="74"/>
                      <a:pt x="262" y="32"/>
                      <a:pt x="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0" name="Google Shape;5040;p78"/>
              <p:cNvSpPr/>
              <p:nvPr/>
            </p:nvSpPr>
            <p:spPr>
              <a:xfrm>
                <a:off x="1283929" y="1036629"/>
                <a:ext cx="85875" cy="205773"/>
              </a:xfrm>
              <a:custGeom>
                <a:avLst/>
                <a:gdLst/>
                <a:ahLst/>
                <a:cxnLst/>
                <a:rect l="l" t="t" r="r" b="b"/>
                <a:pathLst>
                  <a:path w="578" h="1385" extrusionOk="0">
                    <a:moveTo>
                      <a:pt x="1" y="0"/>
                    </a:moveTo>
                    <a:lnTo>
                      <a:pt x="43" y="1384"/>
                    </a:lnTo>
                    <a:lnTo>
                      <a:pt x="577" y="1384"/>
                    </a:lnTo>
                    <a:lnTo>
                      <a:pt x="556" y="53"/>
                    </a:lnTo>
                    <a:cubicBezTo>
                      <a:pt x="378" y="32"/>
                      <a:pt x="189" y="11"/>
                      <a:pt x="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1" name="Google Shape;5041;p78"/>
              <p:cNvSpPr/>
              <p:nvPr/>
            </p:nvSpPr>
            <p:spPr>
              <a:xfrm>
                <a:off x="1126589" y="1031875"/>
                <a:ext cx="146641" cy="210527"/>
              </a:xfrm>
              <a:custGeom>
                <a:avLst/>
                <a:gdLst/>
                <a:ahLst/>
                <a:cxnLst/>
                <a:rect l="l" t="t" r="r" b="b"/>
                <a:pathLst>
                  <a:path w="987" h="1417" extrusionOk="0">
                    <a:moveTo>
                      <a:pt x="63" y="1"/>
                    </a:moveTo>
                    <a:lnTo>
                      <a:pt x="1" y="1416"/>
                    </a:lnTo>
                    <a:lnTo>
                      <a:pt x="986" y="1416"/>
                    </a:lnTo>
                    <a:lnTo>
                      <a:pt x="934" y="22"/>
                    </a:lnTo>
                    <a:cubicBezTo>
                      <a:pt x="630" y="1"/>
                      <a:pt x="347" y="1"/>
                      <a:pt x="6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2" name="Google Shape;5042;p78"/>
              <p:cNvSpPr/>
              <p:nvPr/>
            </p:nvSpPr>
            <p:spPr>
              <a:xfrm>
                <a:off x="1505156" y="1069315"/>
                <a:ext cx="148127" cy="173087"/>
              </a:xfrm>
              <a:custGeom>
                <a:avLst/>
                <a:gdLst/>
                <a:ahLst/>
                <a:cxnLst/>
                <a:rect l="l" t="t" r="r" b="b"/>
                <a:pathLst>
                  <a:path w="997" h="1165" extrusionOk="0">
                    <a:moveTo>
                      <a:pt x="1" y="0"/>
                    </a:moveTo>
                    <a:lnTo>
                      <a:pt x="11" y="1164"/>
                    </a:lnTo>
                    <a:lnTo>
                      <a:pt x="997" y="1164"/>
                    </a:lnTo>
                    <a:lnTo>
                      <a:pt x="955" y="263"/>
                    </a:lnTo>
                    <a:cubicBezTo>
                      <a:pt x="640" y="158"/>
                      <a:pt x="326" y="63"/>
                      <a:pt x="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3" name="Google Shape;5043;p78"/>
              <p:cNvSpPr/>
              <p:nvPr/>
            </p:nvSpPr>
            <p:spPr>
              <a:xfrm>
                <a:off x="995696" y="1203329"/>
                <a:ext cx="90481" cy="23474"/>
              </a:xfrm>
              <a:custGeom>
                <a:avLst/>
                <a:gdLst/>
                <a:ahLst/>
                <a:cxnLst/>
                <a:rect l="l" t="t" r="r" b="b"/>
                <a:pathLst>
                  <a:path w="609" h="158" extrusionOk="0">
                    <a:moveTo>
                      <a:pt x="11" y="0"/>
                    </a:moveTo>
                    <a:lnTo>
                      <a:pt x="1" y="158"/>
                    </a:lnTo>
                    <a:lnTo>
                      <a:pt x="609" y="158"/>
                    </a:lnTo>
                    <a:lnTo>
                      <a:pt x="609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4" name="Google Shape;5044;p78"/>
              <p:cNvSpPr/>
              <p:nvPr/>
            </p:nvSpPr>
            <p:spPr>
              <a:xfrm>
                <a:off x="997330" y="1165888"/>
                <a:ext cx="90481" cy="21989"/>
              </a:xfrm>
              <a:custGeom>
                <a:avLst/>
                <a:gdLst/>
                <a:ahLst/>
                <a:cxnLst/>
                <a:rect l="l" t="t" r="r" b="b"/>
                <a:pathLst>
                  <a:path w="609" h="148" extrusionOk="0">
                    <a:moveTo>
                      <a:pt x="0" y="1"/>
                    </a:moveTo>
                    <a:lnTo>
                      <a:pt x="0" y="147"/>
                    </a:lnTo>
                    <a:lnTo>
                      <a:pt x="598" y="147"/>
                    </a:lnTo>
                    <a:lnTo>
                      <a:pt x="608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5" name="Google Shape;5045;p78"/>
              <p:cNvSpPr/>
              <p:nvPr/>
            </p:nvSpPr>
            <p:spPr>
              <a:xfrm>
                <a:off x="1156155" y="1193969"/>
                <a:ext cx="85875" cy="29715"/>
              </a:xfrm>
              <a:custGeom>
                <a:avLst/>
                <a:gdLst/>
                <a:ahLst/>
                <a:cxnLst/>
                <a:rect l="l" t="t" r="r" b="b"/>
                <a:pathLst>
                  <a:path w="578" h="200" extrusionOk="0">
                    <a:moveTo>
                      <a:pt x="1" y="0"/>
                    </a:moveTo>
                    <a:lnTo>
                      <a:pt x="1" y="200"/>
                    </a:lnTo>
                    <a:lnTo>
                      <a:pt x="578" y="200"/>
                    </a:lnTo>
                    <a:lnTo>
                      <a:pt x="578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6" name="Google Shape;5046;p78"/>
              <p:cNvSpPr/>
              <p:nvPr/>
            </p:nvSpPr>
            <p:spPr>
              <a:xfrm>
                <a:off x="989455" y="910341"/>
                <a:ext cx="99841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672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672" y="137"/>
                    </a:lnTo>
                    <a:lnTo>
                      <a:pt x="672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7" name="Google Shape;5047;p78"/>
              <p:cNvSpPr/>
              <p:nvPr/>
            </p:nvSpPr>
            <p:spPr>
              <a:xfrm>
                <a:off x="1318695" y="916582"/>
                <a:ext cx="18423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24" h="117" extrusionOk="0">
                    <a:moveTo>
                      <a:pt x="63" y="0"/>
                    </a:moveTo>
                    <a:cubicBezTo>
                      <a:pt x="0" y="0"/>
                      <a:pt x="0" y="117"/>
                      <a:pt x="63" y="117"/>
                    </a:cubicBezTo>
                    <a:cubicBezTo>
                      <a:pt x="65" y="117"/>
                      <a:pt x="68" y="117"/>
                      <a:pt x="71" y="116"/>
                    </a:cubicBezTo>
                    <a:cubicBezTo>
                      <a:pt x="92" y="116"/>
                      <a:pt x="123" y="95"/>
                      <a:pt x="123" y="64"/>
                    </a:cubicBezTo>
                    <a:cubicBezTo>
                      <a:pt x="123" y="32"/>
                      <a:pt x="92" y="1"/>
                      <a:pt x="71" y="1"/>
                    </a:cubicBezTo>
                    <a:cubicBezTo>
                      <a:pt x="68" y="0"/>
                      <a:pt x="65" y="0"/>
                      <a:pt x="63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8" name="Google Shape;5048;p78"/>
              <p:cNvSpPr/>
              <p:nvPr/>
            </p:nvSpPr>
            <p:spPr>
              <a:xfrm>
                <a:off x="1196122" y="1158163"/>
                <a:ext cx="16343" cy="11292"/>
              </a:xfrm>
              <a:custGeom>
                <a:avLst/>
                <a:gdLst/>
                <a:ahLst/>
                <a:cxnLst/>
                <a:rect l="l" t="t" r="r" b="b"/>
                <a:pathLst>
                  <a:path w="110" h="76" extrusionOk="0">
                    <a:moveTo>
                      <a:pt x="57" y="0"/>
                    </a:moveTo>
                    <a:cubicBezTo>
                      <a:pt x="0" y="0"/>
                      <a:pt x="56" y="76"/>
                      <a:pt x="90" y="76"/>
                    </a:cubicBezTo>
                    <a:cubicBezTo>
                      <a:pt x="99" y="76"/>
                      <a:pt x="107" y="69"/>
                      <a:pt x="109" y="53"/>
                    </a:cubicBezTo>
                    <a:cubicBezTo>
                      <a:pt x="109" y="21"/>
                      <a:pt x="88" y="0"/>
                      <a:pt x="57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9" name="Google Shape;5049;p78"/>
              <p:cNvSpPr/>
              <p:nvPr/>
            </p:nvSpPr>
            <p:spPr>
              <a:xfrm>
                <a:off x="1405462" y="1207935"/>
                <a:ext cx="67155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452" h="127" extrusionOk="0">
                    <a:moveTo>
                      <a:pt x="11" y="1"/>
                    </a:moveTo>
                    <a:lnTo>
                      <a:pt x="1" y="127"/>
                    </a:lnTo>
                    <a:lnTo>
                      <a:pt x="452" y="127"/>
                    </a:lnTo>
                    <a:lnTo>
                      <a:pt x="452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0" name="Google Shape;5050;p78"/>
              <p:cNvSpPr/>
              <p:nvPr/>
            </p:nvSpPr>
            <p:spPr>
              <a:xfrm>
                <a:off x="1304284" y="1187729"/>
                <a:ext cx="54675" cy="43829"/>
              </a:xfrm>
              <a:custGeom>
                <a:avLst/>
                <a:gdLst/>
                <a:ahLst/>
                <a:cxnLst/>
                <a:rect l="l" t="t" r="r" b="b"/>
                <a:pathLst>
                  <a:path w="368" h="295" extrusionOk="0">
                    <a:moveTo>
                      <a:pt x="367" y="0"/>
                    </a:moveTo>
                    <a:lnTo>
                      <a:pt x="0" y="11"/>
                    </a:lnTo>
                    <a:lnTo>
                      <a:pt x="0" y="294"/>
                    </a:lnTo>
                    <a:lnTo>
                      <a:pt x="357" y="273"/>
                    </a:ln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1" name="Google Shape;5051;p78"/>
              <p:cNvSpPr/>
              <p:nvPr/>
            </p:nvSpPr>
            <p:spPr>
              <a:xfrm>
                <a:off x="1534722" y="943176"/>
                <a:ext cx="78149" cy="34320"/>
              </a:xfrm>
              <a:custGeom>
                <a:avLst/>
                <a:gdLst/>
                <a:ahLst/>
                <a:cxnLst/>
                <a:rect l="l" t="t" r="r" b="b"/>
                <a:pathLst>
                  <a:path w="526" h="231" extrusionOk="0">
                    <a:moveTo>
                      <a:pt x="11" y="0"/>
                    </a:moveTo>
                    <a:lnTo>
                      <a:pt x="1" y="231"/>
                    </a:lnTo>
                    <a:lnTo>
                      <a:pt x="525" y="231"/>
                    </a:lnTo>
                    <a:lnTo>
                      <a:pt x="525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2" name="Google Shape;5052;p78"/>
              <p:cNvSpPr/>
              <p:nvPr/>
            </p:nvSpPr>
            <p:spPr>
              <a:xfrm>
                <a:off x="1673490" y="913462"/>
                <a:ext cx="62400" cy="39075"/>
              </a:xfrm>
              <a:custGeom>
                <a:avLst/>
                <a:gdLst/>
                <a:ahLst/>
                <a:cxnLst/>
                <a:rect l="l" t="t" r="r" b="b"/>
                <a:pathLst>
                  <a:path w="420" h="263" extrusionOk="0">
                    <a:moveTo>
                      <a:pt x="11" y="1"/>
                    </a:moveTo>
                    <a:lnTo>
                      <a:pt x="0" y="242"/>
                    </a:lnTo>
                    <a:lnTo>
                      <a:pt x="420" y="263"/>
                    </a:lnTo>
                    <a:lnTo>
                      <a:pt x="420" y="22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3" name="Google Shape;5053;p78"/>
              <p:cNvSpPr/>
              <p:nvPr/>
            </p:nvSpPr>
            <p:spPr>
              <a:xfrm>
                <a:off x="1523876" y="1200209"/>
                <a:ext cx="104595" cy="28229"/>
              </a:xfrm>
              <a:custGeom>
                <a:avLst/>
                <a:gdLst/>
                <a:ahLst/>
                <a:cxnLst/>
                <a:rect l="l" t="t" r="r" b="b"/>
                <a:pathLst>
                  <a:path w="704" h="190" extrusionOk="0">
                    <a:moveTo>
                      <a:pt x="1" y="0"/>
                    </a:moveTo>
                    <a:lnTo>
                      <a:pt x="11" y="189"/>
                    </a:lnTo>
                    <a:lnTo>
                      <a:pt x="703" y="189"/>
                    </a:lnTo>
                    <a:lnTo>
                      <a:pt x="693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4" name="Google Shape;5054;p78"/>
              <p:cNvSpPr/>
              <p:nvPr/>
            </p:nvSpPr>
            <p:spPr>
              <a:xfrm>
                <a:off x="1679730" y="1161283"/>
                <a:ext cx="78001" cy="71761"/>
              </a:xfrm>
              <a:custGeom>
                <a:avLst/>
                <a:gdLst/>
                <a:ahLst/>
                <a:cxnLst/>
                <a:rect l="l" t="t" r="r" b="b"/>
                <a:pathLst>
                  <a:path w="525" h="483" extrusionOk="0">
                    <a:moveTo>
                      <a:pt x="0" y="0"/>
                    </a:moveTo>
                    <a:lnTo>
                      <a:pt x="11" y="483"/>
                    </a:lnTo>
                    <a:lnTo>
                      <a:pt x="525" y="483"/>
                    </a:lnTo>
                    <a:lnTo>
                      <a:pt x="514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5" name="Google Shape;5055;p78"/>
              <p:cNvSpPr/>
              <p:nvPr/>
            </p:nvSpPr>
            <p:spPr>
              <a:xfrm>
                <a:off x="1327610" y="1144048"/>
                <a:ext cx="7874" cy="32983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2" extrusionOk="0">
                    <a:moveTo>
                      <a:pt x="53" y="1"/>
                    </a:moveTo>
                    <a:lnTo>
                      <a:pt x="0" y="11"/>
                    </a:lnTo>
                    <a:lnTo>
                      <a:pt x="0" y="221"/>
                    </a:lnTo>
                    <a:lnTo>
                      <a:pt x="53" y="221"/>
                    </a:lnTo>
                    <a:lnTo>
                      <a:pt x="5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6" name="Google Shape;5056;p78"/>
              <p:cNvSpPr/>
              <p:nvPr/>
            </p:nvSpPr>
            <p:spPr>
              <a:xfrm>
                <a:off x="1424183" y="1008252"/>
                <a:ext cx="26297" cy="21394"/>
              </a:xfrm>
              <a:custGeom>
                <a:avLst/>
                <a:gdLst/>
                <a:ahLst/>
                <a:cxnLst/>
                <a:rect l="l" t="t" r="r" b="b"/>
                <a:pathLst>
                  <a:path w="177" h="144" extrusionOk="0">
                    <a:moveTo>
                      <a:pt x="107" y="0"/>
                    </a:moveTo>
                    <a:cubicBezTo>
                      <a:pt x="103" y="0"/>
                      <a:pt x="99" y="1"/>
                      <a:pt x="95" y="2"/>
                    </a:cubicBezTo>
                    <a:cubicBezTo>
                      <a:pt x="32" y="2"/>
                      <a:pt x="0" y="86"/>
                      <a:pt x="53" y="128"/>
                    </a:cubicBezTo>
                    <a:cubicBezTo>
                      <a:pt x="66" y="139"/>
                      <a:pt x="80" y="143"/>
                      <a:pt x="95" y="143"/>
                    </a:cubicBezTo>
                    <a:cubicBezTo>
                      <a:pt x="137" y="143"/>
                      <a:pt x="176" y="102"/>
                      <a:pt x="168" y="55"/>
                    </a:cubicBezTo>
                    <a:cubicBezTo>
                      <a:pt x="159" y="28"/>
                      <a:pt x="134" y="0"/>
                      <a:pt x="107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7" name="Google Shape;5057;p78"/>
              <p:cNvSpPr/>
              <p:nvPr/>
            </p:nvSpPr>
            <p:spPr>
              <a:xfrm>
                <a:off x="2778137" y="863689"/>
                <a:ext cx="74881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504" h="2549" extrusionOk="0">
                    <a:moveTo>
                      <a:pt x="0" y="0"/>
                    </a:moveTo>
                    <a:lnTo>
                      <a:pt x="21" y="2548"/>
                    </a:lnTo>
                    <a:lnTo>
                      <a:pt x="503" y="2548"/>
                    </a:lnTo>
                    <a:lnTo>
                      <a:pt x="3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8" name="Google Shape;5058;p78"/>
              <p:cNvSpPr/>
              <p:nvPr/>
            </p:nvSpPr>
            <p:spPr>
              <a:xfrm>
                <a:off x="3683250" y="925942"/>
                <a:ext cx="113955" cy="316459"/>
              </a:xfrm>
              <a:custGeom>
                <a:avLst/>
                <a:gdLst/>
                <a:ahLst/>
                <a:cxnLst/>
                <a:rect l="l" t="t" r="r" b="b"/>
                <a:pathLst>
                  <a:path w="767" h="2130" extrusionOk="0">
                    <a:moveTo>
                      <a:pt x="1" y="1"/>
                    </a:moveTo>
                    <a:lnTo>
                      <a:pt x="32" y="2129"/>
                    </a:lnTo>
                    <a:lnTo>
                      <a:pt x="766" y="2129"/>
                    </a:lnTo>
                    <a:lnTo>
                      <a:pt x="6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9" name="Google Shape;5059;p78"/>
              <p:cNvSpPr/>
              <p:nvPr/>
            </p:nvSpPr>
            <p:spPr>
              <a:xfrm>
                <a:off x="3801663" y="925942"/>
                <a:ext cx="98355" cy="316459"/>
              </a:xfrm>
              <a:custGeom>
                <a:avLst/>
                <a:gdLst/>
                <a:ahLst/>
                <a:cxnLst/>
                <a:rect l="l" t="t" r="r" b="b"/>
                <a:pathLst>
                  <a:path w="662" h="2130" extrusionOk="0">
                    <a:moveTo>
                      <a:pt x="22" y="1"/>
                    </a:moveTo>
                    <a:lnTo>
                      <a:pt x="1" y="2129"/>
                    </a:lnTo>
                    <a:lnTo>
                      <a:pt x="598" y="2129"/>
                    </a:lnTo>
                    <a:lnTo>
                      <a:pt x="66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0" name="Google Shape;5060;p78"/>
              <p:cNvSpPr/>
              <p:nvPr/>
            </p:nvSpPr>
            <p:spPr>
              <a:xfrm>
                <a:off x="3683250" y="925942"/>
                <a:ext cx="106081" cy="223007"/>
              </a:xfrm>
              <a:custGeom>
                <a:avLst/>
                <a:gdLst/>
                <a:ahLst/>
                <a:cxnLst/>
                <a:rect l="l" t="t" r="r" b="b"/>
                <a:pathLst>
                  <a:path w="714" h="1501" extrusionOk="0">
                    <a:moveTo>
                      <a:pt x="1" y="1"/>
                    </a:moveTo>
                    <a:lnTo>
                      <a:pt x="22" y="1500"/>
                    </a:lnTo>
                    <a:lnTo>
                      <a:pt x="74" y="1500"/>
                    </a:lnTo>
                    <a:cubicBezTo>
                      <a:pt x="294" y="1500"/>
                      <a:pt x="504" y="1490"/>
                      <a:pt x="714" y="1479"/>
                    </a:cubicBezTo>
                    <a:lnTo>
                      <a:pt x="6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1" name="Google Shape;5061;p78"/>
              <p:cNvSpPr/>
              <p:nvPr/>
            </p:nvSpPr>
            <p:spPr>
              <a:xfrm>
                <a:off x="3801663" y="925942"/>
                <a:ext cx="98355" cy="218253"/>
              </a:xfrm>
              <a:custGeom>
                <a:avLst/>
                <a:gdLst/>
                <a:ahLst/>
                <a:cxnLst/>
                <a:rect l="l" t="t" r="r" b="b"/>
                <a:pathLst>
                  <a:path w="662" h="1469" extrusionOk="0">
                    <a:moveTo>
                      <a:pt x="22" y="1"/>
                    </a:moveTo>
                    <a:lnTo>
                      <a:pt x="1" y="1469"/>
                    </a:lnTo>
                    <a:cubicBezTo>
                      <a:pt x="221" y="1448"/>
                      <a:pt x="431" y="1416"/>
                      <a:pt x="619" y="1385"/>
                    </a:cubicBezTo>
                    <a:lnTo>
                      <a:pt x="66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2" name="Google Shape;5062;p78"/>
              <p:cNvSpPr/>
              <p:nvPr/>
            </p:nvSpPr>
            <p:spPr>
              <a:xfrm>
                <a:off x="3692610" y="940056"/>
                <a:ext cx="67155" cy="24960"/>
              </a:xfrm>
              <a:custGeom>
                <a:avLst/>
                <a:gdLst/>
                <a:ahLst/>
                <a:cxnLst/>
                <a:rect l="l" t="t" r="r" b="b"/>
                <a:pathLst>
                  <a:path w="452" h="168" extrusionOk="0">
                    <a:moveTo>
                      <a:pt x="1" y="0"/>
                    </a:moveTo>
                    <a:lnTo>
                      <a:pt x="11" y="168"/>
                    </a:lnTo>
                    <a:lnTo>
                      <a:pt x="451" y="168"/>
                    </a:lnTo>
                    <a:lnTo>
                      <a:pt x="441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3" name="Google Shape;5063;p78"/>
              <p:cNvSpPr/>
              <p:nvPr/>
            </p:nvSpPr>
            <p:spPr>
              <a:xfrm>
                <a:off x="3817263" y="1189214"/>
                <a:ext cx="57795" cy="36103"/>
              </a:xfrm>
              <a:custGeom>
                <a:avLst/>
                <a:gdLst/>
                <a:ahLst/>
                <a:cxnLst/>
                <a:rect l="l" t="t" r="r" b="b"/>
                <a:pathLst>
                  <a:path w="389" h="243" extrusionOk="0">
                    <a:moveTo>
                      <a:pt x="0" y="1"/>
                    </a:moveTo>
                    <a:lnTo>
                      <a:pt x="11" y="242"/>
                    </a:lnTo>
                    <a:lnTo>
                      <a:pt x="388" y="242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4" name="Google Shape;5064;p78"/>
              <p:cNvSpPr/>
              <p:nvPr/>
            </p:nvSpPr>
            <p:spPr>
              <a:xfrm>
                <a:off x="3821869" y="941542"/>
                <a:ext cx="70275" cy="21989"/>
              </a:xfrm>
              <a:custGeom>
                <a:avLst/>
                <a:gdLst/>
                <a:ahLst/>
                <a:cxnLst/>
                <a:rect l="l" t="t" r="r" b="b"/>
                <a:pathLst>
                  <a:path w="473" h="148" extrusionOk="0">
                    <a:moveTo>
                      <a:pt x="1" y="1"/>
                    </a:moveTo>
                    <a:lnTo>
                      <a:pt x="11" y="147"/>
                    </a:lnTo>
                    <a:lnTo>
                      <a:pt x="473" y="147"/>
                    </a:lnTo>
                    <a:lnTo>
                      <a:pt x="47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5" name="Google Shape;5065;p78"/>
              <p:cNvSpPr/>
              <p:nvPr/>
            </p:nvSpPr>
            <p:spPr>
              <a:xfrm>
                <a:off x="3734656" y="1203329"/>
                <a:ext cx="11143" cy="14114"/>
              </a:xfrm>
              <a:custGeom>
                <a:avLst/>
                <a:gdLst/>
                <a:ahLst/>
                <a:cxnLst/>
                <a:rect l="l" t="t" r="r" b="b"/>
                <a:pathLst>
                  <a:path w="75" h="95" extrusionOk="0">
                    <a:moveTo>
                      <a:pt x="32" y="0"/>
                    </a:moveTo>
                    <a:cubicBezTo>
                      <a:pt x="11" y="0"/>
                      <a:pt x="1" y="21"/>
                      <a:pt x="1" y="42"/>
                    </a:cubicBezTo>
                    <a:cubicBezTo>
                      <a:pt x="1" y="74"/>
                      <a:pt x="11" y="95"/>
                      <a:pt x="32" y="95"/>
                    </a:cubicBezTo>
                    <a:cubicBezTo>
                      <a:pt x="64" y="95"/>
                      <a:pt x="74" y="74"/>
                      <a:pt x="74" y="42"/>
                    </a:cubicBezTo>
                    <a:cubicBezTo>
                      <a:pt x="74" y="21"/>
                      <a:pt x="64" y="0"/>
                      <a:pt x="32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6" name="Google Shape;5066;p78"/>
              <p:cNvSpPr/>
              <p:nvPr/>
            </p:nvSpPr>
            <p:spPr>
              <a:xfrm>
                <a:off x="3723810" y="985223"/>
                <a:ext cx="10994" cy="14114"/>
              </a:xfrm>
              <a:custGeom>
                <a:avLst/>
                <a:gdLst/>
                <a:ahLst/>
                <a:cxnLst/>
                <a:rect l="l" t="t" r="r" b="b"/>
                <a:pathLst>
                  <a:path w="74" h="95" extrusionOk="0">
                    <a:moveTo>
                      <a:pt x="42" y="0"/>
                    </a:moveTo>
                    <a:cubicBezTo>
                      <a:pt x="21" y="0"/>
                      <a:pt x="0" y="21"/>
                      <a:pt x="0" y="42"/>
                    </a:cubicBezTo>
                    <a:cubicBezTo>
                      <a:pt x="0" y="74"/>
                      <a:pt x="21" y="95"/>
                      <a:pt x="42" y="95"/>
                    </a:cubicBezTo>
                    <a:cubicBezTo>
                      <a:pt x="63" y="95"/>
                      <a:pt x="74" y="74"/>
                      <a:pt x="74" y="42"/>
                    </a:cubicBezTo>
                    <a:cubicBezTo>
                      <a:pt x="74" y="21"/>
                      <a:pt x="63" y="0"/>
                      <a:pt x="42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7" name="Google Shape;5067;p78"/>
              <p:cNvSpPr/>
              <p:nvPr/>
            </p:nvSpPr>
            <p:spPr>
              <a:xfrm>
                <a:off x="3839104" y="1156528"/>
                <a:ext cx="12629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85" h="117" extrusionOk="0">
                    <a:moveTo>
                      <a:pt x="42" y="1"/>
                    </a:moveTo>
                    <a:cubicBezTo>
                      <a:pt x="21" y="1"/>
                      <a:pt x="0" y="32"/>
                      <a:pt x="0" y="64"/>
                    </a:cubicBezTo>
                    <a:cubicBezTo>
                      <a:pt x="0" y="85"/>
                      <a:pt x="21" y="116"/>
                      <a:pt x="42" y="116"/>
                    </a:cubicBezTo>
                    <a:cubicBezTo>
                      <a:pt x="63" y="116"/>
                      <a:pt x="84" y="85"/>
                      <a:pt x="84" y="64"/>
                    </a:cubicBezTo>
                    <a:cubicBezTo>
                      <a:pt x="84" y="32"/>
                      <a:pt x="6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8" name="Google Shape;5068;p78"/>
              <p:cNvSpPr/>
              <p:nvPr/>
            </p:nvSpPr>
            <p:spPr>
              <a:xfrm>
                <a:off x="3918591" y="1013155"/>
                <a:ext cx="112321" cy="229247"/>
              </a:xfrm>
              <a:custGeom>
                <a:avLst/>
                <a:gdLst/>
                <a:ahLst/>
                <a:cxnLst/>
                <a:rect l="l" t="t" r="r" b="b"/>
                <a:pathLst>
                  <a:path w="756" h="1543" extrusionOk="0">
                    <a:moveTo>
                      <a:pt x="0" y="1"/>
                    </a:moveTo>
                    <a:lnTo>
                      <a:pt x="0" y="1542"/>
                    </a:lnTo>
                    <a:lnTo>
                      <a:pt x="713" y="1542"/>
                    </a:lnTo>
                    <a:lnTo>
                      <a:pt x="75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9" name="Google Shape;5069;p78"/>
              <p:cNvSpPr/>
              <p:nvPr/>
            </p:nvSpPr>
            <p:spPr>
              <a:xfrm>
                <a:off x="3918591" y="1013155"/>
                <a:ext cx="112321" cy="117075"/>
              </a:xfrm>
              <a:custGeom>
                <a:avLst/>
                <a:gdLst/>
                <a:ahLst/>
                <a:cxnLst/>
                <a:rect l="l" t="t" r="r" b="b"/>
                <a:pathLst>
                  <a:path w="756" h="788" extrusionOk="0">
                    <a:moveTo>
                      <a:pt x="0" y="1"/>
                    </a:moveTo>
                    <a:lnTo>
                      <a:pt x="0" y="662"/>
                    </a:lnTo>
                    <a:cubicBezTo>
                      <a:pt x="220" y="704"/>
                      <a:pt x="472" y="745"/>
                      <a:pt x="734" y="787"/>
                    </a:cubicBezTo>
                    <a:lnTo>
                      <a:pt x="75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0" name="Google Shape;5070;p78"/>
              <p:cNvSpPr/>
              <p:nvPr/>
            </p:nvSpPr>
            <p:spPr>
              <a:xfrm>
                <a:off x="3929437" y="1025635"/>
                <a:ext cx="76515" cy="32983"/>
              </a:xfrm>
              <a:custGeom>
                <a:avLst/>
                <a:gdLst/>
                <a:ahLst/>
                <a:cxnLst/>
                <a:rect l="l" t="t" r="r" b="b"/>
                <a:pathLst>
                  <a:path w="515" h="222" extrusionOk="0">
                    <a:moveTo>
                      <a:pt x="514" y="1"/>
                    </a:moveTo>
                    <a:lnTo>
                      <a:pt x="11" y="22"/>
                    </a:lnTo>
                    <a:lnTo>
                      <a:pt x="0" y="221"/>
                    </a:lnTo>
                    <a:lnTo>
                      <a:pt x="504" y="200"/>
                    </a:lnTo>
                    <a:lnTo>
                      <a:pt x="514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1" name="Google Shape;5071;p78"/>
              <p:cNvSpPr/>
              <p:nvPr/>
            </p:nvSpPr>
            <p:spPr>
              <a:xfrm>
                <a:off x="3930922" y="1203329"/>
                <a:ext cx="71909" cy="32835"/>
              </a:xfrm>
              <a:custGeom>
                <a:avLst/>
                <a:gdLst/>
                <a:ahLst/>
                <a:cxnLst/>
                <a:rect l="l" t="t" r="r" b="b"/>
                <a:pathLst>
                  <a:path w="484" h="221" extrusionOk="0">
                    <a:moveTo>
                      <a:pt x="483" y="0"/>
                    </a:moveTo>
                    <a:lnTo>
                      <a:pt x="11" y="21"/>
                    </a:lnTo>
                    <a:lnTo>
                      <a:pt x="1" y="220"/>
                    </a:lnTo>
                    <a:lnTo>
                      <a:pt x="473" y="200"/>
                    </a:lnTo>
                    <a:lnTo>
                      <a:pt x="483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2" name="Google Shape;5072;p78"/>
              <p:cNvSpPr/>
              <p:nvPr/>
            </p:nvSpPr>
            <p:spPr>
              <a:xfrm>
                <a:off x="4049336" y="863689"/>
                <a:ext cx="101475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683" h="2549" extrusionOk="0">
                    <a:moveTo>
                      <a:pt x="1" y="0"/>
                    </a:moveTo>
                    <a:lnTo>
                      <a:pt x="32" y="2548"/>
                    </a:lnTo>
                    <a:lnTo>
                      <a:pt x="683" y="2548"/>
                    </a:lnTo>
                    <a:lnTo>
                      <a:pt x="54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3" name="Google Shape;5073;p78"/>
              <p:cNvSpPr/>
              <p:nvPr/>
            </p:nvSpPr>
            <p:spPr>
              <a:xfrm>
                <a:off x="4155269" y="863689"/>
                <a:ext cx="88995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599" h="2549" extrusionOk="0">
                    <a:moveTo>
                      <a:pt x="22" y="0"/>
                    </a:moveTo>
                    <a:lnTo>
                      <a:pt x="1" y="2548"/>
                    </a:lnTo>
                    <a:lnTo>
                      <a:pt x="536" y="2548"/>
                    </a:lnTo>
                    <a:lnTo>
                      <a:pt x="59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4" name="Google Shape;5074;p78"/>
              <p:cNvSpPr/>
              <p:nvPr/>
            </p:nvSpPr>
            <p:spPr>
              <a:xfrm>
                <a:off x="4049336" y="863689"/>
                <a:ext cx="95235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641" h="1804" extrusionOk="0">
                    <a:moveTo>
                      <a:pt x="1" y="0"/>
                    </a:moveTo>
                    <a:lnTo>
                      <a:pt x="22" y="1804"/>
                    </a:lnTo>
                    <a:lnTo>
                      <a:pt x="64" y="1804"/>
                    </a:lnTo>
                    <a:cubicBezTo>
                      <a:pt x="263" y="1793"/>
                      <a:pt x="452" y="1783"/>
                      <a:pt x="641" y="1772"/>
                    </a:cubicBezTo>
                    <a:lnTo>
                      <a:pt x="54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5" name="Google Shape;5075;p78"/>
              <p:cNvSpPr/>
              <p:nvPr/>
            </p:nvSpPr>
            <p:spPr>
              <a:xfrm>
                <a:off x="4156903" y="863689"/>
                <a:ext cx="87361" cy="261785"/>
              </a:xfrm>
              <a:custGeom>
                <a:avLst/>
                <a:gdLst/>
                <a:ahLst/>
                <a:cxnLst/>
                <a:rect l="l" t="t" r="r" b="b"/>
                <a:pathLst>
                  <a:path w="588" h="1762" extrusionOk="0">
                    <a:moveTo>
                      <a:pt x="21" y="0"/>
                    </a:moveTo>
                    <a:lnTo>
                      <a:pt x="0" y="1762"/>
                    </a:lnTo>
                    <a:cubicBezTo>
                      <a:pt x="189" y="1730"/>
                      <a:pt x="368" y="1699"/>
                      <a:pt x="556" y="1657"/>
                    </a:cubicBezTo>
                    <a:lnTo>
                      <a:pt x="58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6" name="Google Shape;5076;p78"/>
              <p:cNvSpPr/>
              <p:nvPr/>
            </p:nvSpPr>
            <p:spPr>
              <a:xfrm>
                <a:off x="4169384" y="1179854"/>
                <a:ext cx="53040" cy="42343"/>
              </a:xfrm>
              <a:custGeom>
                <a:avLst/>
                <a:gdLst/>
                <a:ahLst/>
                <a:cxnLst/>
                <a:rect l="l" t="t" r="r" b="b"/>
                <a:pathLst>
                  <a:path w="357" h="285" extrusionOk="0">
                    <a:moveTo>
                      <a:pt x="0" y="1"/>
                    </a:moveTo>
                    <a:lnTo>
                      <a:pt x="11" y="284"/>
                    </a:lnTo>
                    <a:lnTo>
                      <a:pt x="357" y="284"/>
                    </a:lnTo>
                    <a:lnTo>
                      <a:pt x="346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7" name="Google Shape;5077;p78"/>
              <p:cNvSpPr/>
              <p:nvPr/>
            </p:nvSpPr>
            <p:spPr>
              <a:xfrm>
                <a:off x="4096137" y="1195455"/>
                <a:ext cx="9509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64" h="117" extrusionOk="0">
                    <a:moveTo>
                      <a:pt x="32" y="1"/>
                    </a:moveTo>
                    <a:cubicBezTo>
                      <a:pt x="11" y="1"/>
                      <a:pt x="1" y="22"/>
                      <a:pt x="1" y="53"/>
                    </a:cubicBezTo>
                    <a:cubicBezTo>
                      <a:pt x="1" y="85"/>
                      <a:pt x="11" y="116"/>
                      <a:pt x="32" y="116"/>
                    </a:cubicBezTo>
                    <a:cubicBezTo>
                      <a:pt x="42" y="116"/>
                      <a:pt x="63" y="85"/>
                      <a:pt x="63" y="53"/>
                    </a:cubicBezTo>
                    <a:cubicBezTo>
                      <a:pt x="63" y="22"/>
                      <a:pt x="53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8" name="Google Shape;5078;p78"/>
              <p:cNvSpPr/>
              <p:nvPr/>
            </p:nvSpPr>
            <p:spPr>
              <a:xfrm>
                <a:off x="4086777" y="935302"/>
                <a:ext cx="9509" cy="15749"/>
              </a:xfrm>
              <a:custGeom>
                <a:avLst/>
                <a:gdLst/>
                <a:ahLst/>
                <a:cxnLst/>
                <a:rect l="l" t="t" r="r" b="b"/>
                <a:pathLst>
                  <a:path w="64" h="106" extrusionOk="0">
                    <a:moveTo>
                      <a:pt x="32" y="1"/>
                    </a:moveTo>
                    <a:cubicBezTo>
                      <a:pt x="11" y="1"/>
                      <a:pt x="1" y="22"/>
                      <a:pt x="1" y="53"/>
                    </a:cubicBezTo>
                    <a:cubicBezTo>
                      <a:pt x="1" y="85"/>
                      <a:pt x="11" y="105"/>
                      <a:pt x="32" y="105"/>
                    </a:cubicBezTo>
                    <a:cubicBezTo>
                      <a:pt x="53" y="105"/>
                      <a:pt x="64" y="85"/>
                      <a:pt x="64" y="53"/>
                    </a:cubicBezTo>
                    <a:cubicBezTo>
                      <a:pt x="64" y="22"/>
                      <a:pt x="53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9" name="Google Shape;5079;p78"/>
              <p:cNvSpPr/>
              <p:nvPr/>
            </p:nvSpPr>
            <p:spPr>
              <a:xfrm>
                <a:off x="4189590" y="1140928"/>
                <a:ext cx="11143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75" h="127" extrusionOk="0">
                    <a:moveTo>
                      <a:pt x="32" y="1"/>
                    </a:moveTo>
                    <a:cubicBezTo>
                      <a:pt x="11" y="1"/>
                      <a:pt x="1" y="22"/>
                      <a:pt x="1" y="64"/>
                    </a:cubicBezTo>
                    <a:cubicBezTo>
                      <a:pt x="1" y="95"/>
                      <a:pt x="11" y="127"/>
                      <a:pt x="32" y="127"/>
                    </a:cubicBezTo>
                    <a:cubicBezTo>
                      <a:pt x="53" y="127"/>
                      <a:pt x="74" y="95"/>
                      <a:pt x="74" y="64"/>
                    </a:cubicBezTo>
                    <a:cubicBezTo>
                      <a:pt x="74" y="22"/>
                      <a:pt x="64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0" name="Google Shape;5080;p78"/>
              <p:cNvSpPr/>
              <p:nvPr/>
            </p:nvSpPr>
            <p:spPr>
              <a:xfrm>
                <a:off x="2860596" y="863689"/>
                <a:ext cx="112321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756" h="2549" extrusionOk="0">
                    <a:moveTo>
                      <a:pt x="1" y="0"/>
                    </a:moveTo>
                    <a:lnTo>
                      <a:pt x="22" y="2548"/>
                    </a:lnTo>
                    <a:lnTo>
                      <a:pt x="756" y="2548"/>
                    </a:lnTo>
                    <a:lnTo>
                      <a:pt x="5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1" name="Google Shape;5081;p78"/>
              <p:cNvSpPr/>
              <p:nvPr/>
            </p:nvSpPr>
            <p:spPr>
              <a:xfrm>
                <a:off x="2977523" y="863689"/>
                <a:ext cx="98206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661" h="2549" extrusionOk="0">
                    <a:moveTo>
                      <a:pt x="21" y="0"/>
                    </a:moveTo>
                    <a:lnTo>
                      <a:pt x="0" y="2548"/>
                    </a:lnTo>
                    <a:lnTo>
                      <a:pt x="598" y="2548"/>
                    </a:lnTo>
                    <a:lnTo>
                      <a:pt x="66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2" name="Google Shape;5082;p78"/>
              <p:cNvSpPr/>
              <p:nvPr/>
            </p:nvSpPr>
            <p:spPr>
              <a:xfrm>
                <a:off x="2673690" y="894741"/>
                <a:ext cx="96721" cy="347660"/>
              </a:xfrm>
              <a:custGeom>
                <a:avLst/>
                <a:gdLst/>
                <a:ahLst/>
                <a:cxnLst/>
                <a:rect l="l" t="t" r="r" b="b"/>
                <a:pathLst>
                  <a:path w="651" h="2340" extrusionOk="0">
                    <a:moveTo>
                      <a:pt x="1" y="1"/>
                    </a:moveTo>
                    <a:lnTo>
                      <a:pt x="11" y="2339"/>
                    </a:lnTo>
                    <a:lnTo>
                      <a:pt x="651" y="2339"/>
                    </a:lnTo>
                    <a:lnTo>
                      <a:pt x="588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3" name="Google Shape;5083;p78"/>
              <p:cNvSpPr/>
              <p:nvPr/>
            </p:nvSpPr>
            <p:spPr>
              <a:xfrm>
                <a:off x="2778137" y="863689"/>
                <a:ext cx="70126" cy="266539"/>
              </a:xfrm>
              <a:custGeom>
                <a:avLst/>
                <a:gdLst/>
                <a:ahLst/>
                <a:cxnLst/>
                <a:rect l="l" t="t" r="r" b="b"/>
                <a:pathLst>
                  <a:path w="472" h="1794" extrusionOk="0">
                    <a:moveTo>
                      <a:pt x="0" y="0"/>
                    </a:moveTo>
                    <a:lnTo>
                      <a:pt x="11" y="1772"/>
                    </a:lnTo>
                    <a:cubicBezTo>
                      <a:pt x="157" y="1783"/>
                      <a:pt x="315" y="1793"/>
                      <a:pt x="472" y="1793"/>
                    </a:cubicBezTo>
                    <a:lnTo>
                      <a:pt x="3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4" name="Google Shape;5084;p78"/>
              <p:cNvSpPr/>
              <p:nvPr/>
            </p:nvSpPr>
            <p:spPr>
              <a:xfrm>
                <a:off x="2860596" y="863689"/>
                <a:ext cx="104595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704" h="1804" extrusionOk="0">
                    <a:moveTo>
                      <a:pt x="1" y="0"/>
                    </a:moveTo>
                    <a:lnTo>
                      <a:pt x="22" y="1804"/>
                    </a:lnTo>
                    <a:lnTo>
                      <a:pt x="64" y="1804"/>
                    </a:lnTo>
                    <a:cubicBezTo>
                      <a:pt x="284" y="1804"/>
                      <a:pt x="504" y="1783"/>
                      <a:pt x="703" y="1772"/>
                    </a:cubicBezTo>
                    <a:lnTo>
                      <a:pt x="5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5" name="Google Shape;5085;p78"/>
              <p:cNvSpPr/>
              <p:nvPr/>
            </p:nvSpPr>
            <p:spPr>
              <a:xfrm>
                <a:off x="2979009" y="863689"/>
                <a:ext cx="96721" cy="261785"/>
              </a:xfrm>
              <a:custGeom>
                <a:avLst/>
                <a:gdLst/>
                <a:ahLst/>
                <a:cxnLst/>
                <a:rect l="l" t="t" r="r" b="b"/>
                <a:pathLst>
                  <a:path w="651" h="1762" extrusionOk="0">
                    <a:moveTo>
                      <a:pt x="11" y="0"/>
                    </a:moveTo>
                    <a:lnTo>
                      <a:pt x="1" y="1762"/>
                    </a:lnTo>
                    <a:cubicBezTo>
                      <a:pt x="211" y="1730"/>
                      <a:pt x="410" y="1699"/>
                      <a:pt x="609" y="1657"/>
                    </a:cubicBezTo>
                    <a:lnTo>
                      <a:pt x="65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6" name="Google Shape;5086;p78"/>
              <p:cNvSpPr/>
              <p:nvPr/>
            </p:nvSpPr>
            <p:spPr>
              <a:xfrm>
                <a:off x="2673690" y="894741"/>
                <a:ext cx="93601" cy="23073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53" extrusionOk="0">
                    <a:moveTo>
                      <a:pt x="1" y="1"/>
                    </a:moveTo>
                    <a:lnTo>
                      <a:pt x="11" y="1448"/>
                    </a:lnTo>
                    <a:cubicBezTo>
                      <a:pt x="210" y="1501"/>
                      <a:pt x="420" y="1532"/>
                      <a:pt x="630" y="1553"/>
                    </a:cubicBezTo>
                    <a:lnTo>
                      <a:pt x="588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7" name="Google Shape;5087;p78"/>
              <p:cNvSpPr/>
              <p:nvPr/>
            </p:nvSpPr>
            <p:spPr>
              <a:xfrm>
                <a:off x="2686170" y="913462"/>
                <a:ext cx="64035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431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430" y="158"/>
                    </a:lnTo>
                    <a:lnTo>
                      <a:pt x="42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8" name="Google Shape;5088;p78"/>
              <p:cNvSpPr/>
              <p:nvPr/>
            </p:nvSpPr>
            <p:spPr>
              <a:xfrm>
                <a:off x="2687656" y="952388"/>
                <a:ext cx="62549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421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420" y="158"/>
                    </a:lnTo>
                    <a:lnTo>
                      <a:pt x="42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9" name="Google Shape;5089;p78"/>
              <p:cNvSpPr/>
              <p:nvPr/>
            </p:nvSpPr>
            <p:spPr>
              <a:xfrm>
                <a:off x="2684536" y="1201695"/>
                <a:ext cx="70275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473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473" y="137"/>
                    </a:lnTo>
                    <a:lnTo>
                      <a:pt x="47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0" name="Google Shape;5090;p78"/>
              <p:cNvSpPr/>
              <p:nvPr/>
            </p:nvSpPr>
            <p:spPr>
              <a:xfrm>
                <a:off x="2807703" y="1198575"/>
                <a:ext cx="1099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74" h="117" extrusionOk="0">
                    <a:moveTo>
                      <a:pt x="32" y="1"/>
                    </a:moveTo>
                    <a:cubicBezTo>
                      <a:pt x="11" y="1"/>
                      <a:pt x="0" y="22"/>
                      <a:pt x="0" y="53"/>
                    </a:cubicBezTo>
                    <a:cubicBezTo>
                      <a:pt x="0" y="85"/>
                      <a:pt x="11" y="116"/>
                      <a:pt x="32" y="116"/>
                    </a:cubicBezTo>
                    <a:cubicBezTo>
                      <a:pt x="53" y="116"/>
                      <a:pt x="74" y="85"/>
                      <a:pt x="74" y="53"/>
                    </a:cubicBezTo>
                    <a:cubicBezTo>
                      <a:pt x="74" y="22"/>
                      <a:pt x="53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1" name="Google Shape;5091;p78"/>
              <p:cNvSpPr/>
              <p:nvPr/>
            </p:nvSpPr>
            <p:spPr>
              <a:xfrm>
                <a:off x="2993124" y="1179854"/>
                <a:ext cx="59280" cy="42343"/>
              </a:xfrm>
              <a:custGeom>
                <a:avLst/>
                <a:gdLst/>
                <a:ahLst/>
                <a:cxnLst/>
                <a:rect l="l" t="t" r="r" b="b"/>
                <a:pathLst>
                  <a:path w="399" h="285" extrusionOk="0">
                    <a:moveTo>
                      <a:pt x="0" y="1"/>
                    </a:moveTo>
                    <a:lnTo>
                      <a:pt x="11" y="284"/>
                    </a:lnTo>
                    <a:lnTo>
                      <a:pt x="399" y="284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2" name="Google Shape;5092;p78"/>
              <p:cNvSpPr/>
              <p:nvPr/>
            </p:nvSpPr>
            <p:spPr>
              <a:xfrm>
                <a:off x="2910517" y="1195455"/>
                <a:ext cx="1099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74" h="117" extrusionOk="0">
                    <a:moveTo>
                      <a:pt x="42" y="1"/>
                    </a:moveTo>
                    <a:cubicBezTo>
                      <a:pt x="21" y="1"/>
                      <a:pt x="0" y="22"/>
                      <a:pt x="0" y="53"/>
                    </a:cubicBezTo>
                    <a:cubicBezTo>
                      <a:pt x="0" y="85"/>
                      <a:pt x="21" y="116"/>
                      <a:pt x="42" y="116"/>
                    </a:cubicBezTo>
                    <a:cubicBezTo>
                      <a:pt x="63" y="116"/>
                      <a:pt x="74" y="85"/>
                      <a:pt x="74" y="53"/>
                    </a:cubicBezTo>
                    <a:cubicBezTo>
                      <a:pt x="74" y="22"/>
                      <a:pt x="6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3" name="Google Shape;5093;p78"/>
              <p:cNvSpPr/>
              <p:nvPr/>
            </p:nvSpPr>
            <p:spPr>
              <a:xfrm>
                <a:off x="2901156" y="935302"/>
                <a:ext cx="12629" cy="15749"/>
              </a:xfrm>
              <a:custGeom>
                <a:avLst/>
                <a:gdLst/>
                <a:ahLst/>
                <a:cxnLst/>
                <a:rect l="l" t="t" r="r" b="b"/>
                <a:pathLst>
                  <a:path w="85" h="106" extrusionOk="0">
                    <a:moveTo>
                      <a:pt x="42" y="1"/>
                    </a:moveTo>
                    <a:cubicBezTo>
                      <a:pt x="21" y="1"/>
                      <a:pt x="1" y="22"/>
                      <a:pt x="1" y="53"/>
                    </a:cubicBezTo>
                    <a:cubicBezTo>
                      <a:pt x="1" y="85"/>
                      <a:pt x="21" y="105"/>
                      <a:pt x="42" y="105"/>
                    </a:cubicBezTo>
                    <a:cubicBezTo>
                      <a:pt x="63" y="105"/>
                      <a:pt x="84" y="85"/>
                      <a:pt x="84" y="53"/>
                    </a:cubicBezTo>
                    <a:cubicBezTo>
                      <a:pt x="84" y="22"/>
                      <a:pt x="6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4" name="Google Shape;5094;p78"/>
              <p:cNvSpPr/>
              <p:nvPr/>
            </p:nvSpPr>
            <p:spPr>
              <a:xfrm>
                <a:off x="3014964" y="1140928"/>
                <a:ext cx="14114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95" h="127" extrusionOk="0">
                    <a:moveTo>
                      <a:pt x="42" y="1"/>
                    </a:moveTo>
                    <a:cubicBezTo>
                      <a:pt x="21" y="1"/>
                      <a:pt x="0" y="22"/>
                      <a:pt x="0" y="64"/>
                    </a:cubicBezTo>
                    <a:cubicBezTo>
                      <a:pt x="0" y="95"/>
                      <a:pt x="21" y="127"/>
                      <a:pt x="42" y="127"/>
                    </a:cubicBezTo>
                    <a:cubicBezTo>
                      <a:pt x="73" y="127"/>
                      <a:pt x="94" y="95"/>
                      <a:pt x="94" y="64"/>
                    </a:cubicBezTo>
                    <a:cubicBezTo>
                      <a:pt x="94" y="22"/>
                      <a:pt x="7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5" name="Google Shape;5095;p78"/>
              <p:cNvSpPr/>
              <p:nvPr/>
            </p:nvSpPr>
            <p:spPr>
              <a:xfrm>
                <a:off x="3376296" y="863689"/>
                <a:ext cx="106081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714" h="2549" extrusionOk="0">
                    <a:moveTo>
                      <a:pt x="85" y="0"/>
                    </a:moveTo>
                    <a:lnTo>
                      <a:pt x="1" y="2548"/>
                    </a:lnTo>
                    <a:lnTo>
                      <a:pt x="714" y="2548"/>
                    </a:lnTo>
                    <a:lnTo>
                      <a:pt x="67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6" name="Google Shape;5096;p78"/>
              <p:cNvSpPr/>
              <p:nvPr/>
            </p:nvSpPr>
            <p:spPr>
              <a:xfrm>
                <a:off x="3094303" y="967988"/>
                <a:ext cx="112321" cy="274413"/>
              </a:xfrm>
              <a:custGeom>
                <a:avLst/>
                <a:gdLst/>
                <a:ahLst/>
                <a:cxnLst/>
                <a:rect l="l" t="t" r="r" b="b"/>
                <a:pathLst>
                  <a:path w="756" h="1847" extrusionOk="0">
                    <a:moveTo>
                      <a:pt x="1" y="1"/>
                    </a:moveTo>
                    <a:lnTo>
                      <a:pt x="1" y="1846"/>
                    </a:lnTo>
                    <a:lnTo>
                      <a:pt x="714" y="1846"/>
                    </a:lnTo>
                    <a:lnTo>
                      <a:pt x="75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7" name="Google Shape;5097;p78"/>
              <p:cNvSpPr/>
              <p:nvPr/>
            </p:nvSpPr>
            <p:spPr>
              <a:xfrm>
                <a:off x="3500949" y="863689"/>
                <a:ext cx="16060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1081" h="2549" extrusionOk="0">
                    <a:moveTo>
                      <a:pt x="64" y="0"/>
                    </a:moveTo>
                    <a:lnTo>
                      <a:pt x="1" y="2548"/>
                    </a:lnTo>
                    <a:lnTo>
                      <a:pt x="1081" y="2548"/>
                    </a:lnTo>
                    <a:lnTo>
                      <a:pt x="95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8" name="Google Shape;5098;p78"/>
              <p:cNvSpPr/>
              <p:nvPr/>
            </p:nvSpPr>
            <p:spPr>
              <a:xfrm>
                <a:off x="3220590" y="894741"/>
                <a:ext cx="141887" cy="347660"/>
              </a:xfrm>
              <a:custGeom>
                <a:avLst/>
                <a:gdLst/>
                <a:ahLst/>
                <a:cxnLst/>
                <a:rect l="l" t="t" r="r" b="b"/>
                <a:pathLst>
                  <a:path w="955" h="2340" extrusionOk="0">
                    <a:moveTo>
                      <a:pt x="74" y="1"/>
                    </a:moveTo>
                    <a:lnTo>
                      <a:pt x="0" y="2339"/>
                    </a:lnTo>
                    <a:lnTo>
                      <a:pt x="954" y="2339"/>
                    </a:lnTo>
                    <a:lnTo>
                      <a:pt x="944" y="32"/>
                    </a:lnTo>
                    <a:lnTo>
                      <a:pt x="7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9" name="Google Shape;5099;p78"/>
              <p:cNvSpPr/>
              <p:nvPr/>
            </p:nvSpPr>
            <p:spPr>
              <a:xfrm>
                <a:off x="3381050" y="863689"/>
                <a:ext cx="99841" cy="266539"/>
              </a:xfrm>
              <a:custGeom>
                <a:avLst/>
                <a:gdLst/>
                <a:ahLst/>
                <a:cxnLst/>
                <a:rect l="l" t="t" r="r" b="b"/>
                <a:pathLst>
                  <a:path w="672" h="1794" extrusionOk="0">
                    <a:moveTo>
                      <a:pt x="53" y="0"/>
                    </a:moveTo>
                    <a:lnTo>
                      <a:pt x="0" y="1772"/>
                    </a:lnTo>
                    <a:cubicBezTo>
                      <a:pt x="210" y="1783"/>
                      <a:pt x="441" y="1793"/>
                      <a:pt x="671" y="1793"/>
                    </a:cubicBezTo>
                    <a:lnTo>
                      <a:pt x="64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0" name="Google Shape;5100;p78"/>
              <p:cNvSpPr/>
              <p:nvPr/>
            </p:nvSpPr>
            <p:spPr>
              <a:xfrm>
                <a:off x="3094303" y="967988"/>
                <a:ext cx="112321" cy="140401"/>
              </a:xfrm>
              <a:custGeom>
                <a:avLst/>
                <a:gdLst/>
                <a:ahLst/>
                <a:cxnLst/>
                <a:rect l="l" t="t" r="r" b="b"/>
                <a:pathLst>
                  <a:path w="756" h="945" extrusionOk="0">
                    <a:moveTo>
                      <a:pt x="1" y="1"/>
                    </a:moveTo>
                    <a:lnTo>
                      <a:pt x="1" y="787"/>
                    </a:lnTo>
                    <a:cubicBezTo>
                      <a:pt x="232" y="850"/>
                      <a:pt x="473" y="903"/>
                      <a:pt x="735" y="945"/>
                    </a:cubicBezTo>
                    <a:lnTo>
                      <a:pt x="75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1" name="Google Shape;5101;p78"/>
              <p:cNvSpPr/>
              <p:nvPr/>
            </p:nvSpPr>
            <p:spPr>
              <a:xfrm>
                <a:off x="3504070" y="863689"/>
                <a:ext cx="151247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1804" extrusionOk="0">
                    <a:moveTo>
                      <a:pt x="43" y="0"/>
                    </a:moveTo>
                    <a:lnTo>
                      <a:pt x="1" y="1804"/>
                    </a:lnTo>
                    <a:lnTo>
                      <a:pt x="74" y="1804"/>
                    </a:lnTo>
                    <a:cubicBezTo>
                      <a:pt x="399" y="1804"/>
                      <a:pt x="714" y="1783"/>
                      <a:pt x="1018" y="1772"/>
                    </a:cubicBezTo>
                    <a:lnTo>
                      <a:pt x="9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2" name="Google Shape;5102;p78"/>
              <p:cNvSpPr/>
              <p:nvPr/>
            </p:nvSpPr>
            <p:spPr>
              <a:xfrm>
                <a:off x="3225196" y="894741"/>
                <a:ext cx="135647" cy="230733"/>
              </a:xfrm>
              <a:custGeom>
                <a:avLst/>
                <a:gdLst/>
                <a:ahLst/>
                <a:cxnLst/>
                <a:rect l="l" t="t" r="r" b="b"/>
                <a:pathLst>
                  <a:path w="913" h="1553" extrusionOk="0">
                    <a:moveTo>
                      <a:pt x="43" y="1"/>
                    </a:moveTo>
                    <a:lnTo>
                      <a:pt x="1" y="1448"/>
                    </a:lnTo>
                    <a:cubicBezTo>
                      <a:pt x="284" y="1501"/>
                      <a:pt x="588" y="1532"/>
                      <a:pt x="913" y="1553"/>
                    </a:cubicBezTo>
                    <a:lnTo>
                      <a:pt x="913" y="32"/>
                    </a:lnTo>
                    <a:lnTo>
                      <a:pt x="4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3" name="Google Shape;5103;p78"/>
              <p:cNvSpPr/>
              <p:nvPr/>
            </p:nvSpPr>
            <p:spPr>
              <a:xfrm>
                <a:off x="3250157" y="913462"/>
                <a:ext cx="93601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630" y="158"/>
                    </a:lnTo>
                    <a:lnTo>
                      <a:pt x="63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4" name="Google Shape;5104;p78"/>
              <p:cNvSpPr/>
              <p:nvPr/>
            </p:nvSpPr>
            <p:spPr>
              <a:xfrm>
                <a:off x="3250157" y="952388"/>
                <a:ext cx="93601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619" y="158"/>
                    </a:lnTo>
                    <a:lnTo>
                      <a:pt x="63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5" name="Google Shape;5105;p78"/>
              <p:cNvSpPr/>
              <p:nvPr/>
            </p:nvSpPr>
            <p:spPr>
              <a:xfrm>
                <a:off x="3234556" y="1201695"/>
                <a:ext cx="106081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714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703" y="137"/>
                    </a:lnTo>
                    <a:lnTo>
                      <a:pt x="714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6" name="Google Shape;5106;p78"/>
              <p:cNvSpPr/>
              <p:nvPr/>
            </p:nvSpPr>
            <p:spPr>
              <a:xfrm>
                <a:off x="3416857" y="1198575"/>
                <a:ext cx="1723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17" extrusionOk="0">
                    <a:moveTo>
                      <a:pt x="63" y="1"/>
                    </a:moveTo>
                    <a:cubicBezTo>
                      <a:pt x="32" y="1"/>
                      <a:pt x="0" y="22"/>
                      <a:pt x="0" y="53"/>
                    </a:cubicBezTo>
                    <a:cubicBezTo>
                      <a:pt x="0" y="85"/>
                      <a:pt x="21" y="116"/>
                      <a:pt x="53" y="116"/>
                    </a:cubicBezTo>
                    <a:cubicBezTo>
                      <a:pt x="84" y="116"/>
                      <a:pt x="116" y="85"/>
                      <a:pt x="116" y="53"/>
                    </a:cubicBezTo>
                    <a:cubicBezTo>
                      <a:pt x="116" y="22"/>
                      <a:pt x="95" y="1"/>
                      <a:pt x="63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7" name="Google Shape;5107;p78"/>
              <p:cNvSpPr/>
              <p:nvPr/>
            </p:nvSpPr>
            <p:spPr>
              <a:xfrm>
                <a:off x="3105297" y="982103"/>
                <a:ext cx="76515" cy="39075"/>
              </a:xfrm>
              <a:custGeom>
                <a:avLst/>
                <a:gdLst/>
                <a:ahLst/>
                <a:cxnLst/>
                <a:rect l="l" t="t" r="r" b="b"/>
                <a:pathLst>
                  <a:path w="515" h="263" extrusionOk="0">
                    <a:moveTo>
                      <a:pt x="514" y="0"/>
                    </a:moveTo>
                    <a:lnTo>
                      <a:pt x="11" y="21"/>
                    </a:lnTo>
                    <a:lnTo>
                      <a:pt x="0" y="262"/>
                    </a:lnTo>
                    <a:lnTo>
                      <a:pt x="514" y="241"/>
                    </a:lnTo>
                    <a:lnTo>
                      <a:pt x="514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8" name="Google Shape;5108;p78"/>
              <p:cNvSpPr/>
              <p:nvPr/>
            </p:nvSpPr>
            <p:spPr>
              <a:xfrm>
                <a:off x="3106783" y="1195455"/>
                <a:ext cx="71909" cy="39223"/>
              </a:xfrm>
              <a:custGeom>
                <a:avLst/>
                <a:gdLst/>
                <a:ahLst/>
                <a:cxnLst/>
                <a:rect l="l" t="t" r="r" b="b"/>
                <a:pathLst>
                  <a:path w="484" h="264" extrusionOk="0">
                    <a:moveTo>
                      <a:pt x="483" y="1"/>
                    </a:moveTo>
                    <a:lnTo>
                      <a:pt x="11" y="22"/>
                    </a:lnTo>
                    <a:lnTo>
                      <a:pt x="1" y="263"/>
                    </a:lnTo>
                    <a:lnTo>
                      <a:pt x="483" y="242"/>
                    </a:lnTo>
                    <a:lnTo>
                      <a:pt x="48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9" name="Google Shape;5109;p78"/>
              <p:cNvSpPr/>
              <p:nvPr/>
            </p:nvSpPr>
            <p:spPr>
              <a:xfrm>
                <a:off x="3571076" y="1195455"/>
                <a:ext cx="1723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17" extrusionOk="0">
                    <a:moveTo>
                      <a:pt x="64" y="1"/>
                    </a:moveTo>
                    <a:cubicBezTo>
                      <a:pt x="32" y="1"/>
                      <a:pt x="1" y="22"/>
                      <a:pt x="1" y="53"/>
                    </a:cubicBezTo>
                    <a:cubicBezTo>
                      <a:pt x="1" y="85"/>
                      <a:pt x="22" y="116"/>
                      <a:pt x="53" y="116"/>
                    </a:cubicBezTo>
                    <a:cubicBezTo>
                      <a:pt x="85" y="116"/>
                      <a:pt x="116" y="85"/>
                      <a:pt x="116" y="53"/>
                    </a:cubicBezTo>
                    <a:cubicBezTo>
                      <a:pt x="116" y="22"/>
                      <a:pt x="95" y="1"/>
                      <a:pt x="64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0" name="Google Shape;5110;p78"/>
              <p:cNvSpPr/>
              <p:nvPr/>
            </p:nvSpPr>
            <p:spPr>
              <a:xfrm>
                <a:off x="3566471" y="935302"/>
                <a:ext cx="17234" cy="15749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06" extrusionOk="0">
                    <a:moveTo>
                      <a:pt x="63" y="1"/>
                    </a:moveTo>
                    <a:cubicBezTo>
                      <a:pt x="32" y="1"/>
                      <a:pt x="11" y="22"/>
                      <a:pt x="11" y="53"/>
                    </a:cubicBezTo>
                    <a:cubicBezTo>
                      <a:pt x="0" y="85"/>
                      <a:pt x="32" y="105"/>
                      <a:pt x="63" y="105"/>
                    </a:cubicBezTo>
                    <a:cubicBezTo>
                      <a:pt x="95" y="105"/>
                      <a:pt x="116" y="85"/>
                      <a:pt x="116" y="53"/>
                    </a:cubicBezTo>
                    <a:cubicBezTo>
                      <a:pt x="116" y="22"/>
                      <a:pt x="95" y="1"/>
                      <a:pt x="63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1" name="Google Shape;5111;p78"/>
              <p:cNvSpPr/>
              <p:nvPr/>
            </p:nvSpPr>
            <p:spPr>
              <a:xfrm>
                <a:off x="2080137" y="863689"/>
                <a:ext cx="11068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745" h="2549" extrusionOk="0">
                    <a:moveTo>
                      <a:pt x="0" y="0"/>
                    </a:moveTo>
                    <a:lnTo>
                      <a:pt x="32" y="2548"/>
                    </a:lnTo>
                    <a:lnTo>
                      <a:pt x="745" y="2548"/>
                    </a:lnTo>
                    <a:lnTo>
                      <a:pt x="58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2" name="Google Shape;5112;p78"/>
              <p:cNvSpPr/>
              <p:nvPr/>
            </p:nvSpPr>
            <p:spPr>
              <a:xfrm>
                <a:off x="1790269" y="967988"/>
                <a:ext cx="118561" cy="274413"/>
              </a:xfrm>
              <a:custGeom>
                <a:avLst/>
                <a:gdLst/>
                <a:ahLst/>
                <a:cxnLst/>
                <a:rect l="l" t="t" r="r" b="b"/>
                <a:pathLst>
                  <a:path w="798" h="1847" extrusionOk="0">
                    <a:moveTo>
                      <a:pt x="1" y="1"/>
                    </a:moveTo>
                    <a:lnTo>
                      <a:pt x="85" y="1846"/>
                    </a:lnTo>
                    <a:lnTo>
                      <a:pt x="798" y="1846"/>
                    </a:lnTo>
                    <a:lnTo>
                      <a:pt x="76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3" name="Google Shape;5113;p78"/>
              <p:cNvSpPr/>
              <p:nvPr/>
            </p:nvSpPr>
            <p:spPr>
              <a:xfrm>
                <a:off x="2203156" y="863689"/>
                <a:ext cx="16684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1123" h="2549" extrusionOk="0">
                    <a:moveTo>
                      <a:pt x="1" y="0"/>
                    </a:moveTo>
                    <a:lnTo>
                      <a:pt x="43" y="2548"/>
                    </a:lnTo>
                    <a:lnTo>
                      <a:pt x="1123" y="2548"/>
                    </a:lnTo>
                    <a:lnTo>
                      <a:pt x="89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4" name="Google Shape;5114;p78"/>
              <p:cNvSpPr/>
              <p:nvPr/>
            </p:nvSpPr>
            <p:spPr>
              <a:xfrm>
                <a:off x="2377730" y="863689"/>
                <a:ext cx="14500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976" h="2549" extrusionOk="0">
                    <a:moveTo>
                      <a:pt x="32" y="0"/>
                    </a:moveTo>
                    <a:lnTo>
                      <a:pt x="0" y="2548"/>
                    </a:lnTo>
                    <a:lnTo>
                      <a:pt x="891" y="2548"/>
                    </a:lnTo>
                    <a:lnTo>
                      <a:pt x="97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5" name="Google Shape;5115;p78"/>
              <p:cNvSpPr/>
              <p:nvPr/>
            </p:nvSpPr>
            <p:spPr>
              <a:xfrm>
                <a:off x="1924283" y="894741"/>
                <a:ext cx="146641" cy="347660"/>
              </a:xfrm>
              <a:custGeom>
                <a:avLst/>
                <a:gdLst/>
                <a:ahLst/>
                <a:cxnLst/>
                <a:rect l="l" t="t" r="r" b="b"/>
                <a:pathLst>
                  <a:path w="987" h="2340" extrusionOk="0">
                    <a:moveTo>
                      <a:pt x="1" y="1"/>
                    </a:moveTo>
                    <a:lnTo>
                      <a:pt x="32" y="2339"/>
                    </a:lnTo>
                    <a:lnTo>
                      <a:pt x="986" y="2339"/>
                    </a:lnTo>
                    <a:lnTo>
                      <a:pt x="881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6" name="Google Shape;5116;p78"/>
              <p:cNvSpPr/>
              <p:nvPr/>
            </p:nvSpPr>
            <p:spPr>
              <a:xfrm>
                <a:off x="2080137" y="863689"/>
                <a:ext cx="104446" cy="266539"/>
              </a:xfrm>
              <a:custGeom>
                <a:avLst/>
                <a:gdLst/>
                <a:ahLst/>
                <a:cxnLst/>
                <a:rect l="l" t="t" r="r" b="b"/>
                <a:pathLst>
                  <a:path w="703" h="1794" extrusionOk="0">
                    <a:moveTo>
                      <a:pt x="0" y="0"/>
                    </a:moveTo>
                    <a:lnTo>
                      <a:pt x="21" y="1772"/>
                    </a:lnTo>
                    <a:cubicBezTo>
                      <a:pt x="241" y="1783"/>
                      <a:pt x="472" y="1793"/>
                      <a:pt x="703" y="1793"/>
                    </a:cubicBezTo>
                    <a:lnTo>
                      <a:pt x="58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7" name="Google Shape;5117;p78"/>
              <p:cNvSpPr/>
              <p:nvPr/>
            </p:nvSpPr>
            <p:spPr>
              <a:xfrm>
                <a:off x="1790269" y="967988"/>
                <a:ext cx="115441" cy="140401"/>
              </a:xfrm>
              <a:custGeom>
                <a:avLst/>
                <a:gdLst/>
                <a:ahLst/>
                <a:cxnLst/>
                <a:rect l="l" t="t" r="r" b="b"/>
                <a:pathLst>
                  <a:path w="777" h="945" extrusionOk="0">
                    <a:moveTo>
                      <a:pt x="1" y="1"/>
                    </a:moveTo>
                    <a:lnTo>
                      <a:pt x="43" y="787"/>
                    </a:lnTo>
                    <a:cubicBezTo>
                      <a:pt x="263" y="850"/>
                      <a:pt x="515" y="903"/>
                      <a:pt x="777" y="945"/>
                    </a:cubicBezTo>
                    <a:lnTo>
                      <a:pt x="76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8" name="Google Shape;5118;p78"/>
              <p:cNvSpPr/>
              <p:nvPr/>
            </p:nvSpPr>
            <p:spPr>
              <a:xfrm>
                <a:off x="2203156" y="863689"/>
                <a:ext cx="156001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1050" h="1804" extrusionOk="0">
                    <a:moveTo>
                      <a:pt x="1" y="0"/>
                    </a:moveTo>
                    <a:lnTo>
                      <a:pt x="32" y="1804"/>
                    </a:lnTo>
                    <a:lnTo>
                      <a:pt x="105" y="1804"/>
                    </a:lnTo>
                    <a:cubicBezTo>
                      <a:pt x="431" y="1804"/>
                      <a:pt x="745" y="1783"/>
                      <a:pt x="1049" y="1772"/>
                    </a:cubicBezTo>
                    <a:lnTo>
                      <a:pt x="89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9" name="Google Shape;5119;p78"/>
              <p:cNvSpPr/>
              <p:nvPr/>
            </p:nvSpPr>
            <p:spPr>
              <a:xfrm>
                <a:off x="2379216" y="863689"/>
                <a:ext cx="145007" cy="261785"/>
              </a:xfrm>
              <a:custGeom>
                <a:avLst/>
                <a:gdLst/>
                <a:ahLst/>
                <a:cxnLst/>
                <a:rect l="l" t="t" r="r" b="b"/>
                <a:pathLst>
                  <a:path w="976" h="1762" extrusionOk="0">
                    <a:moveTo>
                      <a:pt x="22" y="0"/>
                    </a:moveTo>
                    <a:lnTo>
                      <a:pt x="1" y="1762"/>
                    </a:lnTo>
                    <a:cubicBezTo>
                      <a:pt x="315" y="1730"/>
                      <a:pt x="619" y="1699"/>
                      <a:pt x="913" y="1657"/>
                    </a:cubicBezTo>
                    <a:lnTo>
                      <a:pt x="97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0" name="Google Shape;5120;p78"/>
              <p:cNvSpPr/>
              <p:nvPr/>
            </p:nvSpPr>
            <p:spPr>
              <a:xfrm>
                <a:off x="1924283" y="894741"/>
                <a:ext cx="140401" cy="230733"/>
              </a:xfrm>
              <a:custGeom>
                <a:avLst/>
                <a:gdLst/>
                <a:ahLst/>
                <a:cxnLst/>
                <a:rect l="l" t="t" r="r" b="b"/>
                <a:pathLst>
                  <a:path w="945" h="1553" extrusionOk="0">
                    <a:moveTo>
                      <a:pt x="1" y="1"/>
                    </a:moveTo>
                    <a:lnTo>
                      <a:pt x="22" y="1448"/>
                    </a:lnTo>
                    <a:cubicBezTo>
                      <a:pt x="315" y="1501"/>
                      <a:pt x="619" y="1532"/>
                      <a:pt x="944" y="1553"/>
                    </a:cubicBezTo>
                    <a:lnTo>
                      <a:pt x="881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1" name="Google Shape;5121;p78"/>
              <p:cNvSpPr/>
              <p:nvPr/>
            </p:nvSpPr>
            <p:spPr>
              <a:xfrm>
                <a:off x="1944489" y="913462"/>
                <a:ext cx="93749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1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630" y="158"/>
                    </a:lnTo>
                    <a:lnTo>
                      <a:pt x="62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2" name="Google Shape;5122;p78"/>
              <p:cNvSpPr/>
              <p:nvPr/>
            </p:nvSpPr>
            <p:spPr>
              <a:xfrm>
                <a:off x="1946123" y="952388"/>
                <a:ext cx="93601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630" y="158"/>
                    </a:lnTo>
                    <a:lnTo>
                      <a:pt x="619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3" name="Google Shape;5123;p78"/>
              <p:cNvSpPr/>
              <p:nvPr/>
            </p:nvSpPr>
            <p:spPr>
              <a:xfrm>
                <a:off x="1941369" y="1201695"/>
                <a:ext cx="104595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704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704" y="137"/>
                    </a:lnTo>
                    <a:lnTo>
                      <a:pt x="704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4" name="Google Shape;5124;p78"/>
              <p:cNvSpPr/>
              <p:nvPr/>
            </p:nvSpPr>
            <p:spPr>
              <a:xfrm>
                <a:off x="2122480" y="1201695"/>
                <a:ext cx="18572" cy="14263"/>
              </a:xfrm>
              <a:custGeom>
                <a:avLst/>
                <a:gdLst/>
                <a:ahLst/>
                <a:cxnLst/>
                <a:rect l="l" t="t" r="r" b="b"/>
                <a:pathLst>
                  <a:path w="125" h="96" extrusionOk="0">
                    <a:moveTo>
                      <a:pt x="104" y="1"/>
                    </a:moveTo>
                    <a:cubicBezTo>
                      <a:pt x="67" y="1"/>
                      <a:pt x="0" y="87"/>
                      <a:pt x="72" y="95"/>
                    </a:cubicBezTo>
                    <a:cubicBezTo>
                      <a:pt x="103" y="95"/>
                      <a:pt x="124" y="64"/>
                      <a:pt x="124" y="32"/>
                    </a:cubicBezTo>
                    <a:cubicBezTo>
                      <a:pt x="124" y="9"/>
                      <a:pt x="116" y="1"/>
                      <a:pt x="104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5" name="Google Shape;5125;p78"/>
              <p:cNvSpPr/>
              <p:nvPr/>
            </p:nvSpPr>
            <p:spPr>
              <a:xfrm>
                <a:off x="2401057" y="1179854"/>
                <a:ext cx="85875" cy="42343"/>
              </a:xfrm>
              <a:custGeom>
                <a:avLst/>
                <a:gdLst/>
                <a:ahLst/>
                <a:cxnLst/>
                <a:rect l="l" t="t" r="r" b="b"/>
                <a:pathLst>
                  <a:path w="578" h="285" extrusionOk="0">
                    <a:moveTo>
                      <a:pt x="0" y="1"/>
                    </a:moveTo>
                    <a:lnTo>
                      <a:pt x="11" y="284"/>
                    </a:lnTo>
                    <a:lnTo>
                      <a:pt x="577" y="284"/>
                    </a:lnTo>
                    <a:lnTo>
                      <a:pt x="577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6" name="Google Shape;5126;p78"/>
              <p:cNvSpPr/>
              <p:nvPr/>
            </p:nvSpPr>
            <p:spPr>
              <a:xfrm>
                <a:off x="1804384" y="982103"/>
                <a:ext cx="74881" cy="39075"/>
              </a:xfrm>
              <a:custGeom>
                <a:avLst/>
                <a:gdLst/>
                <a:ahLst/>
                <a:cxnLst/>
                <a:rect l="l" t="t" r="r" b="b"/>
                <a:pathLst>
                  <a:path w="504" h="263" extrusionOk="0">
                    <a:moveTo>
                      <a:pt x="503" y="0"/>
                    </a:moveTo>
                    <a:lnTo>
                      <a:pt x="0" y="21"/>
                    </a:lnTo>
                    <a:lnTo>
                      <a:pt x="0" y="262"/>
                    </a:lnTo>
                    <a:lnTo>
                      <a:pt x="503" y="241"/>
                    </a:lnTo>
                    <a:lnTo>
                      <a:pt x="503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7" name="Google Shape;5127;p78"/>
              <p:cNvSpPr/>
              <p:nvPr/>
            </p:nvSpPr>
            <p:spPr>
              <a:xfrm>
                <a:off x="1815229" y="1195455"/>
                <a:ext cx="70275" cy="39223"/>
              </a:xfrm>
              <a:custGeom>
                <a:avLst/>
                <a:gdLst/>
                <a:ahLst/>
                <a:cxnLst/>
                <a:rect l="l" t="t" r="r" b="b"/>
                <a:pathLst>
                  <a:path w="473" h="264" extrusionOk="0">
                    <a:moveTo>
                      <a:pt x="472" y="1"/>
                    </a:moveTo>
                    <a:lnTo>
                      <a:pt x="1" y="22"/>
                    </a:lnTo>
                    <a:lnTo>
                      <a:pt x="1" y="263"/>
                    </a:lnTo>
                    <a:lnTo>
                      <a:pt x="472" y="242"/>
                    </a:lnTo>
                    <a:lnTo>
                      <a:pt x="472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8" name="Google Shape;5128;p78"/>
              <p:cNvSpPr/>
              <p:nvPr/>
            </p:nvSpPr>
            <p:spPr>
              <a:xfrm>
                <a:off x="2276403" y="1195455"/>
                <a:ext cx="18869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17" extrusionOk="0">
                    <a:moveTo>
                      <a:pt x="56" y="0"/>
                    </a:moveTo>
                    <a:cubicBezTo>
                      <a:pt x="1" y="0"/>
                      <a:pt x="3" y="116"/>
                      <a:pt x="63" y="116"/>
                    </a:cubicBezTo>
                    <a:cubicBezTo>
                      <a:pt x="95" y="116"/>
                      <a:pt x="126" y="85"/>
                      <a:pt x="126" y="53"/>
                    </a:cubicBezTo>
                    <a:cubicBezTo>
                      <a:pt x="126" y="22"/>
                      <a:pt x="95" y="1"/>
                      <a:pt x="63" y="1"/>
                    </a:cubicBezTo>
                    <a:cubicBezTo>
                      <a:pt x="61" y="0"/>
                      <a:pt x="58" y="0"/>
                      <a:pt x="56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9" name="Google Shape;5129;p78"/>
              <p:cNvSpPr/>
              <p:nvPr/>
            </p:nvSpPr>
            <p:spPr>
              <a:xfrm>
                <a:off x="2261100" y="938422"/>
                <a:ext cx="18572" cy="12629"/>
              </a:xfrm>
              <a:custGeom>
                <a:avLst/>
                <a:gdLst/>
                <a:ahLst/>
                <a:cxnLst/>
                <a:rect l="l" t="t" r="r" b="b"/>
                <a:pathLst>
                  <a:path w="125" h="85" extrusionOk="0">
                    <a:moveTo>
                      <a:pt x="104" y="0"/>
                    </a:moveTo>
                    <a:cubicBezTo>
                      <a:pt x="67" y="0"/>
                      <a:pt x="1" y="84"/>
                      <a:pt x="72" y="84"/>
                    </a:cubicBezTo>
                    <a:cubicBezTo>
                      <a:pt x="103" y="84"/>
                      <a:pt x="124" y="64"/>
                      <a:pt x="124" y="32"/>
                    </a:cubicBezTo>
                    <a:cubicBezTo>
                      <a:pt x="124" y="9"/>
                      <a:pt x="116" y="0"/>
                      <a:pt x="104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0" name="Google Shape;5130;p78"/>
              <p:cNvSpPr/>
              <p:nvPr/>
            </p:nvSpPr>
            <p:spPr>
              <a:xfrm>
                <a:off x="2433743" y="1140928"/>
                <a:ext cx="18869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27" extrusionOk="0">
                    <a:moveTo>
                      <a:pt x="64" y="1"/>
                    </a:moveTo>
                    <a:cubicBezTo>
                      <a:pt x="22" y="1"/>
                      <a:pt x="1" y="22"/>
                      <a:pt x="1" y="64"/>
                    </a:cubicBezTo>
                    <a:cubicBezTo>
                      <a:pt x="1" y="95"/>
                      <a:pt x="22" y="127"/>
                      <a:pt x="64" y="127"/>
                    </a:cubicBezTo>
                    <a:cubicBezTo>
                      <a:pt x="95" y="127"/>
                      <a:pt x="126" y="95"/>
                      <a:pt x="126" y="64"/>
                    </a:cubicBezTo>
                    <a:cubicBezTo>
                      <a:pt x="126" y="22"/>
                      <a:pt x="95" y="1"/>
                      <a:pt x="64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1" name="Google Shape;5131;p78"/>
              <p:cNvSpPr/>
              <p:nvPr/>
            </p:nvSpPr>
            <p:spPr>
              <a:xfrm>
                <a:off x="2446966" y="939759"/>
                <a:ext cx="23177" cy="15897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5" y="0"/>
                    </a:moveTo>
                    <a:cubicBezTo>
                      <a:pt x="93" y="0"/>
                      <a:pt x="1" y="107"/>
                      <a:pt x="90" y="107"/>
                    </a:cubicBezTo>
                    <a:cubicBezTo>
                      <a:pt x="121" y="107"/>
                      <a:pt x="153" y="75"/>
                      <a:pt x="153" y="34"/>
                    </a:cubicBezTo>
                    <a:cubicBezTo>
                      <a:pt x="155" y="10"/>
                      <a:pt x="147" y="0"/>
                      <a:pt x="135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132" name="Google Shape;5132;p78"/>
            <p:cNvSpPr/>
            <p:nvPr/>
          </p:nvSpPr>
          <p:spPr>
            <a:xfrm>
              <a:off x="4058696" y="880775"/>
              <a:ext cx="59429" cy="28229"/>
            </a:xfrm>
            <a:custGeom>
              <a:avLst/>
              <a:gdLst/>
              <a:ahLst/>
              <a:cxnLst/>
              <a:rect l="l" t="t" r="r" b="b"/>
              <a:pathLst>
                <a:path w="400" h="190" extrusionOk="0">
                  <a:moveTo>
                    <a:pt x="1" y="1"/>
                  </a:moveTo>
                  <a:lnTo>
                    <a:pt x="1" y="189"/>
                  </a:lnTo>
                  <a:lnTo>
                    <a:pt x="399" y="189"/>
                  </a:lnTo>
                  <a:lnTo>
                    <a:pt x="389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3" name="Google Shape;5133;p78"/>
            <p:cNvSpPr/>
            <p:nvPr/>
          </p:nvSpPr>
          <p:spPr>
            <a:xfrm>
              <a:off x="4173989" y="880775"/>
              <a:ext cx="62549" cy="28229"/>
            </a:xfrm>
            <a:custGeom>
              <a:avLst/>
              <a:gdLst/>
              <a:ahLst/>
              <a:cxnLst/>
              <a:rect l="l" t="t" r="r" b="b"/>
              <a:pathLst>
                <a:path w="421" h="190" extrusionOk="0">
                  <a:moveTo>
                    <a:pt x="1" y="1"/>
                  </a:moveTo>
                  <a:lnTo>
                    <a:pt x="11" y="189"/>
                  </a:lnTo>
                  <a:lnTo>
                    <a:pt x="420" y="189"/>
                  </a:lnTo>
                  <a:lnTo>
                    <a:pt x="420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4" name="Google Shape;5134;p78"/>
            <p:cNvSpPr/>
            <p:nvPr/>
          </p:nvSpPr>
          <p:spPr>
            <a:xfrm>
              <a:off x="2787497" y="882410"/>
              <a:ext cx="37440" cy="18720"/>
            </a:xfrm>
            <a:custGeom>
              <a:avLst/>
              <a:gdLst/>
              <a:ahLst/>
              <a:cxnLst/>
              <a:rect l="l" t="t" r="r" b="b"/>
              <a:pathLst>
                <a:path w="252" h="126" extrusionOk="0">
                  <a:moveTo>
                    <a:pt x="0" y="0"/>
                  </a:moveTo>
                  <a:lnTo>
                    <a:pt x="10" y="126"/>
                  </a:lnTo>
                  <a:lnTo>
                    <a:pt x="252" y="126"/>
                  </a:lnTo>
                  <a:lnTo>
                    <a:pt x="252" y="0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5" name="Google Shape;5135;p78"/>
            <p:cNvSpPr/>
            <p:nvPr/>
          </p:nvSpPr>
          <p:spPr>
            <a:xfrm>
              <a:off x="2869956" y="880775"/>
              <a:ext cx="65669" cy="28229"/>
            </a:xfrm>
            <a:custGeom>
              <a:avLst/>
              <a:gdLst/>
              <a:ahLst/>
              <a:cxnLst/>
              <a:rect l="l" t="t" r="r" b="b"/>
              <a:pathLst>
                <a:path w="442" h="190" extrusionOk="0">
                  <a:moveTo>
                    <a:pt x="1" y="1"/>
                  </a:moveTo>
                  <a:lnTo>
                    <a:pt x="1" y="189"/>
                  </a:lnTo>
                  <a:lnTo>
                    <a:pt x="441" y="189"/>
                  </a:lnTo>
                  <a:lnTo>
                    <a:pt x="431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6" name="Google Shape;5136;p78"/>
            <p:cNvSpPr/>
            <p:nvPr/>
          </p:nvSpPr>
          <p:spPr>
            <a:xfrm>
              <a:off x="2999364" y="880775"/>
              <a:ext cx="68640" cy="28229"/>
            </a:xfrm>
            <a:custGeom>
              <a:avLst/>
              <a:gdLst/>
              <a:ahLst/>
              <a:cxnLst/>
              <a:rect l="l" t="t" r="r" b="b"/>
              <a:pathLst>
                <a:path w="462" h="190" extrusionOk="0">
                  <a:moveTo>
                    <a:pt x="0" y="1"/>
                  </a:moveTo>
                  <a:lnTo>
                    <a:pt x="0" y="189"/>
                  </a:lnTo>
                  <a:lnTo>
                    <a:pt x="462" y="189"/>
                  </a:lnTo>
                  <a:lnTo>
                    <a:pt x="462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7" name="Google Shape;5137;p78"/>
            <p:cNvSpPr/>
            <p:nvPr/>
          </p:nvSpPr>
          <p:spPr>
            <a:xfrm>
              <a:off x="3402891" y="882410"/>
              <a:ext cx="54675" cy="18720"/>
            </a:xfrm>
            <a:custGeom>
              <a:avLst/>
              <a:gdLst/>
              <a:ahLst/>
              <a:cxnLst/>
              <a:rect l="l" t="t" r="r" b="b"/>
              <a:pathLst>
                <a:path w="368" h="126" extrusionOk="0">
                  <a:moveTo>
                    <a:pt x="0" y="0"/>
                  </a:moveTo>
                  <a:lnTo>
                    <a:pt x="0" y="126"/>
                  </a:lnTo>
                  <a:lnTo>
                    <a:pt x="367" y="126"/>
                  </a:lnTo>
                  <a:lnTo>
                    <a:pt x="367" y="0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8" name="Google Shape;5138;p78"/>
            <p:cNvSpPr/>
            <p:nvPr/>
          </p:nvSpPr>
          <p:spPr>
            <a:xfrm>
              <a:off x="3524424" y="880775"/>
              <a:ext cx="96721" cy="28229"/>
            </a:xfrm>
            <a:custGeom>
              <a:avLst/>
              <a:gdLst/>
              <a:ahLst/>
              <a:cxnLst/>
              <a:rect l="l" t="t" r="r" b="b"/>
              <a:pathLst>
                <a:path w="651" h="190" extrusionOk="0">
                  <a:moveTo>
                    <a:pt x="0" y="1"/>
                  </a:moveTo>
                  <a:lnTo>
                    <a:pt x="0" y="189"/>
                  </a:lnTo>
                  <a:lnTo>
                    <a:pt x="640" y="189"/>
                  </a:lnTo>
                  <a:lnTo>
                    <a:pt x="650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9" name="Google Shape;5139;p78"/>
            <p:cNvSpPr/>
            <p:nvPr/>
          </p:nvSpPr>
          <p:spPr>
            <a:xfrm>
              <a:off x="2095737" y="882410"/>
              <a:ext cx="54675" cy="18720"/>
            </a:xfrm>
            <a:custGeom>
              <a:avLst/>
              <a:gdLst/>
              <a:ahLst/>
              <a:cxnLst/>
              <a:rect l="l" t="t" r="r" b="b"/>
              <a:pathLst>
                <a:path w="368" h="126" extrusionOk="0">
                  <a:moveTo>
                    <a:pt x="0" y="0"/>
                  </a:moveTo>
                  <a:lnTo>
                    <a:pt x="0" y="126"/>
                  </a:lnTo>
                  <a:lnTo>
                    <a:pt x="367" y="126"/>
                  </a:lnTo>
                  <a:lnTo>
                    <a:pt x="367" y="0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0" name="Google Shape;5140;p78"/>
            <p:cNvSpPr/>
            <p:nvPr/>
          </p:nvSpPr>
          <p:spPr>
            <a:xfrm>
              <a:off x="2217271" y="880775"/>
              <a:ext cx="96721" cy="28229"/>
            </a:xfrm>
            <a:custGeom>
              <a:avLst/>
              <a:gdLst/>
              <a:ahLst/>
              <a:cxnLst/>
              <a:rect l="l" t="t" r="r" b="b"/>
              <a:pathLst>
                <a:path w="651" h="190" extrusionOk="0">
                  <a:moveTo>
                    <a:pt x="0" y="1"/>
                  </a:moveTo>
                  <a:lnTo>
                    <a:pt x="0" y="189"/>
                  </a:lnTo>
                  <a:lnTo>
                    <a:pt x="650" y="189"/>
                  </a:lnTo>
                  <a:lnTo>
                    <a:pt x="650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1" name="Google Shape;5141;p78"/>
            <p:cNvSpPr/>
            <p:nvPr/>
          </p:nvSpPr>
          <p:spPr>
            <a:xfrm>
              <a:off x="2408782" y="880775"/>
              <a:ext cx="102961" cy="28229"/>
            </a:xfrm>
            <a:custGeom>
              <a:avLst/>
              <a:gdLst/>
              <a:ahLst/>
              <a:cxnLst/>
              <a:rect l="l" t="t" r="r" b="b"/>
              <a:pathLst>
                <a:path w="693" h="190" extrusionOk="0">
                  <a:moveTo>
                    <a:pt x="1" y="1"/>
                  </a:moveTo>
                  <a:lnTo>
                    <a:pt x="11" y="189"/>
                  </a:lnTo>
                  <a:lnTo>
                    <a:pt x="693" y="18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42" name="Google Shape;5142;p78"/>
          <p:cNvSpPr/>
          <p:nvPr/>
        </p:nvSpPr>
        <p:spPr>
          <a:xfrm>
            <a:off x="8550" y="1229775"/>
            <a:ext cx="9143992" cy="78001"/>
          </a:xfrm>
          <a:custGeom>
            <a:avLst/>
            <a:gdLst/>
            <a:ahLst/>
            <a:cxnLst/>
            <a:rect l="l" t="t" r="r" b="b"/>
            <a:pathLst>
              <a:path w="27171" h="525" extrusionOk="0">
                <a:moveTo>
                  <a:pt x="1" y="1"/>
                </a:moveTo>
                <a:lnTo>
                  <a:pt x="1" y="525"/>
                </a:lnTo>
                <a:lnTo>
                  <a:pt x="27171" y="525"/>
                </a:lnTo>
                <a:lnTo>
                  <a:pt x="2717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3" name="Google Shape;5143;p78"/>
          <p:cNvSpPr txBox="1">
            <a:spLocks noGrp="1"/>
          </p:cNvSpPr>
          <p:nvPr>
            <p:ph type="title"/>
          </p:nvPr>
        </p:nvSpPr>
        <p:spPr>
          <a:xfrm>
            <a:off x="1289700" y="1652300"/>
            <a:ext cx="65646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/>
              <a:t>БЛАГОДАРЯ ЗА ВНИМАНИЕТО!</a:t>
            </a:r>
            <a:endParaRPr dirty="0"/>
          </a:p>
        </p:txBody>
      </p:sp>
      <p:grpSp>
        <p:nvGrpSpPr>
          <p:cNvPr id="5144" name="Google Shape;5144;p78"/>
          <p:cNvGrpSpPr/>
          <p:nvPr/>
        </p:nvGrpSpPr>
        <p:grpSpPr>
          <a:xfrm>
            <a:off x="713225" y="1317949"/>
            <a:ext cx="648376" cy="880878"/>
            <a:chOff x="638276" y="3526008"/>
            <a:chExt cx="714936" cy="971200"/>
          </a:xfrm>
        </p:grpSpPr>
        <p:sp>
          <p:nvSpPr>
            <p:cNvPr id="5145" name="Google Shape;5145;p78"/>
            <p:cNvSpPr/>
            <p:nvPr/>
          </p:nvSpPr>
          <p:spPr>
            <a:xfrm>
              <a:off x="801537" y="3817400"/>
              <a:ext cx="388460" cy="388464"/>
            </a:xfrm>
            <a:custGeom>
              <a:avLst/>
              <a:gdLst/>
              <a:ahLst/>
              <a:cxnLst/>
              <a:rect l="l" t="t" r="r" b="b"/>
              <a:pathLst>
                <a:path w="91295" h="91296" extrusionOk="0">
                  <a:moveTo>
                    <a:pt x="75084" y="16212"/>
                  </a:moveTo>
                  <a:cubicBezTo>
                    <a:pt x="91295" y="32466"/>
                    <a:pt x="91295" y="58788"/>
                    <a:pt x="75084" y="75041"/>
                  </a:cubicBezTo>
                  <a:cubicBezTo>
                    <a:pt x="58830" y="91295"/>
                    <a:pt x="32466" y="91295"/>
                    <a:pt x="16255" y="75041"/>
                  </a:cubicBezTo>
                  <a:cubicBezTo>
                    <a:pt x="1" y="58788"/>
                    <a:pt x="1" y="32466"/>
                    <a:pt x="16255" y="16212"/>
                  </a:cubicBezTo>
                  <a:cubicBezTo>
                    <a:pt x="32466" y="1"/>
                    <a:pt x="58830" y="1"/>
                    <a:pt x="75084" y="16212"/>
                  </a:cubicBezTo>
                  <a:close/>
                </a:path>
              </a:pathLst>
            </a:custGeom>
            <a:gradFill>
              <a:gsLst>
                <a:gs pos="0">
                  <a:srgbClr val="F9EBAB">
                    <a:alpha val="21960"/>
                    <a:alpha val="21910"/>
                  </a:srgbClr>
                </a:gs>
                <a:gs pos="41000">
                  <a:srgbClr val="F9EBAB">
                    <a:alpha val="53333"/>
                    <a:alpha val="21910"/>
                  </a:srgbClr>
                </a:gs>
                <a:gs pos="100000">
                  <a:srgbClr val="F9EBAB">
                    <a:alpha val="77254"/>
                    <a:alpha val="2191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46" name="Google Shape;5146;p78"/>
            <p:cNvGrpSpPr/>
            <p:nvPr/>
          </p:nvGrpSpPr>
          <p:grpSpPr>
            <a:xfrm>
              <a:off x="638276" y="3526008"/>
              <a:ext cx="714936" cy="971200"/>
              <a:chOff x="9141124" y="2771118"/>
              <a:chExt cx="319239" cy="433649"/>
            </a:xfrm>
          </p:grpSpPr>
          <p:sp>
            <p:nvSpPr>
              <p:cNvPr id="5147" name="Google Shape;5147;p78"/>
              <p:cNvSpPr/>
              <p:nvPr/>
            </p:nvSpPr>
            <p:spPr>
              <a:xfrm>
                <a:off x="9271960" y="3034862"/>
                <a:ext cx="17824" cy="25355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1579" extrusionOk="0">
                    <a:moveTo>
                      <a:pt x="641" y="0"/>
                    </a:moveTo>
                    <a:cubicBezTo>
                      <a:pt x="385" y="0"/>
                      <a:pt x="129" y="384"/>
                      <a:pt x="43" y="811"/>
                    </a:cubicBezTo>
                    <a:cubicBezTo>
                      <a:pt x="1" y="1237"/>
                      <a:pt x="214" y="1579"/>
                      <a:pt x="470" y="1579"/>
                    </a:cubicBezTo>
                    <a:cubicBezTo>
                      <a:pt x="769" y="1579"/>
                      <a:pt x="1025" y="1237"/>
                      <a:pt x="1067" y="811"/>
                    </a:cubicBezTo>
                    <a:cubicBezTo>
                      <a:pt x="1110" y="384"/>
                      <a:pt x="939" y="0"/>
                      <a:pt x="641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8" name="Google Shape;5148;p78"/>
              <p:cNvSpPr/>
              <p:nvPr/>
            </p:nvSpPr>
            <p:spPr>
              <a:xfrm>
                <a:off x="9267175" y="2928674"/>
                <a:ext cx="54965" cy="93728"/>
              </a:xfrm>
              <a:custGeom>
                <a:avLst/>
                <a:gdLst/>
                <a:ahLst/>
                <a:cxnLst/>
                <a:rect l="l" t="t" r="r" b="b"/>
                <a:pathLst>
                  <a:path w="3423" h="5837" extrusionOk="0">
                    <a:moveTo>
                      <a:pt x="1195" y="1"/>
                    </a:moveTo>
                    <a:cubicBezTo>
                      <a:pt x="1195" y="1"/>
                      <a:pt x="1962" y="1707"/>
                      <a:pt x="1109" y="2518"/>
                    </a:cubicBezTo>
                    <a:cubicBezTo>
                      <a:pt x="85" y="3499"/>
                      <a:pt x="0" y="5419"/>
                      <a:pt x="1579" y="5803"/>
                    </a:cubicBezTo>
                    <a:cubicBezTo>
                      <a:pt x="1673" y="5826"/>
                      <a:pt x="1762" y="5837"/>
                      <a:pt x="1847" y="5837"/>
                    </a:cubicBezTo>
                    <a:cubicBezTo>
                      <a:pt x="3190" y="5837"/>
                      <a:pt x="3423" y="3127"/>
                      <a:pt x="2901" y="1963"/>
                    </a:cubicBezTo>
                    <a:cubicBezTo>
                      <a:pt x="2517" y="1195"/>
                      <a:pt x="1920" y="513"/>
                      <a:pt x="1195" y="1"/>
                    </a:cubicBezTo>
                    <a:close/>
                  </a:path>
                </a:pathLst>
              </a:custGeom>
              <a:solidFill>
                <a:srgbClr val="F2D3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9" name="Google Shape;5149;p78"/>
              <p:cNvSpPr/>
              <p:nvPr/>
            </p:nvSpPr>
            <p:spPr>
              <a:xfrm>
                <a:off x="9274706" y="3031330"/>
                <a:ext cx="53439" cy="115213"/>
              </a:xfrm>
              <a:custGeom>
                <a:avLst/>
                <a:gdLst/>
                <a:ahLst/>
                <a:cxnLst/>
                <a:rect l="l" t="t" r="r" b="b"/>
                <a:pathLst>
                  <a:path w="3328" h="7175" extrusionOk="0">
                    <a:moveTo>
                      <a:pt x="2456" y="0"/>
                    </a:moveTo>
                    <a:cubicBezTo>
                      <a:pt x="2434" y="0"/>
                      <a:pt x="2411" y="3"/>
                      <a:pt x="2389" y="7"/>
                    </a:cubicBezTo>
                    <a:lnTo>
                      <a:pt x="726" y="135"/>
                    </a:lnTo>
                    <a:cubicBezTo>
                      <a:pt x="512" y="135"/>
                      <a:pt x="342" y="306"/>
                      <a:pt x="342" y="519"/>
                    </a:cubicBezTo>
                    <a:cubicBezTo>
                      <a:pt x="171" y="3207"/>
                      <a:pt x="0" y="5937"/>
                      <a:pt x="214" y="7174"/>
                    </a:cubicBezTo>
                    <a:lnTo>
                      <a:pt x="3115" y="7174"/>
                    </a:lnTo>
                    <a:cubicBezTo>
                      <a:pt x="3328" y="5852"/>
                      <a:pt x="2944" y="3036"/>
                      <a:pt x="2859" y="391"/>
                    </a:cubicBezTo>
                    <a:cubicBezTo>
                      <a:pt x="2859" y="161"/>
                      <a:pt x="2653" y="0"/>
                      <a:pt x="2456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0" name="Google Shape;5150;p78"/>
              <p:cNvSpPr/>
              <p:nvPr/>
            </p:nvSpPr>
            <p:spPr>
              <a:xfrm>
                <a:off x="9209625" y="3132139"/>
                <a:ext cx="185657" cy="54804"/>
              </a:xfrm>
              <a:custGeom>
                <a:avLst/>
                <a:gdLst/>
                <a:ahLst/>
                <a:cxnLst/>
                <a:rect l="l" t="t" r="r" b="b"/>
                <a:pathLst>
                  <a:path w="11562" h="3413" extrusionOk="0">
                    <a:moveTo>
                      <a:pt x="5760" y="0"/>
                    </a:moveTo>
                    <a:cubicBezTo>
                      <a:pt x="3669" y="0"/>
                      <a:pt x="1" y="1067"/>
                      <a:pt x="1" y="1920"/>
                    </a:cubicBezTo>
                    <a:cubicBezTo>
                      <a:pt x="1" y="2730"/>
                      <a:pt x="2560" y="3413"/>
                      <a:pt x="5760" y="3413"/>
                    </a:cubicBezTo>
                    <a:cubicBezTo>
                      <a:pt x="8959" y="3413"/>
                      <a:pt x="11562" y="2730"/>
                      <a:pt x="11562" y="1920"/>
                    </a:cubicBezTo>
                    <a:cubicBezTo>
                      <a:pt x="11562" y="1067"/>
                      <a:pt x="7893" y="0"/>
                      <a:pt x="5760" y="0"/>
                    </a:cubicBezTo>
                    <a:close/>
                  </a:path>
                </a:pathLst>
              </a:custGeom>
              <a:solidFill>
                <a:srgbClr val="D8934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1" name="Google Shape;5151;p78"/>
              <p:cNvSpPr/>
              <p:nvPr/>
            </p:nvSpPr>
            <p:spPr>
              <a:xfrm>
                <a:off x="9193872" y="2882091"/>
                <a:ext cx="15078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39" h="18047" extrusionOk="0">
                    <a:moveTo>
                      <a:pt x="0" y="1"/>
                    </a:moveTo>
                    <a:lnTo>
                      <a:pt x="0" y="18046"/>
                    </a:lnTo>
                    <a:lnTo>
                      <a:pt x="939" y="18046"/>
                    </a:lnTo>
                    <a:lnTo>
                      <a:pt x="939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2" name="Google Shape;5152;p78"/>
              <p:cNvSpPr/>
              <p:nvPr/>
            </p:nvSpPr>
            <p:spPr>
              <a:xfrm>
                <a:off x="9392520" y="2882091"/>
                <a:ext cx="15094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18047" extrusionOk="0">
                    <a:moveTo>
                      <a:pt x="1" y="1"/>
                    </a:moveTo>
                    <a:lnTo>
                      <a:pt x="1" y="18046"/>
                    </a:lnTo>
                    <a:lnTo>
                      <a:pt x="940" y="18046"/>
                    </a:lnTo>
                    <a:lnTo>
                      <a:pt x="940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3" name="Google Shape;5153;p78"/>
              <p:cNvSpPr/>
              <p:nvPr/>
            </p:nvSpPr>
            <p:spPr>
              <a:xfrm>
                <a:off x="9338406" y="2882091"/>
                <a:ext cx="15094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18047" extrusionOk="0">
                    <a:moveTo>
                      <a:pt x="1" y="1"/>
                    </a:moveTo>
                    <a:lnTo>
                      <a:pt x="1" y="18046"/>
                    </a:lnTo>
                    <a:lnTo>
                      <a:pt x="939" y="18046"/>
                    </a:lnTo>
                    <a:lnTo>
                      <a:pt x="939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4" name="Google Shape;5154;p78"/>
              <p:cNvSpPr/>
              <p:nvPr/>
            </p:nvSpPr>
            <p:spPr>
              <a:xfrm>
                <a:off x="9182231" y="2880726"/>
                <a:ext cx="237025" cy="17824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110" extrusionOk="0">
                    <a:moveTo>
                      <a:pt x="0" y="1"/>
                    </a:moveTo>
                    <a:lnTo>
                      <a:pt x="0" y="299"/>
                    </a:lnTo>
                    <a:cubicBezTo>
                      <a:pt x="0" y="768"/>
                      <a:pt x="384" y="1110"/>
                      <a:pt x="811" y="1110"/>
                    </a:cubicBezTo>
                    <a:lnTo>
                      <a:pt x="13993" y="1110"/>
                    </a:lnTo>
                    <a:cubicBezTo>
                      <a:pt x="14419" y="1110"/>
                      <a:pt x="14761" y="768"/>
                      <a:pt x="14761" y="299"/>
                    </a:cubicBezTo>
                    <a:lnTo>
                      <a:pt x="14761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5" name="Google Shape;5155;p78"/>
              <p:cNvSpPr/>
              <p:nvPr/>
            </p:nvSpPr>
            <p:spPr>
              <a:xfrm>
                <a:off x="9182231" y="3152676"/>
                <a:ext cx="237025" cy="30172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879" extrusionOk="0">
                    <a:moveTo>
                      <a:pt x="1024" y="1"/>
                    </a:moveTo>
                    <a:cubicBezTo>
                      <a:pt x="469" y="1"/>
                      <a:pt x="0" y="470"/>
                      <a:pt x="0" y="1025"/>
                    </a:cubicBezTo>
                    <a:lnTo>
                      <a:pt x="0" y="1878"/>
                    </a:lnTo>
                    <a:lnTo>
                      <a:pt x="14761" y="1878"/>
                    </a:lnTo>
                    <a:lnTo>
                      <a:pt x="14761" y="1025"/>
                    </a:lnTo>
                    <a:cubicBezTo>
                      <a:pt x="14761" y="470"/>
                      <a:pt x="14334" y="1"/>
                      <a:pt x="13737" y="1"/>
                    </a:cubicBez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6" name="Google Shape;5156;p78"/>
              <p:cNvSpPr/>
              <p:nvPr/>
            </p:nvSpPr>
            <p:spPr>
              <a:xfrm>
                <a:off x="9180175" y="2803313"/>
                <a:ext cx="254158" cy="68533"/>
              </a:xfrm>
              <a:custGeom>
                <a:avLst/>
                <a:gdLst/>
                <a:ahLst/>
                <a:cxnLst/>
                <a:rect l="l" t="t" r="r" b="b"/>
                <a:pathLst>
                  <a:path w="15828" h="4268" extrusionOk="0">
                    <a:moveTo>
                      <a:pt x="7892" y="1"/>
                    </a:moveTo>
                    <a:cubicBezTo>
                      <a:pt x="3882" y="1"/>
                      <a:pt x="555" y="1835"/>
                      <a:pt x="0" y="4267"/>
                    </a:cubicBezTo>
                    <a:lnTo>
                      <a:pt x="15827" y="4267"/>
                    </a:lnTo>
                    <a:cubicBezTo>
                      <a:pt x="15230" y="1835"/>
                      <a:pt x="11902" y="1"/>
                      <a:pt x="7892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7" name="Google Shape;5157;p78"/>
              <p:cNvSpPr/>
              <p:nvPr/>
            </p:nvSpPr>
            <p:spPr>
              <a:xfrm>
                <a:off x="9296624" y="2771118"/>
                <a:ext cx="20570" cy="35648"/>
              </a:xfrm>
              <a:custGeom>
                <a:avLst/>
                <a:gdLst/>
                <a:ahLst/>
                <a:cxnLst/>
                <a:rect l="l" t="t" r="r" b="b"/>
                <a:pathLst>
                  <a:path w="1281" h="2220" extrusionOk="0">
                    <a:moveTo>
                      <a:pt x="640" y="1"/>
                    </a:moveTo>
                    <a:cubicBezTo>
                      <a:pt x="320" y="1"/>
                      <a:pt x="0" y="257"/>
                      <a:pt x="0" y="769"/>
                    </a:cubicBezTo>
                    <a:lnTo>
                      <a:pt x="0" y="2219"/>
                    </a:lnTo>
                    <a:lnTo>
                      <a:pt x="1280" y="2219"/>
                    </a:lnTo>
                    <a:lnTo>
                      <a:pt x="1280" y="769"/>
                    </a:lnTo>
                    <a:cubicBezTo>
                      <a:pt x="1280" y="257"/>
                      <a:pt x="960" y="1"/>
                      <a:pt x="640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8" name="Google Shape;5158;p78"/>
              <p:cNvSpPr/>
              <p:nvPr/>
            </p:nvSpPr>
            <p:spPr>
              <a:xfrm>
                <a:off x="9141124" y="2856062"/>
                <a:ext cx="319239" cy="28791"/>
              </a:xfrm>
              <a:custGeom>
                <a:avLst/>
                <a:gdLst/>
                <a:ahLst/>
                <a:cxnLst/>
                <a:rect l="l" t="t" r="r" b="b"/>
                <a:pathLst>
                  <a:path w="19881" h="1793" extrusionOk="0">
                    <a:moveTo>
                      <a:pt x="1707" y="1"/>
                    </a:moveTo>
                    <a:cubicBezTo>
                      <a:pt x="1" y="1"/>
                      <a:pt x="1" y="1793"/>
                      <a:pt x="1707" y="1793"/>
                    </a:cubicBezTo>
                    <a:lnTo>
                      <a:pt x="18217" y="1793"/>
                    </a:lnTo>
                    <a:cubicBezTo>
                      <a:pt x="19880" y="1793"/>
                      <a:pt x="19880" y="1"/>
                      <a:pt x="18217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9" name="Google Shape;5159;p78"/>
              <p:cNvSpPr/>
              <p:nvPr/>
            </p:nvSpPr>
            <p:spPr>
              <a:xfrm>
                <a:off x="9152091" y="3174611"/>
                <a:ext cx="301415" cy="30156"/>
              </a:xfrm>
              <a:custGeom>
                <a:avLst/>
                <a:gdLst/>
                <a:ahLst/>
                <a:cxnLst/>
                <a:rect l="l" t="t" r="r" b="b"/>
                <a:pathLst>
                  <a:path w="18771" h="1878" extrusionOk="0">
                    <a:moveTo>
                      <a:pt x="1024" y="0"/>
                    </a:moveTo>
                    <a:cubicBezTo>
                      <a:pt x="0" y="0"/>
                      <a:pt x="0" y="1877"/>
                      <a:pt x="1024" y="1877"/>
                    </a:cubicBezTo>
                    <a:lnTo>
                      <a:pt x="17534" y="1877"/>
                    </a:lnTo>
                    <a:cubicBezTo>
                      <a:pt x="18771" y="1877"/>
                      <a:pt x="18771" y="0"/>
                      <a:pt x="17534" y="0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0" name="Google Shape;5160;p78"/>
              <p:cNvSpPr/>
              <p:nvPr/>
            </p:nvSpPr>
            <p:spPr>
              <a:xfrm>
                <a:off x="9215101" y="2803281"/>
                <a:ext cx="197989" cy="42584"/>
              </a:xfrm>
              <a:custGeom>
                <a:avLst/>
                <a:gdLst/>
                <a:ahLst/>
                <a:cxnLst/>
                <a:rect l="l" t="t" r="r" b="b"/>
                <a:pathLst>
                  <a:path w="12330" h="2652" extrusionOk="0">
                    <a:moveTo>
                      <a:pt x="5486" y="0"/>
                    </a:moveTo>
                    <a:cubicBezTo>
                      <a:pt x="3561" y="0"/>
                      <a:pt x="1683" y="512"/>
                      <a:pt x="1" y="1496"/>
                    </a:cubicBezTo>
                    <a:cubicBezTo>
                      <a:pt x="2270" y="2266"/>
                      <a:pt x="4655" y="2651"/>
                      <a:pt x="7010" y="2651"/>
                    </a:cubicBezTo>
                    <a:cubicBezTo>
                      <a:pt x="7134" y="2651"/>
                      <a:pt x="7257" y="2650"/>
                      <a:pt x="7381" y="2648"/>
                    </a:cubicBezTo>
                    <a:cubicBezTo>
                      <a:pt x="9045" y="2648"/>
                      <a:pt x="10709" y="2477"/>
                      <a:pt x="12330" y="2179"/>
                    </a:cubicBezTo>
                    <a:cubicBezTo>
                      <a:pt x="10879" y="856"/>
                      <a:pt x="8490" y="3"/>
                      <a:pt x="5717" y="3"/>
                    </a:cubicBezTo>
                    <a:cubicBezTo>
                      <a:pt x="5640" y="1"/>
                      <a:pt x="5563" y="0"/>
                      <a:pt x="5486" y="0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1" name="Google Shape;5161;p78"/>
              <p:cNvSpPr/>
              <p:nvPr/>
            </p:nvSpPr>
            <p:spPr>
              <a:xfrm>
                <a:off x="9150710" y="2856062"/>
                <a:ext cx="300741" cy="14516"/>
              </a:xfrm>
              <a:custGeom>
                <a:avLst/>
                <a:gdLst/>
                <a:ahLst/>
                <a:cxnLst/>
                <a:rect l="l" t="t" r="r" b="b"/>
                <a:pathLst>
                  <a:path w="18729" h="904" extrusionOk="0">
                    <a:moveTo>
                      <a:pt x="1110" y="1"/>
                    </a:moveTo>
                    <a:cubicBezTo>
                      <a:pt x="683" y="1"/>
                      <a:pt x="257" y="129"/>
                      <a:pt x="1" y="470"/>
                    </a:cubicBezTo>
                    <a:cubicBezTo>
                      <a:pt x="231" y="738"/>
                      <a:pt x="598" y="903"/>
                      <a:pt x="979" y="903"/>
                    </a:cubicBezTo>
                    <a:cubicBezTo>
                      <a:pt x="1023" y="903"/>
                      <a:pt x="1066" y="901"/>
                      <a:pt x="1110" y="897"/>
                    </a:cubicBezTo>
                    <a:lnTo>
                      <a:pt x="17620" y="897"/>
                    </a:lnTo>
                    <a:cubicBezTo>
                      <a:pt x="17659" y="901"/>
                      <a:pt x="17698" y="903"/>
                      <a:pt x="17738" y="903"/>
                    </a:cubicBezTo>
                    <a:cubicBezTo>
                      <a:pt x="18089" y="903"/>
                      <a:pt x="18461" y="738"/>
                      <a:pt x="18729" y="470"/>
                    </a:cubicBezTo>
                    <a:cubicBezTo>
                      <a:pt x="18430" y="129"/>
                      <a:pt x="18004" y="1"/>
                      <a:pt x="17620" y="1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2" name="Google Shape;5162;p78"/>
              <p:cNvSpPr/>
              <p:nvPr/>
            </p:nvSpPr>
            <p:spPr>
              <a:xfrm>
                <a:off x="9158257" y="3174498"/>
                <a:ext cx="289083" cy="13826"/>
              </a:xfrm>
              <a:custGeom>
                <a:avLst/>
                <a:gdLst/>
                <a:ahLst/>
                <a:cxnLst/>
                <a:rect l="l" t="t" r="r" b="b"/>
                <a:pathLst>
                  <a:path w="18003" h="861" extrusionOk="0">
                    <a:moveTo>
                      <a:pt x="17253" y="1"/>
                    </a:moveTo>
                    <a:cubicBezTo>
                      <a:pt x="17219" y="1"/>
                      <a:pt x="17184" y="3"/>
                      <a:pt x="17150" y="7"/>
                    </a:cubicBezTo>
                    <a:lnTo>
                      <a:pt x="640" y="7"/>
                    </a:lnTo>
                    <a:cubicBezTo>
                      <a:pt x="341" y="7"/>
                      <a:pt x="85" y="178"/>
                      <a:pt x="0" y="434"/>
                    </a:cubicBezTo>
                    <a:cubicBezTo>
                      <a:pt x="85" y="690"/>
                      <a:pt x="341" y="860"/>
                      <a:pt x="640" y="860"/>
                    </a:cubicBezTo>
                    <a:lnTo>
                      <a:pt x="17150" y="860"/>
                    </a:lnTo>
                    <a:cubicBezTo>
                      <a:pt x="17491" y="860"/>
                      <a:pt x="17790" y="690"/>
                      <a:pt x="18003" y="434"/>
                    </a:cubicBezTo>
                    <a:cubicBezTo>
                      <a:pt x="17811" y="166"/>
                      <a:pt x="17551" y="1"/>
                      <a:pt x="17253" y="1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3" name="Google Shape;5163;p78"/>
              <p:cNvSpPr/>
              <p:nvPr/>
            </p:nvSpPr>
            <p:spPr>
              <a:xfrm>
                <a:off x="9187016" y="3174611"/>
                <a:ext cx="79485" cy="13713"/>
              </a:xfrm>
              <a:custGeom>
                <a:avLst/>
                <a:gdLst/>
                <a:ahLst/>
                <a:cxnLst/>
                <a:rect l="l" t="t" r="r" b="b"/>
                <a:pathLst>
                  <a:path w="4950" h="854" extrusionOk="0">
                    <a:moveTo>
                      <a:pt x="214" y="0"/>
                    </a:moveTo>
                    <a:cubicBezTo>
                      <a:pt x="129" y="0"/>
                      <a:pt x="86" y="171"/>
                      <a:pt x="43" y="427"/>
                    </a:cubicBezTo>
                    <a:cubicBezTo>
                      <a:pt x="1" y="640"/>
                      <a:pt x="129" y="853"/>
                      <a:pt x="214" y="853"/>
                    </a:cubicBezTo>
                    <a:lnTo>
                      <a:pt x="4693" y="853"/>
                    </a:lnTo>
                    <a:cubicBezTo>
                      <a:pt x="4821" y="853"/>
                      <a:pt x="4907" y="640"/>
                      <a:pt x="4949" y="427"/>
                    </a:cubicBezTo>
                    <a:cubicBezTo>
                      <a:pt x="4907" y="171"/>
                      <a:pt x="4821" y="0"/>
                      <a:pt x="4693" y="0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4" name="Google Shape;5164;p78"/>
              <p:cNvSpPr/>
              <p:nvPr/>
            </p:nvSpPr>
            <p:spPr>
              <a:xfrm>
                <a:off x="9277436" y="3031426"/>
                <a:ext cx="40433" cy="80175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4993" extrusionOk="0">
                    <a:moveTo>
                      <a:pt x="2219" y="1"/>
                    </a:moveTo>
                    <a:lnTo>
                      <a:pt x="598" y="172"/>
                    </a:lnTo>
                    <a:cubicBezTo>
                      <a:pt x="385" y="172"/>
                      <a:pt x="214" y="342"/>
                      <a:pt x="172" y="556"/>
                    </a:cubicBezTo>
                    <a:cubicBezTo>
                      <a:pt x="129" y="1665"/>
                      <a:pt x="44" y="2817"/>
                      <a:pt x="1" y="3840"/>
                    </a:cubicBezTo>
                    <a:cubicBezTo>
                      <a:pt x="257" y="4523"/>
                      <a:pt x="641" y="4992"/>
                      <a:pt x="1068" y="4992"/>
                    </a:cubicBezTo>
                    <a:cubicBezTo>
                      <a:pt x="1835" y="4992"/>
                      <a:pt x="2518" y="3371"/>
                      <a:pt x="2518" y="1323"/>
                    </a:cubicBezTo>
                    <a:cubicBezTo>
                      <a:pt x="2518" y="897"/>
                      <a:pt x="2475" y="428"/>
                      <a:pt x="2390" y="1"/>
                    </a:cubicBezTo>
                    <a:close/>
                  </a:path>
                </a:pathLst>
              </a:custGeom>
              <a:solidFill>
                <a:srgbClr val="F7D8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5" name="Google Shape;5165;p78"/>
              <p:cNvSpPr/>
              <p:nvPr/>
            </p:nvSpPr>
            <p:spPr>
              <a:xfrm>
                <a:off x="9277436" y="2974582"/>
                <a:ext cx="40433" cy="47900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2983" extrusionOk="0">
                    <a:moveTo>
                      <a:pt x="1409" y="0"/>
                    </a:moveTo>
                    <a:cubicBezTo>
                      <a:pt x="684" y="0"/>
                      <a:pt x="86" y="1024"/>
                      <a:pt x="1" y="2346"/>
                    </a:cubicBezTo>
                    <a:cubicBezTo>
                      <a:pt x="214" y="2645"/>
                      <a:pt x="556" y="2858"/>
                      <a:pt x="940" y="2944"/>
                    </a:cubicBezTo>
                    <a:cubicBezTo>
                      <a:pt x="1039" y="2970"/>
                      <a:pt x="1134" y="2982"/>
                      <a:pt x="1223" y="2982"/>
                    </a:cubicBezTo>
                    <a:cubicBezTo>
                      <a:pt x="2013" y="2982"/>
                      <a:pt x="2403" y="2020"/>
                      <a:pt x="2518" y="1024"/>
                    </a:cubicBezTo>
                    <a:cubicBezTo>
                      <a:pt x="2219" y="384"/>
                      <a:pt x="1835" y="0"/>
                      <a:pt x="1409" y="0"/>
                    </a:cubicBezTo>
                    <a:close/>
                  </a:path>
                </a:pathLst>
              </a:custGeom>
              <a:solidFill>
                <a:srgbClr val="FFAD6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6" name="Google Shape;5166;p78"/>
              <p:cNvSpPr/>
              <p:nvPr/>
            </p:nvSpPr>
            <p:spPr>
              <a:xfrm>
                <a:off x="9284983" y="2993065"/>
                <a:ext cx="24680" cy="28582"/>
              </a:xfrm>
              <a:custGeom>
                <a:avLst/>
                <a:gdLst/>
                <a:ahLst/>
                <a:cxnLst/>
                <a:rect l="l" t="t" r="r" b="b"/>
                <a:pathLst>
                  <a:path w="1537" h="1780" extrusionOk="0">
                    <a:moveTo>
                      <a:pt x="853" y="1"/>
                    </a:moveTo>
                    <a:cubicBezTo>
                      <a:pt x="427" y="1"/>
                      <a:pt x="86" y="598"/>
                      <a:pt x="0" y="1409"/>
                    </a:cubicBezTo>
                    <a:cubicBezTo>
                      <a:pt x="171" y="1579"/>
                      <a:pt x="384" y="1707"/>
                      <a:pt x="598" y="1750"/>
                    </a:cubicBezTo>
                    <a:cubicBezTo>
                      <a:pt x="667" y="1770"/>
                      <a:pt x="732" y="1779"/>
                      <a:pt x="793" y="1779"/>
                    </a:cubicBezTo>
                    <a:cubicBezTo>
                      <a:pt x="1252" y="1779"/>
                      <a:pt x="1461" y="1239"/>
                      <a:pt x="1536" y="598"/>
                    </a:cubicBezTo>
                    <a:cubicBezTo>
                      <a:pt x="1365" y="214"/>
                      <a:pt x="1152" y="1"/>
                      <a:pt x="853" y="1"/>
                    </a:cubicBezTo>
                    <a:close/>
                  </a:path>
                </a:pathLst>
              </a:custGeom>
              <a:solidFill>
                <a:srgbClr val="F2D3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7" name="Google Shape;5167;p78"/>
              <p:cNvSpPr/>
              <p:nvPr/>
            </p:nvSpPr>
            <p:spPr>
              <a:xfrm>
                <a:off x="9278817" y="3075279"/>
                <a:ext cx="26736" cy="19189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1195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86" y="683"/>
                      <a:pt x="427" y="1195"/>
                      <a:pt x="854" y="1195"/>
                    </a:cubicBezTo>
                    <a:cubicBezTo>
                      <a:pt x="1237" y="1195"/>
                      <a:pt x="1579" y="726"/>
                      <a:pt x="1664" y="128"/>
                    </a:cubicBezTo>
                    <a:lnTo>
                      <a:pt x="1664" y="128"/>
                    </a:lnTo>
                    <a:cubicBezTo>
                      <a:pt x="1493" y="384"/>
                      <a:pt x="1195" y="555"/>
                      <a:pt x="854" y="555"/>
                    </a:cubicBezTo>
                    <a:cubicBezTo>
                      <a:pt x="512" y="512"/>
                      <a:pt x="171" y="342"/>
                      <a:pt x="0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8" name="Google Shape;5168;p78"/>
              <p:cNvSpPr/>
              <p:nvPr/>
            </p:nvSpPr>
            <p:spPr>
              <a:xfrm>
                <a:off x="9293879" y="3036918"/>
                <a:ext cx="26045" cy="20586"/>
              </a:xfrm>
              <a:custGeom>
                <a:avLst/>
                <a:gdLst/>
                <a:ahLst/>
                <a:cxnLst/>
                <a:rect l="l" t="t" r="r" b="b"/>
                <a:pathLst>
                  <a:path w="1622" h="1282" extrusionOk="0">
                    <a:moveTo>
                      <a:pt x="1579" y="0"/>
                    </a:moveTo>
                    <a:lnTo>
                      <a:pt x="1579" y="0"/>
                    </a:lnTo>
                    <a:cubicBezTo>
                      <a:pt x="1451" y="299"/>
                      <a:pt x="1195" y="555"/>
                      <a:pt x="897" y="726"/>
                    </a:cubicBezTo>
                    <a:cubicBezTo>
                      <a:pt x="802" y="753"/>
                      <a:pt x="699" y="767"/>
                      <a:pt x="596" y="767"/>
                    </a:cubicBezTo>
                    <a:cubicBezTo>
                      <a:pt x="372" y="767"/>
                      <a:pt x="147" y="701"/>
                      <a:pt x="1" y="555"/>
                    </a:cubicBezTo>
                    <a:lnTo>
                      <a:pt x="1" y="555"/>
                    </a:lnTo>
                    <a:cubicBezTo>
                      <a:pt x="141" y="976"/>
                      <a:pt x="455" y="1282"/>
                      <a:pt x="776" y="1282"/>
                    </a:cubicBezTo>
                    <a:cubicBezTo>
                      <a:pt x="845" y="1282"/>
                      <a:pt x="914" y="1268"/>
                      <a:pt x="982" y="1237"/>
                    </a:cubicBezTo>
                    <a:cubicBezTo>
                      <a:pt x="1409" y="981"/>
                      <a:pt x="1622" y="512"/>
                      <a:pt x="1579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9" name="Google Shape;5169;p78"/>
              <p:cNvSpPr/>
              <p:nvPr/>
            </p:nvSpPr>
            <p:spPr>
              <a:xfrm>
                <a:off x="9208934" y="2856062"/>
                <a:ext cx="85651" cy="14404"/>
              </a:xfrm>
              <a:custGeom>
                <a:avLst/>
                <a:gdLst/>
                <a:ahLst/>
                <a:cxnLst/>
                <a:rect l="l" t="t" r="r" b="b"/>
                <a:pathLst>
                  <a:path w="5334" h="897" extrusionOk="0">
                    <a:moveTo>
                      <a:pt x="300" y="1"/>
                    </a:moveTo>
                    <a:cubicBezTo>
                      <a:pt x="129" y="1"/>
                      <a:pt x="44" y="214"/>
                      <a:pt x="1" y="470"/>
                    </a:cubicBezTo>
                    <a:cubicBezTo>
                      <a:pt x="44" y="726"/>
                      <a:pt x="129" y="897"/>
                      <a:pt x="300" y="897"/>
                    </a:cubicBezTo>
                    <a:lnTo>
                      <a:pt x="5035" y="897"/>
                    </a:lnTo>
                    <a:cubicBezTo>
                      <a:pt x="5163" y="897"/>
                      <a:pt x="5291" y="726"/>
                      <a:pt x="5334" y="470"/>
                    </a:cubicBezTo>
                    <a:cubicBezTo>
                      <a:pt x="5291" y="214"/>
                      <a:pt x="5163" y="1"/>
                      <a:pt x="5035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0" name="Google Shape;5170;p78"/>
              <p:cNvSpPr/>
              <p:nvPr/>
            </p:nvSpPr>
            <p:spPr>
              <a:xfrm>
                <a:off x="9312377" y="2856062"/>
                <a:ext cx="52765" cy="14404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897" extrusionOk="0">
                    <a:moveTo>
                      <a:pt x="214" y="1"/>
                    </a:moveTo>
                    <a:cubicBezTo>
                      <a:pt x="129" y="1"/>
                      <a:pt x="86" y="214"/>
                      <a:pt x="43" y="470"/>
                    </a:cubicBezTo>
                    <a:cubicBezTo>
                      <a:pt x="1" y="726"/>
                      <a:pt x="129" y="897"/>
                      <a:pt x="214" y="897"/>
                    </a:cubicBezTo>
                    <a:lnTo>
                      <a:pt x="3072" y="897"/>
                    </a:lnTo>
                    <a:cubicBezTo>
                      <a:pt x="3158" y="897"/>
                      <a:pt x="3243" y="726"/>
                      <a:pt x="3243" y="470"/>
                    </a:cubicBezTo>
                    <a:cubicBezTo>
                      <a:pt x="3286" y="214"/>
                      <a:pt x="3158" y="1"/>
                      <a:pt x="3072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1" name="Google Shape;5171;p78"/>
              <p:cNvSpPr/>
              <p:nvPr/>
            </p:nvSpPr>
            <p:spPr>
              <a:xfrm>
                <a:off x="9339097" y="2819499"/>
                <a:ext cx="47289" cy="17422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1085" extrusionOk="0">
                    <a:moveTo>
                      <a:pt x="845" y="1"/>
                    </a:moveTo>
                    <a:cubicBezTo>
                      <a:pt x="387" y="1"/>
                      <a:pt x="73" y="96"/>
                      <a:pt x="43" y="273"/>
                    </a:cubicBezTo>
                    <a:cubicBezTo>
                      <a:pt x="0" y="529"/>
                      <a:pt x="555" y="870"/>
                      <a:pt x="1366" y="998"/>
                    </a:cubicBezTo>
                    <a:cubicBezTo>
                      <a:pt x="1644" y="1057"/>
                      <a:pt x="1907" y="1085"/>
                      <a:pt x="2134" y="1085"/>
                    </a:cubicBezTo>
                    <a:cubicBezTo>
                      <a:pt x="2569" y="1085"/>
                      <a:pt x="2873" y="981"/>
                      <a:pt x="2901" y="785"/>
                    </a:cubicBezTo>
                    <a:cubicBezTo>
                      <a:pt x="2944" y="529"/>
                      <a:pt x="2347" y="230"/>
                      <a:pt x="1536" y="59"/>
                    </a:cubicBezTo>
                    <a:cubicBezTo>
                      <a:pt x="1285" y="20"/>
                      <a:pt x="1051" y="1"/>
                      <a:pt x="845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2" name="Google Shape;5172;p78"/>
              <p:cNvSpPr/>
              <p:nvPr/>
            </p:nvSpPr>
            <p:spPr>
              <a:xfrm>
                <a:off x="9306901" y="2808805"/>
                <a:ext cx="30846" cy="10293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641" extrusionOk="0">
                    <a:moveTo>
                      <a:pt x="939" y="0"/>
                    </a:moveTo>
                    <a:cubicBezTo>
                      <a:pt x="384" y="0"/>
                      <a:pt x="0" y="171"/>
                      <a:pt x="0" y="342"/>
                    </a:cubicBezTo>
                    <a:cubicBezTo>
                      <a:pt x="0" y="512"/>
                      <a:pt x="427" y="640"/>
                      <a:pt x="939" y="640"/>
                    </a:cubicBezTo>
                    <a:cubicBezTo>
                      <a:pt x="1494" y="640"/>
                      <a:pt x="1920" y="469"/>
                      <a:pt x="1920" y="299"/>
                    </a:cubicBezTo>
                    <a:cubicBezTo>
                      <a:pt x="1920" y="128"/>
                      <a:pt x="1451" y="0"/>
                      <a:pt x="939" y="0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173" name="Google Shape;5173;p78"/>
          <p:cNvGrpSpPr/>
          <p:nvPr/>
        </p:nvGrpSpPr>
        <p:grpSpPr>
          <a:xfrm>
            <a:off x="7782400" y="1317949"/>
            <a:ext cx="648376" cy="880878"/>
            <a:chOff x="638276" y="3526008"/>
            <a:chExt cx="714936" cy="971200"/>
          </a:xfrm>
        </p:grpSpPr>
        <p:sp>
          <p:nvSpPr>
            <p:cNvPr id="5174" name="Google Shape;5174;p78"/>
            <p:cNvSpPr/>
            <p:nvPr/>
          </p:nvSpPr>
          <p:spPr>
            <a:xfrm>
              <a:off x="801537" y="3817400"/>
              <a:ext cx="388460" cy="388464"/>
            </a:xfrm>
            <a:custGeom>
              <a:avLst/>
              <a:gdLst/>
              <a:ahLst/>
              <a:cxnLst/>
              <a:rect l="l" t="t" r="r" b="b"/>
              <a:pathLst>
                <a:path w="91295" h="91296" extrusionOk="0">
                  <a:moveTo>
                    <a:pt x="75084" y="16212"/>
                  </a:moveTo>
                  <a:cubicBezTo>
                    <a:pt x="91295" y="32466"/>
                    <a:pt x="91295" y="58788"/>
                    <a:pt x="75084" y="75041"/>
                  </a:cubicBezTo>
                  <a:cubicBezTo>
                    <a:pt x="58830" y="91295"/>
                    <a:pt x="32466" y="91295"/>
                    <a:pt x="16255" y="75041"/>
                  </a:cubicBezTo>
                  <a:cubicBezTo>
                    <a:pt x="1" y="58788"/>
                    <a:pt x="1" y="32466"/>
                    <a:pt x="16255" y="16212"/>
                  </a:cubicBezTo>
                  <a:cubicBezTo>
                    <a:pt x="32466" y="1"/>
                    <a:pt x="58830" y="1"/>
                    <a:pt x="75084" y="16212"/>
                  </a:cubicBezTo>
                  <a:close/>
                </a:path>
              </a:pathLst>
            </a:custGeom>
            <a:gradFill>
              <a:gsLst>
                <a:gs pos="0">
                  <a:srgbClr val="F9EBAB">
                    <a:alpha val="21960"/>
                    <a:alpha val="21910"/>
                  </a:srgbClr>
                </a:gs>
                <a:gs pos="41000">
                  <a:srgbClr val="F9EBAB">
                    <a:alpha val="53333"/>
                    <a:alpha val="21910"/>
                  </a:srgbClr>
                </a:gs>
                <a:gs pos="100000">
                  <a:srgbClr val="F9EBAB">
                    <a:alpha val="77254"/>
                    <a:alpha val="2191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75" name="Google Shape;5175;p78"/>
            <p:cNvGrpSpPr/>
            <p:nvPr/>
          </p:nvGrpSpPr>
          <p:grpSpPr>
            <a:xfrm>
              <a:off x="638276" y="3526008"/>
              <a:ext cx="714936" cy="971200"/>
              <a:chOff x="9141124" y="2771118"/>
              <a:chExt cx="319239" cy="433649"/>
            </a:xfrm>
          </p:grpSpPr>
          <p:sp>
            <p:nvSpPr>
              <p:cNvPr id="5176" name="Google Shape;5176;p78"/>
              <p:cNvSpPr/>
              <p:nvPr/>
            </p:nvSpPr>
            <p:spPr>
              <a:xfrm>
                <a:off x="9271960" y="3034862"/>
                <a:ext cx="17824" cy="25355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1579" extrusionOk="0">
                    <a:moveTo>
                      <a:pt x="641" y="0"/>
                    </a:moveTo>
                    <a:cubicBezTo>
                      <a:pt x="385" y="0"/>
                      <a:pt x="129" y="384"/>
                      <a:pt x="43" y="811"/>
                    </a:cubicBezTo>
                    <a:cubicBezTo>
                      <a:pt x="1" y="1237"/>
                      <a:pt x="214" y="1579"/>
                      <a:pt x="470" y="1579"/>
                    </a:cubicBezTo>
                    <a:cubicBezTo>
                      <a:pt x="769" y="1579"/>
                      <a:pt x="1025" y="1237"/>
                      <a:pt x="1067" y="811"/>
                    </a:cubicBezTo>
                    <a:cubicBezTo>
                      <a:pt x="1110" y="384"/>
                      <a:pt x="939" y="0"/>
                      <a:pt x="641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7" name="Google Shape;5177;p78"/>
              <p:cNvSpPr/>
              <p:nvPr/>
            </p:nvSpPr>
            <p:spPr>
              <a:xfrm>
                <a:off x="9267175" y="2928674"/>
                <a:ext cx="54965" cy="93728"/>
              </a:xfrm>
              <a:custGeom>
                <a:avLst/>
                <a:gdLst/>
                <a:ahLst/>
                <a:cxnLst/>
                <a:rect l="l" t="t" r="r" b="b"/>
                <a:pathLst>
                  <a:path w="3423" h="5837" extrusionOk="0">
                    <a:moveTo>
                      <a:pt x="1195" y="1"/>
                    </a:moveTo>
                    <a:cubicBezTo>
                      <a:pt x="1195" y="1"/>
                      <a:pt x="1962" y="1707"/>
                      <a:pt x="1109" y="2518"/>
                    </a:cubicBezTo>
                    <a:cubicBezTo>
                      <a:pt x="85" y="3499"/>
                      <a:pt x="0" y="5419"/>
                      <a:pt x="1579" y="5803"/>
                    </a:cubicBezTo>
                    <a:cubicBezTo>
                      <a:pt x="1673" y="5826"/>
                      <a:pt x="1762" y="5837"/>
                      <a:pt x="1847" y="5837"/>
                    </a:cubicBezTo>
                    <a:cubicBezTo>
                      <a:pt x="3190" y="5837"/>
                      <a:pt x="3423" y="3127"/>
                      <a:pt x="2901" y="1963"/>
                    </a:cubicBezTo>
                    <a:cubicBezTo>
                      <a:pt x="2517" y="1195"/>
                      <a:pt x="1920" y="513"/>
                      <a:pt x="1195" y="1"/>
                    </a:cubicBezTo>
                    <a:close/>
                  </a:path>
                </a:pathLst>
              </a:custGeom>
              <a:solidFill>
                <a:srgbClr val="F2D3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8" name="Google Shape;5178;p78"/>
              <p:cNvSpPr/>
              <p:nvPr/>
            </p:nvSpPr>
            <p:spPr>
              <a:xfrm>
                <a:off x="9274706" y="3031330"/>
                <a:ext cx="53439" cy="115213"/>
              </a:xfrm>
              <a:custGeom>
                <a:avLst/>
                <a:gdLst/>
                <a:ahLst/>
                <a:cxnLst/>
                <a:rect l="l" t="t" r="r" b="b"/>
                <a:pathLst>
                  <a:path w="3328" h="7175" extrusionOk="0">
                    <a:moveTo>
                      <a:pt x="2456" y="0"/>
                    </a:moveTo>
                    <a:cubicBezTo>
                      <a:pt x="2434" y="0"/>
                      <a:pt x="2411" y="3"/>
                      <a:pt x="2389" y="7"/>
                    </a:cubicBezTo>
                    <a:lnTo>
                      <a:pt x="726" y="135"/>
                    </a:lnTo>
                    <a:cubicBezTo>
                      <a:pt x="512" y="135"/>
                      <a:pt x="342" y="306"/>
                      <a:pt x="342" y="519"/>
                    </a:cubicBezTo>
                    <a:cubicBezTo>
                      <a:pt x="171" y="3207"/>
                      <a:pt x="0" y="5937"/>
                      <a:pt x="214" y="7174"/>
                    </a:cubicBezTo>
                    <a:lnTo>
                      <a:pt x="3115" y="7174"/>
                    </a:lnTo>
                    <a:cubicBezTo>
                      <a:pt x="3328" y="5852"/>
                      <a:pt x="2944" y="3036"/>
                      <a:pt x="2859" y="391"/>
                    </a:cubicBezTo>
                    <a:cubicBezTo>
                      <a:pt x="2859" y="161"/>
                      <a:pt x="2653" y="0"/>
                      <a:pt x="2456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9" name="Google Shape;5179;p78"/>
              <p:cNvSpPr/>
              <p:nvPr/>
            </p:nvSpPr>
            <p:spPr>
              <a:xfrm>
                <a:off x="9209625" y="3132139"/>
                <a:ext cx="185657" cy="54804"/>
              </a:xfrm>
              <a:custGeom>
                <a:avLst/>
                <a:gdLst/>
                <a:ahLst/>
                <a:cxnLst/>
                <a:rect l="l" t="t" r="r" b="b"/>
                <a:pathLst>
                  <a:path w="11562" h="3413" extrusionOk="0">
                    <a:moveTo>
                      <a:pt x="5760" y="0"/>
                    </a:moveTo>
                    <a:cubicBezTo>
                      <a:pt x="3669" y="0"/>
                      <a:pt x="1" y="1067"/>
                      <a:pt x="1" y="1920"/>
                    </a:cubicBezTo>
                    <a:cubicBezTo>
                      <a:pt x="1" y="2730"/>
                      <a:pt x="2560" y="3413"/>
                      <a:pt x="5760" y="3413"/>
                    </a:cubicBezTo>
                    <a:cubicBezTo>
                      <a:pt x="8959" y="3413"/>
                      <a:pt x="11562" y="2730"/>
                      <a:pt x="11562" y="1920"/>
                    </a:cubicBezTo>
                    <a:cubicBezTo>
                      <a:pt x="11562" y="1067"/>
                      <a:pt x="7893" y="0"/>
                      <a:pt x="5760" y="0"/>
                    </a:cubicBezTo>
                    <a:close/>
                  </a:path>
                </a:pathLst>
              </a:custGeom>
              <a:solidFill>
                <a:srgbClr val="D8934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0" name="Google Shape;5180;p78"/>
              <p:cNvSpPr/>
              <p:nvPr/>
            </p:nvSpPr>
            <p:spPr>
              <a:xfrm>
                <a:off x="9193872" y="2882091"/>
                <a:ext cx="15078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39" h="18047" extrusionOk="0">
                    <a:moveTo>
                      <a:pt x="0" y="1"/>
                    </a:moveTo>
                    <a:lnTo>
                      <a:pt x="0" y="18046"/>
                    </a:lnTo>
                    <a:lnTo>
                      <a:pt x="939" y="18046"/>
                    </a:lnTo>
                    <a:lnTo>
                      <a:pt x="939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1" name="Google Shape;5181;p78"/>
              <p:cNvSpPr/>
              <p:nvPr/>
            </p:nvSpPr>
            <p:spPr>
              <a:xfrm>
                <a:off x="9392520" y="2882091"/>
                <a:ext cx="15094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18047" extrusionOk="0">
                    <a:moveTo>
                      <a:pt x="1" y="1"/>
                    </a:moveTo>
                    <a:lnTo>
                      <a:pt x="1" y="18046"/>
                    </a:lnTo>
                    <a:lnTo>
                      <a:pt x="940" y="18046"/>
                    </a:lnTo>
                    <a:lnTo>
                      <a:pt x="940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2" name="Google Shape;5182;p78"/>
              <p:cNvSpPr/>
              <p:nvPr/>
            </p:nvSpPr>
            <p:spPr>
              <a:xfrm>
                <a:off x="9338406" y="2882091"/>
                <a:ext cx="15094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18047" extrusionOk="0">
                    <a:moveTo>
                      <a:pt x="1" y="1"/>
                    </a:moveTo>
                    <a:lnTo>
                      <a:pt x="1" y="18046"/>
                    </a:lnTo>
                    <a:lnTo>
                      <a:pt x="939" y="18046"/>
                    </a:lnTo>
                    <a:lnTo>
                      <a:pt x="939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3" name="Google Shape;5183;p78"/>
              <p:cNvSpPr/>
              <p:nvPr/>
            </p:nvSpPr>
            <p:spPr>
              <a:xfrm>
                <a:off x="9182231" y="2880726"/>
                <a:ext cx="237025" cy="17824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110" extrusionOk="0">
                    <a:moveTo>
                      <a:pt x="0" y="1"/>
                    </a:moveTo>
                    <a:lnTo>
                      <a:pt x="0" y="299"/>
                    </a:lnTo>
                    <a:cubicBezTo>
                      <a:pt x="0" y="768"/>
                      <a:pt x="384" y="1110"/>
                      <a:pt x="811" y="1110"/>
                    </a:cubicBezTo>
                    <a:lnTo>
                      <a:pt x="13993" y="1110"/>
                    </a:lnTo>
                    <a:cubicBezTo>
                      <a:pt x="14419" y="1110"/>
                      <a:pt x="14761" y="768"/>
                      <a:pt x="14761" y="299"/>
                    </a:cubicBezTo>
                    <a:lnTo>
                      <a:pt x="14761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4" name="Google Shape;5184;p78"/>
              <p:cNvSpPr/>
              <p:nvPr/>
            </p:nvSpPr>
            <p:spPr>
              <a:xfrm>
                <a:off x="9182231" y="3152676"/>
                <a:ext cx="237025" cy="30172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879" extrusionOk="0">
                    <a:moveTo>
                      <a:pt x="1024" y="1"/>
                    </a:moveTo>
                    <a:cubicBezTo>
                      <a:pt x="469" y="1"/>
                      <a:pt x="0" y="470"/>
                      <a:pt x="0" y="1025"/>
                    </a:cubicBezTo>
                    <a:lnTo>
                      <a:pt x="0" y="1878"/>
                    </a:lnTo>
                    <a:lnTo>
                      <a:pt x="14761" y="1878"/>
                    </a:lnTo>
                    <a:lnTo>
                      <a:pt x="14761" y="1025"/>
                    </a:lnTo>
                    <a:cubicBezTo>
                      <a:pt x="14761" y="470"/>
                      <a:pt x="14334" y="1"/>
                      <a:pt x="13737" y="1"/>
                    </a:cubicBez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5" name="Google Shape;5185;p78"/>
              <p:cNvSpPr/>
              <p:nvPr/>
            </p:nvSpPr>
            <p:spPr>
              <a:xfrm>
                <a:off x="9180175" y="2803313"/>
                <a:ext cx="254158" cy="68533"/>
              </a:xfrm>
              <a:custGeom>
                <a:avLst/>
                <a:gdLst/>
                <a:ahLst/>
                <a:cxnLst/>
                <a:rect l="l" t="t" r="r" b="b"/>
                <a:pathLst>
                  <a:path w="15828" h="4268" extrusionOk="0">
                    <a:moveTo>
                      <a:pt x="7892" y="1"/>
                    </a:moveTo>
                    <a:cubicBezTo>
                      <a:pt x="3882" y="1"/>
                      <a:pt x="555" y="1835"/>
                      <a:pt x="0" y="4267"/>
                    </a:cubicBezTo>
                    <a:lnTo>
                      <a:pt x="15827" y="4267"/>
                    </a:lnTo>
                    <a:cubicBezTo>
                      <a:pt x="15230" y="1835"/>
                      <a:pt x="11902" y="1"/>
                      <a:pt x="7892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6" name="Google Shape;5186;p78"/>
              <p:cNvSpPr/>
              <p:nvPr/>
            </p:nvSpPr>
            <p:spPr>
              <a:xfrm>
                <a:off x="9296624" y="2771118"/>
                <a:ext cx="20570" cy="35648"/>
              </a:xfrm>
              <a:custGeom>
                <a:avLst/>
                <a:gdLst/>
                <a:ahLst/>
                <a:cxnLst/>
                <a:rect l="l" t="t" r="r" b="b"/>
                <a:pathLst>
                  <a:path w="1281" h="2220" extrusionOk="0">
                    <a:moveTo>
                      <a:pt x="640" y="1"/>
                    </a:moveTo>
                    <a:cubicBezTo>
                      <a:pt x="320" y="1"/>
                      <a:pt x="0" y="257"/>
                      <a:pt x="0" y="769"/>
                    </a:cubicBezTo>
                    <a:lnTo>
                      <a:pt x="0" y="2219"/>
                    </a:lnTo>
                    <a:lnTo>
                      <a:pt x="1280" y="2219"/>
                    </a:lnTo>
                    <a:lnTo>
                      <a:pt x="1280" y="769"/>
                    </a:lnTo>
                    <a:cubicBezTo>
                      <a:pt x="1280" y="257"/>
                      <a:pt x="960" y="1"/>
                      <a:pt x="640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7" name="Google Shape;5187;p78"/>
              <p:cNvSpPr/>
              <p:nvPr/>
            </p:nvSpPr>
            <p:spPr>
              <a:xfrm>
                <a:off x="9141124" y="2856062"/>
                <a:ext cx="319239" cy="28791"/>
              </a:xfrm>
              <a:custGeom>
                <a:avLst/>
                <a:gdLst/>
                <a:ahLst/>
                <a:cxnLst/>
                <a:rect l="l" t="t" r="r" b="b"/>
                <a:pathLst>
                  <a:path w="19881" h="1793" extrusionOk="0">
                    <a:moveTo>
                      <a:pt x="1707" y="1"/>
                    </a:moveTo>
                    <a:cubicBezTo>
                      <a:pt x="1" y="1"/>
                      <a:pt x="1" y="1793"/>
                      <a:pt x="1707" y="1793"/>
                    </a:cubicBezTo>
                    <a:lnTo>
                      <a:pt x="18217" y="1793"/>
                    </a:lnTo>
                    <a:cubicBezTo>
                      <a:pt x="19880" y="1793"/>
                      <a:pt x="19880" y="1"/>
                      <a:pt x="18217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8" name="Google Shape;5188;p78"/>
              <p:cNvSpPr/>
              <p:nvPr/>
            </p:nvSpPr>
            <p:spPr>
              <a:xfrm>
                <a:off x="9152091" y="3174611"/>
                <a:ext cx="301415" cy="30156"/>
              </a:xfrm>
              <a:custGeom>
                <a:avLst/>
                <a:gdLst/>
                <a:ahLst/>
                <a:cxnLst/>
                <a:rect l="l" t="t" r="r" b="b"/>
                <a:pathLst>
                  <a:path w="18771" h="1878" extrusionOk="0">
                    <a:moveTo>
                      <a:pt x="1024" y="0"/>
                    </a:moveTo>
                    <a:cubicBezTo>
                      <a:pt x="0" y="0"/>
                      <a:pt x="0" y="1877"/>
                      <a:pt x="1024" y="1877"/>
                    </a:cubicBezTo>
                    <a:lnTo>
                      <a:pt x="17534" y="1877"/>
                    </a:lnTo>
                    <a:cubicBezTo>
                      <a:pt x="18771" y="1877"/>
                      <a:pt x="18771" y="0"/>
                      <a:pt x="17534" y="0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9" name="Google Shape;5189;p78"/>
              <p:cNvSpPr/>
              <p:nvPr/>
            </p:nvSpPr>
            <p:spPr>
              <a:xfrm>
                <a:off x="9215101" y="2803281"/>
                <a:ext cx="197989" cy="42584"/>
              </a:xfrm>
              <a:custGeom>
                <a:avLst/>
                <a:gdLst/>
                <a:ahLst/>
                <a:cxnLst/>
                <a:rect l="l" t="t" r="r" b="b"/>
                <a:pathLst>
                  <a:path w="12330" h="2652" extrusionOk="0">
                    <a:moveTo>
                      <a:pt x="5486" y="0"/>
                    </a:moveTo>
                    <a:cubicBezTo>
                      <a:pt x="3561" y="0"/>
                      <a:pt x="1683" y="512"/>
                      <a:pt x="1" y="1496"/>
                    </a:cubicBezTo>
                    <a:cubicBezTo>
                      <a:pt x="2270" y="2266"/>
                      <a:pt x="4655" y="2651"/>
                      <a:pt x="7010" y="2651"/>
                    </a:cubicBezTo>
                    <a:cubicBezTo>
                      <a:pt x="7134" y="2651"/>
                      <a:pt x="7257" y="2650"/>
                      <a:pt x="7381" y="2648"/>
                    </a:cubicBezTo>
                    <a:cubicBezTo>
                      <a:pt x="9045" y="2648"/>
                      <a:pt x="10709" y="2477"/>
                      <a:pt x="12330" y="2179"/>
                    </a:cubicBezTo>
                    <a:cubicBezTo>
                      <a:pt x="10879" y="856"/>
                      <a:pt x="8490" y="3"/>
                      <a:pt x="5717" y="3"/>
                    </a:cubicBezTo>
                    <a:cubicBezTo>
                      <a:pt x="5640" y="1"/>
                      <a:pt x="5563" y="0"/>
                      <a:pt x="5486" y="0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0" name="Google Shape;5190;p78"/>
              <p:cNvSpPr/>
              <p:nvPr/>
            </p:nvSpPr>
            <p:spPr>
              <a:xfrm>
                <a:off x="9150710" y="2856062"/>
                <a:ext cx="300741" cy="14516"/>
              </a:xfrm>
              <a:custGeom>
                <a:avLst/>
                <a:gdLst/>
                <a:ahLst/>
                <a:cxnLst/>
                <a:rect l="l" t="t" r="r" b="b"/>
                <a:pathLst>
                  <a:path w="18729" h="904" extrusionOk="0">
                    <a:moveTo>
                      <a:pt x="1110" y="1"/>
                    </a:moveTo>
                    <a:cubicBezTo>
                      <a:pt x="683" y="1"/>
                      <a:pt x="257" y="129"/>
                      <a:pt x="1" y="470"/>
                    </a:cubicBezTo>
                    <a:cubicBezTo>
                      <a:pt x="231" y="738"/>
                      <a:pt x="598" y="903"/>
                      <a:pt x="979" y="903"/>
                    </a:cubicBezTo>
                    <a:cubicBezTo>
                      <a:pt x="1023" y="903"/>
                      <a:pt x="1066" y="901"/>
                      <a:pt x="1110" y="897"/>
                    </a:cubicBezTo>
                    <a:lnTo>
                      <a:pt x="17620" y="897"/>
                    </a:lnTo>
                    <a:cubicBezTo>
                      <a:pt x="17659" y="901"/>
                      <a:pt x="17698" y="903"/>
                      <a:pt x="17738" y="903"/>
                    </a:cubicBezTo>
                    <a:cubicBezTo>
                      <a:pt x="18089" y="903"/>
                      <a:pt x="18461" y="738"/>
                      <a:pt x="18729" y="470"/>
                    </a:cubicBezTo>
                    <a:cubicBezTo>
                      <a:pt x="18430" y="129"/>
                      <a:pt x="18004" y="1"/>
                      <a:pt x="17620" y="1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1" name="Google Shape;5191;p78"/>
              <p:cNvSpPr/>
              <p:nvPr/>
            </p:nvSpPr>
            <p:spPr>
              <a:xfrm>
                <a:off x="9158257" y="3174498"/>
                <a:ext cx="289083" cy="13826"/>
              </a:xfrm>
              <a:custGeom>
                <a:avLst/>
                <a:gdLst/>
                <a:ahLst/>
                <a:cxnLst/>
                <a:rect l="l" t="t" r="r" b="b"/>
                <a:pathLst>
                  <a:path w="18003" h="861" extrusionOk="0">
                    <a:moveTo>
                      <a:pt x="17253" y="1"/>
                    </a:moveTo>
                    <a:cubicBezTo>
                      <a:pt x="17219" y="1"/>
                      <a:pt x="17184" y="3"/>
                      <a:pt x="17150" y="7"/>
                    </a:cubicBezTo>
                    <a:lnTo>
                      <a:pt x="640" y="7"/>
                    </a:lnTo>
                    <a:cubicBezTo>
                      <a:pt x="341" y="7"/>
                      <a:pt x="85" y="178"/>
                      <a:pt x="0" y="434"/>
                    </a:cubicBezTo>
                    <a:cubicBezTo>
                      <a:pt x="85" y="690"/>
                      <a:pt x="341" y="860"/>
                      <a:pt x="640" y="860"/>
                    </a:cubicBezTo>
                    <a:lnTo>
                      <a:pt x="17150" y="860"/>
                    </a:lnTo>
                    <a:cubicBezTo>
                      <a:pt x="17491" y="860"/>
                      <a:pt x="17790" y="690"/>
                      <a:pt x="18003" y="434"/>
                    </a:cubicBezTo>
                    <a:cubicBezTo>
                      <a:pt x="17811" y="166"/>
                      <a:pt x="17551" y="1"/>
                      <a:pt x="17253" y="1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2" name="Google Shape;5192;p78"/>
              <p:cNvSpPr/>
              <p:nvPr/>
            </p:nvSpPr>
            <p:spPr>
              <a:xfrm>
                <a:off x="9187016" y="3174611"/>
                <a:ext cx="79485" cy="13713"/>
              </a:xfrm>
              <a:custGeom>
                <a:avLst/>
                <a:gdLst/>
                <a:ahLst/>
                <a:cxnLst/>
                <a:rect l="l" t="t" r="r" b="b"/>
                <a:pathLst>
                  <a:path w="4950" h="854" extrusionOk="0">
                    <a:moveTo>
                      <a:pt x="214" y="0"/>
                    </a:moveTo>
                    <a:cubicBezTo>
                      <a:pt x="129" y="0"/>
                      <a:pt x="86" y="171"/>
                      <a:pt x="43" y="427"/>
                    </a:cubicBezTo>
                    <a:cubicBezTo>
                      <a:pt x="1" y="640"/>
                      <a:pt x="129" y="853"/>
                      <a:pt x="214" y="853"/>
                    </a:cubicBezTo>
                    <a:lnTo>
                      <a:pt x="4693" y="853"/>
                    </a:lnTo>
                    <a:cubicBezTo>
                      <a:pt x="4821" y="853"/>
                      <a:pt x="4907" y="640"/>
                      <a:pt x="4949" y="427"/>
                    </a:cubicBezTo>
                    <a:cubicBezTo>
                      <a:pt x="4907" y="171"/>
                      <a:pt x="4821" y="0"/>
                      <a:pt x="4693" y="0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3" name="Google Shape;5193;p78"/>
              <p:cNvSpPr/>
              <p:nvPr/>
            </p:nvSpPr>
            <p:spPr>
              <a:xfrm>
                <a:off x="9277436" y="3031426"/>
                <a:ext cx="40433" cy="80175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4993" extrusionOk="0">
                    <a:moveTo>
                      <a:pt x="2219" y="1"/>
                    </a:moveTo>
                    <a:lnTo>
                      <a:pt x="598" y="172"/>
                    </a:lnTo>
                    <a:cubicBezTo>
                      <a:pt x="385" y="172"/>
                      <a:pt x="214" y="342"/>
                      <a:pt x="172" y="556"/>
                    </a:cubicBezTo>
                    <a:cubicBezTo>
                      <a:pt x="129" y="1665"/>
                      <a:pt x="44" y="2817"/>
                      <a:pt x="1" y="3840"/>
                    </a:cubicBezTo>
                    <a:cubicBezTo>
                      <a:pt x="257" y="4523"/>
                      <a:pt x="641" y="4992"/>
                      <a:pt x="1068" y="4992"/>
                    </a:cubicBezTo>
                    <a:cubicBezTo>
                      <a:pt x="1835" y="4992"/>
                      <a:pt x="2518" y="3371"/>
                      <a:pt x="2518" y="1323"/>
                    </a:cubicBezTo>
                    <a:cubicBezTo>
                      <a:pt x="2518" y="897"/>
                      <a:pt x="2475" y="428"/>
                      <a:pt x="2390" y="1"/>
                    </a:cubicBezTo>
                    <a:close/>
                  </a:path>
                </a:pathLst>
              </a:custGeom>
              <a:solidFill>
                <a:srgbClr val="F7D8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4" name="Google Shape;5194;p78"/>
              <p:cNvSpPr/>
              <p:nvPr/>
            </p:nvSpPr>
            <p:spPr>
              <a:xfrm>
                <a:off x="9277436" y="2974582"/>
                <a:ext cx="40433" cy="47900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2983" extrusionOk="0">
                    <a:moveTo>
                      <a:pt x="1409" y="0"/>
                    </a:moveTo>
                    <a:cubicBezTo>
                      <a:pt x="684" y="0"/>
                      <a:pt x="86" y="1024"/>
                      <a:pt x="1" y="2346"/>
                    </a:cubicBezTo>
                    <a:cubicBezTo>
                      <a:pt x="214" y="2645"/>
                      <a:pt x="556" y="2858"/>
                      <a:pt x="940" y="2944"/>
                    </a:cubicBezTo>
                    <a:cubicBezTo>
                      <a:pt x="1039" y="2970"/>
                      <a:pt x="1134" y="2982"/>
                      <a:pt x="1223" y="2982"/>
                    </a:cubicBezTo>
                    <a:cubicBezTo>
                      <a:pt x="2013" y="2982"/>
                      <a:pt x="2403" y="2020"/>
                      <a:pt x="2518" y="1024"/>
                    </a:cubicBezTo>
                    <a:cubicBezTo>
                      <a:pt x="2219" y="384"/>
                      <a:pt x="1835" y="0"/>
                      <a:pt x="1409" y="0"/>
                    </a:cubicBezTo>
                    <a:close/>
                  </a:path>
                </a:pathLst>
              </a:custGeom>
              <a:solidFill>
                <a:srgbClr val="FFAD6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5" name="Google Shape;5195;p78"/>
              <p:cNvSpPr/>
              <p:nvPr/>
            </p:nvSpPr>
            <p:spPr>
              <a:xfrm>
                <a:off x="9284983" y="2993065"/>
                <a:ext cx="24680" cy="28582"/>
              </a:xfrm>
              <a:custGeom>
                <a:avLst/>
                <a:gdLst/>
                <a:ahLst/>
                <a:cxnLst/>
                <a:rect l="l" t="t" r="r" b="b"/>
                <a:pathLst>
                  <a:path w="1537" h="1780" extrusionOk="0">
                    <a:moveTo>
                      <a:pt x="853" y="1"/>
                    </a:moveTo>
                    <a:cubicBezTo>
                      <a:pt x="427" y="1"/>
                      <a:pt x="86" y="598"/>
                      <a:pt x="0" y="1409"/>
                    </a:cubicBezTo>
                    <a:cubicBezTo>
                      <a:pt x="171" y="1579"/>
                      <a:pt x="384" y="1707"/>
                      <a:pt x="598" y="1750"/>
                    </a:cubicBezTo>
                    <a:cubicBezTo>
                      <a:pt x="667" y="1770"/>
                      <a:pt x="732" y="1779"/>
                      <a:pt x="793" y="1779"/>
                    </a:cubicBezTo>
                    <a:cubicBezTo>
                      <a:pt x="1252" y="1779"/>
                      <a:pt x="1461" y="1239"/>
                      <a:pt x="1536" y="598"/>
                    </a:cubicBezTo>
                    <a:cubicBezTo>
                      <a:pt x="1365" y="214"/>
                      <a:pt x="1152" y="1"/>
                      <a:pt x="853" y="1"/>
                    </a:cubicBezTo>
                    <a:close/>
                  </a:path>
                </a:pathLst>
              </a:custGeom>
              <a:solidFill>
                <a:srgbClr val="F2D3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6" name="Google Shape;5196;p78"/>
              <p:cNvSpPr/>
              <p:nvPr/>
            </p:nvSpPr>
            <p:spPr>
              <a:xfrm>
                <a:off x="9278817" y="3075279"/>
                <a:ext cx="26736" cy="19189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1195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86" y="683"/>
                      <a:pt x="427" y="1195"/>
                      <a:pt x="854" y="1195"/>
                    </a:cubicBezTo>
                    <a:cubicBezTo>
                      <a:pt x="1237" y="1195"/>
                      <a:pt x="1579" y="726"/>
                      <a:pt x="1664" y="128"/>
                    </a:cubicBezTo>
                    <a:lnTo>
                      <a:pt x="1664" y="128"/>
                    </a:lnTo>
                    <a:cubicBezTo>
                      <a:pt x="1493" y="384"/>
                      <a:pt x="1195" y="555"/>
                      <a:pt x="854" y="555"/>
                    </a:cubicBezTo>
                    <a:cubicBezTo>
                      <a:pt x="512" y="512"/>
                      <a:pt x="171" y="342"/>
                      <a:pt x="0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7" name="Google Shape;5197;p78"/>
              <p:cNvSpPr/>
              <p:nvPr/>
            </p:nvSpPr>
            <p:spPr>
              <a:xfrm>
                <a:off x="9293879" y="3036918"/>
                <a:ext cx="26045" cy="20586"/>
              </a:xfrm>
              <a:custGeom>
                <a:avLst/>
                <a:gdLst/>
                <a:ahLst/>
                <a:cxnLst/>
                <a:rect l="l" t="t" r="r" b="b"/>
                <a:pathLst>
                  <a:path w="1622" h="1282" extrusionOk="0">
                    <a:moveTo>
                      <a:pt x="1579" y="0"/>
                    </a:moveTo>
                    <a:lnTo>
                      <a:pt x="1579" y="0"/>
                    </a:lnTo>
                    <a:cubicBezTo>
                      <a:pt x="1451" y="299"/>
                      <a:pt x="1195" y="555"/>
                      <a:pt x="897" y="726"/>
                    </a:cubicBezTo>
                    <a:cubicBezTo>
                      <a:pt x="802" y="753"/>
                      <a:pt x="699" y="767"/>
                      <a:pt x="596" y="767"/>
                    </a:cubicBezTo>
                    <a:cubicBezTo>
                      <a:pt x="372" y="767"/>
                      <a:pt x="147" y="701"/>
                      <a:pt x="1" y="555"/>
                    </a:cubicBezTo>
                    <a:lnTo>
                      <a:pt x="1" y="555"/>
                    </a:lnTo>
                    <a:cubicBezTo>
                      <a:pt x="141" y="976"/>
                      <a:pt x="455" y="1282"/>
                      <a:pt x="776" y="1282"/>
                    </a:cubicBezTo>
                    <a:cubicBezTo>
                      <a:pt x="845" y="1282"/>
                      <a:pt x="914" y="1268"/>
                      <a:pt x="982" y="1237"/>
                    </a:cubicBezTo>
                    <a:cubicBezTo>
                      <a:pt x="1409" y="981"/>
                      <a:pt x="1622" y="512"/>
                      <a:pt x="1579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8" name="Google Shape;5198;p78"/>
              <p:cNvSpPr/>
              <p:nvPr/>
            </p:nvSpPr>
            <p:spPr>
              <a:xfrm>
                <a:off x="9208934" y="2856062"/>
                <a:ext cx="85651" cy="14404"/>
              </a:xfrm>
              <a:custGeom>
                <a:avLst/>
                <a:gdLst/>
                <a:ahLst/>
                <a:cxnLst/>
                <a:rect l="l" t="t" r="r" b="b"/>
                <a:pathLst>
                  <a:path w="5334" h="897" extrusionOk="0">
                    <a:moveTo>
                      <a:pt x="300" y="1"/>
                    </a:moveTo>
                    <a:cubicBezTo>
                      <a:pt x="129" y="1"/>
                      <a:pt x="44" y="214"/>
                      <a:pt x="1" y="470"/>
                    </a:cubicBezTo>
                    <a:cubicBezTo>
                      <a:pt x="44" y="726"/>
                      <a:pt x="129" y="897"/>
                      <a:pt x="300" y="897"/>
                    </a:cubicBezTo>
                    <a:lnTo>
                      <a:pt x="5035" y="897"/>
                    </a:lnTo>
                    <a:cubicBezTo>
                      <a:pt x="5163" y="897"/>
                      <a:pt x="5291" y="726"/>
                      <a:pt x="5334" y="470"/>
                    </a:cubicBezTo>
                    <a:cubicBezTo>
                      <a:pt x="5291" y="214"/>
                      <a:pt x="5163" y="1"/>
                      <a:pt x="5035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9" name="Google Shape;5199;p78"/>
              <p:cNvSpPr/>
              <p:nvPr/>
            </p:nvSpPr>
            <p:spPr>
              <a:xfrm>
                <a:off x="9312377" y="2856062"/>
                <a:ext cx="52765" cy="14404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897" extrusionOk="0">
                    <a:moveTo>
                      <a:pt x="214" y="1"/>
                    </a:moveTo>
                    <a:cubicBezTo>
                      <a:pt x="129" y="1"/>
                      <a:pt x="86" y="214"/>
                      <a:pt x="43" y="470"/>
                    </a:cubicBezTo>
                    <a:cubicBezTo>
                      <a:pt x="1" y="726"/>
                      <a:pt x="129" y="897"/>
                      <a:pt x="214" y="897"/>
                    </a:cubicBezTo>
                    <a:lnTo>
                      <a:pt x="3072" y="897"/>
                    </a:lnTo>
                    <a:cubicBezTo>
                      <a:pt x="3158" y="897"/>
                      <a:pt x="3243" y="726"/>
                      <a:pt x="3243" y="470"/>
                    </a:cubicBezTo>
                    <a:cubicBezTo>
                      <a:pt x="3286" y="214"/>
                      <a:pt x="3158" y="1"/>
                      <a:pt x="3072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0" name="Google Shape;5200;p78"/>
              <p:cNvSpPr/>
              <p:nvPr/>
            </p:nvSpPr>
            <p:spPr>
              <a:xfrm>
                <a:off x="9339097" y="2819499"/>
                <a:ext cx="47289" cy="17422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1085" extrusionOk="0">
                    <a:moveTo>
                      <a:pt x="845" y="1"/>
                    </a:moveTo>
                    <a:cubicBezTo>
                      <a:pt x="387" y="1"/>
                      <a:pt x="73" y="96"/>
                      <a:pt x="43" y="273"/>
                    </a:cubicBezTo>
                    <a:cubicBezTo>
                      <a:pt x="0" y="529"/>
                      <a:pt x="555" y="870"/>
                      <a:pt x="1366" y="998"/>
                    </a:cubicBezTo>
                    <a:cubicBezTo>
                      <a:pt x="1644" y="1057"/>
                      <a:pt x="1907" y="1085"/>
                      <a:pt x="2134" y="1085"/>
                    </a:cubicBezTo>
                    <a:cubicBezTo>
                      <a:pt x="2569" y="1085"/>
                      <a:pt x="2873" y="981"/>
                      <a:pt x="2901" y="785"/>
                    </a:cubicBezTo>
                    <a:cubicBezTo>
                      <a:pt x="2944" y="529"/>
                      <a:pt x="2347" y="230"/>
                      <a:pt x="1536" y="59"/>
                    </a:cubicBezTo>
                    <a:cubicBezTo>
                      <a:pt x="1285" y="20"/>
                      <a:pt x="1051" y="1"/>
                      <a:pt x="845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1" name="Google Shape;5201;p78"/>
              <p:cNvSpPr/>
              <p:nvPr/>
            </p:nvSpPr>
            <p:spPr>
              <a:xfrm>
                <a:off x="9306901" y="2808805"/>
                <a:ext cx="30846" cy="10293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641" extrusionOk="0">
                    <a:moveTo>
                      <a:pt x="939" y="0"/>
                    </a:moveTo>
                    <a:cubicBezTo>
                      <a:pt x="384" y="0"/>
                      <a:pt x="0" y="171"/>
                      <a:pt x="0" y="342"/>
                    </a:cubicBezTo>
                    <a:cubicBezTo>
                      <a:pt x="0" y="512"/>
                      <a:pt x="427" y="640"/>
                      <a:pt x="939" y="640"/>
                    </a:cubicBezTo>
                    <a:cubicBezTo>
                      <a:pt x="1494" y="640"/>
                      <a:pt x="1920" y="469"/>
                      <a:pt x="1920" y="299"/>
                    </a:cubicBezTo>
                    <a:cubicBezTo>
                      <a:pt x="1920" y="128"/>
                      <a:pt x="1451" y="0"/>
                      <a:pt x="939" y="0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202" name="Google Shape;5202;p78"/>
          <p:cNvGrpSpPr/>
          <p:nvPr/>
        </p:nvGrpSpPr>
        <p:grpSpPr>
          <a:xfrm rot="1321491" flipH="1">
            <a:off x="7910139" y="3310858"/>
            <a:ext cx="714934" cy="378491"/>
            <a:chOff x="-1074225" y="4512538"/>
            <a:chExt cx="714950" cy="378500"/>
          </a:xfrm>
        </p:grpSpPr>
        <p:sp>
          <p:nvSpPr>
            <p:cNvPr id="5203" name="Google Shape;5203;p78"/>
            <p:cNvSpPr/>
            <p:nvPr/>
          </p:nvSpPr>
          <p:spPr>
            <a:xfrm>
              <a:off x="-962825" y="4548088"/>
              <a:ext cx="188375" cy="120175"/>
            </a:xfrm>
            <a:custGeom>
              <a:avLst/>
              <a:gdLst/>
              <a:ahLst/>
              <a:cxnLst/>
              <a:rect l="l" t="t" r="r" b="b"/>
              <a:pathLst>
                <a:path w="7535" h="4807" extrusionOk="0">
                  <a:moveTo>
                    <a:pt x="2269" y="0"/>
                  </a:moveTo>
                  <a:lnTo>
                    <a:pt x="0" y="2619"/>
                  </a:lnTo>
                  <a:lnTo>
                    <a:pt x="7534" y="4807"/>
                  </a:lnTo>
                  <a:lnTo>
                    <a:pt x="2269" y="0"/>
                  </a:ln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4" name="Google Shape;5204;p78"/>
            <p:cNvSpPr/>
            <p:nvPr/>
          </p:nvSpPr>
          <p:spPr>
            <a:xfrm>
              <a:off x="-1064100" y="4512538"/>
              <a:ext cx="642725" cy="266450"/>
            </a:xfrm>
            <a:custGeom>
              <a:avLst/>
              <a:gdLst/>
              <a:ahLst/>
              <a:cxnLst/>
              <a:rect l="l" t="t" r="r" b="b"/>
              <a:pathLst>
                <a:path w="25709" h="10658" extrusionOk="0">
                  <a:moveTo>
                    <a:pt x="15471" y="1"/>
                  </a:moveTo>
                  <a:cubicBezTo>
                    <a:pt x="14774" y="1"/>
                    <a:pt x="14066" y="74"/>
                    <a:pt x="13395" y="261"/>
                  </a:cubicBezTo>
                  <a:cubicBezTo>
                    <a:pt x="10532" y="1044"/>
                    <a:pt x="8696" y="3582"/>
                    <a:pt x="8696" y="3582"/>
                  </a:cubicBezTo>
                  <a:lnTo>
                    <a:pt x="8075" y="3636"/>
                  </a:lnTo>
                  <a:cubicBezTo>
                    <a:pt x="8075" y="3636"/>
                    <a:pt x="6914" y="1152"/>
                    <a:pt x="5375" y="1098"/>
                  </a:cubicBezTo>
                  <a:cubicBezTo>
                    <a:pt x="5293" y="1094"/>
                    <a:pt x="5208" y="1091"/>
                    <a:pt x="5120" y="1091"/>
                  </a:cubicBezTo>
                  <a:cubicBezTo>
                    <a:pt x="4135" y="1091"/>
                    <a:pt x="2728" y="1465"/>
                    <a:pt x="1" y="4365"/>
                  </a:cubicBezTo>
                  <a:lnTo>
                    <a:pt x="10640" y="10657"/>
                  </a:lnTo>
                  <a:lnTo>
                    <a:pt x="25708" y="9172"/>
                  </a:lnTo>
                  <a:lnTo>
                    <a:pt x="20388" y="963"/>
                  </a:lnTo>
                  <a:cubicBezTo>
                    <a:pt x="20388" y="963"/>
                    <a:pt x="18000" y="1"/>
                    <a:pt x="15471" y="1"/>
                  </a:cubicBez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5" name="Google Shape;5205;p78"/>
            <p:cNvSpPr/>
            <p:nvPr/>
          </p:nvSpPr>
          <p:spPr>
            <a:xfrm>
              <a:off x="-1053975" y="4564288"/>
              <a:ext cx="81050" cy="60775"/>
            </a:xfrm>
            <a:custGeom>
              <a:avLst/>
              <a:gdLst/>
              <a:ahLst/>
              <a:cxnLst/>
              <a:rect l="l" t="t" r="r" b="b"/>
              <a:pathLst>
                <a:path w="3242" h="2431" extrusionOk="0">
                  <a:moveTo>
                    <a:pt x="3241" y="0"/>
                  </a:moveTo>
                  <a:lnTo>
                    <a:pt x="3241" y="0"/>
                  </a:lnTo>
                  <a:cubicBezTo>
                    <a:pt x="3241" y="0"/>
                    <a:pt x="1000" y="1026"/>
                    <a:pt x="1" y="2295"/>
                  </a:cubicBezTo>
                  <a:lnTo>
                    <a:pt x="649" y="2430"/>
                  </a:lnTo>
                  <a:cubicBezTo>
                    <a:pt x="973" y="1377"/>
                    <a:pt x="3241" y="0"/>
                    <a:pt x="3241" y="0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6" name="Google Shape;5206;p78"/>
            <p:cNvSpPr/>
            <p:nvPr/>
          </p:nvSpPr>
          <p:spPr>
            <a:xfrm>
              <a:off x="-997925" y="4570088"/>
              <a:ext cx="98575" cy="24600"/>
            </a:xfrm>
            <a:custGeom>
              <a:avLst/>
              <a:gdLst/>
              <a:ahLst/>
              <a:cxnLst/>
              <a:rect l="l" t="t" r="r" b="b"/>
              <a:pathLst>
                <a:path w="3943" h="984" extrusionOk="0">
                  <a:moveTo>
                    <a:pt x="2190" y="1"/>
                  </a:moveTo>
                  <a:cubicBezTo>
                    <a:pt x="1509" y="1"/>
                    <a:pt x="734" y="287"/>
                    <a:pt x="0" y="983"/>
                  </a:cubicBezTo>
                  <a:cubicBezTo>
                    <a:pt x="748" y="458"/>
                    <a:pt x="1433" y="227"/>
                    <a:pt x="2069" y="227"/>
                  </a:cubicBezTo>
                  <a:cubicBezTo>
                    <a:pt x="2741" y="227"/>
                    <a:pt x="3360" y="485"/>
                    <a:pt x="3943" y="929"/>
                  </a:cubicBezTo>
                  <a:cubicBezTo>
                    <a:pt x="3613" y="370"/>
                    <a:pt x="2962" y="1"/>
                    <a:pt x="2190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7" name="Google Shape;5207;p78"/>
            <p:cNvSpPr/>
            <p:nvPr/>
          </p:nvSpPr>
          <p:spPr>
            <a:xfrm>
              <a:off x="-837950" y="4525788"/>
              <a:ext cx="162050" cy="93200"/>
            </a:xfrm>
            <a:custGeom>
              <a:avLst/>
              <a:gdLst/>
              <a:ahLst/>
              <a:cxnLst/>
              <a:rect l="l" t="t" r="r" b="b"/>
              <a:pathLst>
                <a:path w="6482" h="3728" extrusionOk="0">
                  <a:moveTo>
                    <a:pt x="6482" y="1"/>
                  </a:moveTo>
                  <a:lnTo>
                    <a:pt x="6482" y="1"/>
                  </a:lnTo>
                  <a:cubicBezTo>
                    <a:pt x="6481" y="1"/>
                    <a:pt x="1702" y="190"/>
                    <a:pt x="1" y="3727"/>
                  </a:cubicBezTo>
                  <a:lnTo>
                    <a:pt x="541" y="3727"/>
                  </a:lnTo>
                  <a:cubicBezTo>
                    <a:pt x="1891" y="1405"/>
                    <a:pt x="3997" y="433"/>
                    <a:pt x="6482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8" name="Google Shape;5208;p78"/>
            <p:cNvSpPr/>
            <p:nvPr/>
          </p:nvSpPr>
          <p:spPr>
            <a:xfrm>
              <a:off x="-742750" y="4536413"/>
              <a:ext cx="151925" cy="23850"/>
            </a:xfrm>
            <a:custGeom>
              <a:avLst/>
              <a:gdLst/>
              <a:ahLst/>
              <a:cxnLst/>
              <a:rect l="l" t="t" r="r" b="b"/>
              <a:pathLst>
                <a:path w="6077" h="954" extrusionOk="0">
                  <a:moveTo>
                    <a:pt x="3227" y="1"/>
                  </a:moveTo>
                  <a:cubicBezTo>
                    <a:pt x="2104" y="1"/>
                    <a:pt x="979" y="320"/>
                    <a:pt x="0" y="953"/>
                  </a:cubicBezTo>
                  <a:cubicBezTo>
                    <a:pt x="987" y="460"/>
                    <a:pt x="2035" y="224"/>
                    <a:pt x="3133" y="224"/>
                  </a:cubicBezTo>
                  <a:cubicBezTo>
                    <a:pt x="4080" y="224"/>
                    <a:pt x="5064" y="400"/>
                    <a:pt x="6076" y="737"/>
                  </a:cubicBezTo>
                  <a:cubicBezTo>
                    <a:pt x="5194" y="245"/>
                    <a:pt x="4211" y="1"/>
                    <a:pt x="3227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9" name="Google Shape;5209;p78"/>
            <p:cNvSpPr/>
            <p:nvPr/>
          </p:nvSpPr>
          <p:spPr>
            <a:xfrm>
              <a:off x="-877100" y="4605913"/>
              <a:ext cx="40525" cy="25475"/>
            </a:xfrm>
            <a:custGeom>
              <a:avLst/>
              <a:gdLst/>
              <a:ahLst/>
              <a:cxnLst/>
              <a:rect l="l" t="t" r="r" b="b"/>
              <a:pathLst>
                <a:path w="1621" h="1019" extrusionOk="0">
                  <a:moveTo>
                    <a:pt x="906" y="0"/>
                  </a:moveTo>
                  <a:cubicBezTo>
                    <a:pt x="597" y="0"/>
                    <a:pt x="303" y="178"/>
                    <a:pt x="136" y="441"/>
                  </a:cubicBezTo>
                  <a:cubicBezTo>
                    <a:pt x="1" y="738"/>
                    <a:pt x="217" y="981"/>
                    <a:pt x="595" y="1009"/>
                  </a:cubicBezTo>
                  <a:cubicBezTo>
                    <a:pt x="639" y="1015"/>
                    <a:pt x="684" y="1019"/>
                    <a:pt x="728" y="1019"/>
                  </a:cubicBezTo>
                  <a:cubicBezTo>
                    <a:pt x="1033" y="1019"/>
                    <a:pt x="1324" y="859"/>
                    <a:pt x="1513" y="576"/>
                  </a:cubicBezTo>
                  <a:cubicBezTo>
                    <a:pt x="1621" y="306"/>
                    <a:pt x="1432" y="36"/>
                    <a:pt x="1027" y="9"/>
                  </a:cubicBezTo>
                  <a:cubicBezTo>
                    <a:pt x="987" y="3"/>
                    <a:pt x="946" y="0"/>
                    <a:pt x="906" y="0"/>
                  </a:cubicBezTo>
                  <a:close/>
                </a:path>
              </a:pathLst>
            </a:custGeom>
            <a:solidFill>
              <a:srgbClr val="725D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0" name="Google Shape;5210;p78"/>
            <p:cNvSpPr/>
            <p:nvPr/>
          </p:nvSpPr>
          <p:spPr>
            <a:xfrm>
              <a:off x="-1074225" y="4544038"/>
              <a:ext cx="714950" cy="347000"/>
            </a:xfrm>
            <a:custGeom>
              <a:avLst/>
              <a:gdLst/>
              <a:ahLst/>
              <a:cxnLst/>
              <a:rect l="l" t="t" r="r" b="b"/>
              <a:pathLst>
                <a:path w="28598" h="13880" extrusionOk="0">
                  <a:moveTo>
                    <a:pt x="21604" y="0"/>
                  </a:moveTo>
                  <a:lnTo>
                    <a:pt x="9560" y="2781"/>
                  </a:lnTo>
                  <a:lnTo>
                    <a:pt x="8426" y="2916"/>
                  </a:lnTo>
                  <a:lnTo>
                    <a:pt x="136" y="2916"/>
                  </a:lnTo>
                  <a:lnTo>
                    <a:pt x="1" y="3321"/>
                  </a:lnTo>
                  <a:lnTo>
                    <a:pt x="8237" y="12746"/>
                  </a:lnTo>
                  <a:lnTo>
                    <a:pt x="16446" y="13880"/>
                  </a:lnTo>
                  <a:lnTo>
                    <a:pt x="20226" y="13880"/>
                  </a:lnTo>
                  <a:lnTo>
                    <a:pt x="28597" y="11558"/>
                  </a:lnTo>
                  <a:lnTo>
                    <a:pt x="2160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1" name="Google Shape;5211;p78"/>
            <p:cNvSpPr/>
            <p:nvPr/>
          </p:nvSpPr>
          <p:spPr>
            <a:xfrm>
              <a:off x="-815650" y="4565638"/>
              <a:ext cx="407775" cy="318650"/>
            </a:xfrm>
            <a:custGeom>
              <a:avLst/>
              <a:gdLst/>
              <a:ahLst/>
              <a:cxnLst/>
              <a:rect l="l" t="t" r="r" b="b"/>
              <a:pathLst>
                <a:path w="16311" h="12746" extrusionOk="0">
                  <a:moveTo>
                    <a:pt x="10774" y="270"/>
                  </a:moveTo>
                  <a:lnTo>
                    <a:pt x="15959" y="9802"/>
                  </a:lnTo>
                  <a:lnTo>
                    <a:pt x="7507" y="12476"/>
                  </a:lnTo>
                  <a:lnTo>
                    <a:pt x="405" y="2782"/>
                  </a:lnTo>
                  <a:lnTo>
                    <a:pt x="10774" y="270"/>
                  </a:lnTo>
                  <a:close/>
                  <a:moveTo>
                    <a:pt x="10855" y="0"/>
                  </a:moveTo>
                  <a:lnTo>
                    <a:pt x="162" y="2620"/>
                  </a:lnTo>
                  <a:lnTo>
                    <a:pt x="0" y="2647"/>
                  </a:lnTo>
                  <a:lnTo>
                    <a:pt x="7345" y="12665"/>
                  </a:lnTo>
                  <a:lnTo>
                    <a:pt x="7399" y="12746"/>
                  </a:lnTo>
                  <a:lnTo>
                    <a:pt x="16310" y="9964"/>
                  </a:lnTo>
                  <a:lnTo>
                    <a:pt x="10855" y="0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2" name="Google Shape;5212;p78"/>
            <p:cNvSpPr/>
            <p:nvPr/>
          </p:nvSpPr>
          <p:spPr>
            <a:xfrm>
              <a:off x="-1074225" y="4627063"/>
              <a:ext cx="411150" cy="263975"/>
            </a:xfrm>
            <a:custGeom>
              <a:avLst/>
              <a:gdLst/>
              <a:ahLst/>
              <a:cxnLst/>
              <a:rect l="l" t="t" r="r" b="b"/>
              <a:pathLst>
                <a:path w="16446" h="10559" extrusionOk="0">
                  <a:moveTo>
                    <a:pt x="1" y="0"/>
                  </a:moveTo>
                  <a:lnTo>
                    <a:pt x="8237" y="9425"/>
                  </a:lnTo>
                  <a:lnTo>
                    <a:pt x="16446" y="10559"/>
                  </a:lnTo>
                  <a:lnTo>
                    <a:pt x="16446" y="10559"/>
                  </a:lnTo>
                  <a:lnTo>
                    <a:pt x="8426" y="13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3" name="Google Shape;5213;p78"/>
            <p:cNvSpPr/>
            <p:nvPr/>
          </p:nvSpPr>
          <p:spPr>
            <a:xfrm>
              <a:off x="-1049250" y="4639888"/>
              <a:ext cx="346350" cy="230900"/>
            </a:xfrm>
            <a:custGeom>
              <a:avLst/>
              <a:gdLst/>
              <a:ahLst/>
              <a:cxnLst/>
              <a:rect l="l" t="t" r="r" b="b"/>
              <a:pathLst>
                <a:path w="13854" h="9236" extrusionOk="0">
                  <a:moveTo>
                    <a:pt x="568" y="271"/>
                  </a:moveTo>
                  <a:lnTo>
                    <a:pt x="7049" y="649"/>
                  </a:lnTo>
                  <a:lnTo>
                    <a:pt x="13341" y="9020"/>
                  </a:lnTo>
                  <a:lnTo>
                    <a:pt x="13341" y="9020"/>
                  </a:lnTo>
                  <a:lnTo>
                    <a:pt x="7535" y="8237"/>
                  </a:lnTo>
                  <a:lnTo>
                    <a:pt x="568" y="271"/>
                  </a:lnTo>
                  <a:close/>
                  <a:moveTo>
                    <a:pt x="1" y="1"/>
                  </a:moveTo>
                  <a:lnTo>
                    <a:pt x="7292" y="8372"/>
                  </a:lnTo>
                  <a:lnTo>
                    <a:pt x="13854" y="9236"/>
                  </a:lnTo>
                  <a:lnTo>
                    <a:pt x="13854" y="9236"/>
                  </a:lnTo>
                  <a:lnTo>
                    <a:pt x="13827" y="9182"/>
                  </a:lnTo>
                  <a:lnTo>
                    <a:pt x="7211" y="406"/>
                  </a:lnTo>
                  <a:lnTo>
                    <a:pt x="7076" y="40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14" name="Google Shape;5214;p78"/>
          <p:cNvGrpSpPr/>
          <p:nvPr/>
        </p:nvGrpSpPr>
        <p:grpSpPr>
          <a:xfrm>
            <a:off x="868438" y="3749250"/>
            <a:ext cx="714950" cy="378500"/>
            <a:chOff x="-1074225" y="4512538"/>
            <a:chExt cx="714950" cy="378500"/>
          </a:xfrm>
        </p:grpSpPr>
        <p:sp>
          <p:nvSpPr>
            <p:cNvPr id="5215" name="Google Shape;5215;p78"/>
            <p:cNvSpPr/>
            <p:nvPr/>
          </p:nvSpPr>
          <p:spPr>
            <a:xfrm>
              <a:off x="-962825" y="4548088"/>
              <a:ext cx="188375" cy="120175"/>
            </a:xfrm>
            <a:custGeom>
              <a:avLst/>
              <a:gdLst/>
              <a:ahLst/>
              <a:cxnLst/>
              <a:rect l="l" t="t" r="r" b="b"/>
              <a:pathLst>
                <a:path w="7535" h="4807" extrusionOk="0">
                  <a:moveTo>
                    <a:pt x="2269" y="0"/>
                  </a:moveTo>
                  <a:lnTo>
                    <a:pt x="0" y="2619"/>
                  </a:lnTo>
                  <a:lnTo>
                    <a:pt x="7534" y="4807"/>
                  </a:lnTo>
                  <a:lnTo>
                    <a:pt x="2269" y="0"/>
                  </a:ln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6" name="Google Shape;5216;p78"/>
            <p:cNvSpPr/>
            <p:nvPr/>
          </p:nvSpPr>
          <p:spPr>
            <a:xfrm>
              <a:off x="-1064100" y="4512538"/>
              <a:ext cx="642725" cy="266450"/>
            </a:xfrm>
            <a:custGeom>
              <a:avLst/>
              <a:gdLst/>
              <a:ahLst/>
              <a:cxnLst/>
              <a:rect l="l" t="t" r="r" b="b"/>
              <a:pathLst>
                <a:path w="25709" h="10658" extrusionOk="0">
                  <a:moveTo>
                    <a:pt x="15471" y="1"/>
                  </a:moveTo>
                  <a:cubicBezTo>
                    <a:pt x="14774" y="1"/>
                    <a:pt x="14066" y="74"/>
                    <a:pt x="13395" y="261"/>
                  </a:cubicBezTo>
                  <a:cubicBezTo>
                    <a:pt x="10532" y="1044"/>
                    <a:pt x="8696" y="3582"/>
                    <a:pt x="8696" y="3582"/>
                  </a:cubicBezTo>
                  <a:lnTo>
                    <a:pt x="8075" y="3636"/>
                  </a:lnTo>
                  <a:cubicBezTo>
                    <a:pt x="8075" y="3636"/>
                    <a:pt x="6914" y="1152"/>
                    <a:pt x="5375" y="1098"/>
                  </a:cubicBezTo>
                  <a:cubicBezTo>
                    <a:pt x="5293" y="1094"/>
                    <a:pt x="5208" y="1091"/>
                    <a:pt x="5120" y="1091"/>
                  </a:cubicBezTo>
                  <a:cubicBezTo>
                    <a:pt x="4135" y="1091"/>
                    <a:pt x="2728" y="1465"/>
                    <a:pt x="1" y="4365"/>
                  </a:cubicBezTo>
                  <a:lnTo>
                    <a:pt x="10640" y="10657"/>
                  </a:lnTo>
                  <a:lnTo>
                    <a:pt x="25708" y="9172"/>
                  </a:lnTo>
                  <a:lnTo>
                    <a:pt x="20388" y="963"/>
                  </a:lnTo>
                  <a:cubicBezTo>
                    <a:pt x="20388" y="963"/>
                    <a:pt x="18000" y="1"/>
                    <a:pt x="15471" y="1"/>
                  </a:cubicBez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7" name="Google Shape;5217;p78"/>
            <p:cNvSpPr/>
            <p:nvPr/>
          </p:nvSpPr>
          <p:spPr>
            <a:xfrm>
              <a:off x="-1053975" y="4564288"/>
              <a:ext cx="81050" cy="60775"/>
            </a:xfrm>
            <a:custGeom>
              <a:avLst/>
              <a:gdLst/>
              <a:ahLst/>
              <a:cxnLst/>
              <a:rect l="l" t="t" r="r" b="b"/>
              <a:pathLst>
                <a:path w="3242" h="2431" extrusionOk="0">
                  <a:moveTo>
                    <a:pt x="3241" y="0"/>
                  </a:moveTo>
                  <a:lnTo>
                    <a:pt x="3241" y="0"/>
                  </a:lnTo>
                  <a:cubicBezTo>
                    <a:pt x="3241" y="0"/>
                    <a:pt x="1000" y="1026"/>
                    <a:pt x="1" y="2295"/>
                  </a:cubicBezTo>
                  <a:lnTo>
                    <a:pt x="649" y="2430"/>
                  </a:lnTo>
                  <a:cubicBezTo>
                    <a:pt x="973" y="1377"/>
                    <a:pt x="3241" y="0"/>
                    <a:pt x="3241" y="0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8" name="Google Shape;5218;p78"/>
            <p:cNvSpPr/>
            <p:nvPr/>
          </p:nvSpPr>
          <p:spPr>
            <a:xfrm>
              <a:off x="-997925" y="4570088"/>
              <a:ext cx="98575" cy="24600"/>
            </a:xfrm>
            <a:custGeom>
              <a:avLst/>
              <a:gdLst/>
              <a:ahLst/>
              <a:cxnLst/>
              <a:rect l="l" t="t" r="r" b="b"/>
              <a:pathLst>
                <a:path w="3943" h="984" extrusionOk="0">
                  <a:moveTo>
                    <a:pt x="2190" y="1"/>
                  </a:moveTo>
                  <a:cubicBezTo>
                    <a:pt x="1509" y="1"/>
                    <a:pt x="734" y="287"/>
                    <a:pt x="0" y="983"/>
                  </a:cubicBezTo>
                  <a:cubicBezTo>
                    <a:pt x="748" y="458"/>
                    <a:pt x="1433" y="227"/>
                    <a:pt x="2069" y="227"/>
                  </a:cubicBezTo>
                  <a:cubicBezTo>
                    <a:pt x="2741" y="227"/>
                    <a:pt x="3360" y="485"/>
                    <a:pt x="3943" y="929"/>
                  </a:cubicBezTo>
                  <a:cubicBezTo>
                    <a:pt x="3613" y="370"/>
                    <a:pt x="2962" y="1"/>
                    <a:pt x="2190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9" name="Google Shape;5219;p78"/>
            <p:cNvSpPr/>
            <p:nvPr/>
          </p:nvSpPr>
          <p:spPr>
            <a:xfrm>
              <a:off x="-837950" y="4525788"/>
              <a:ext cx="162050" cy="93200"/>
            </a:xfrm>
            <a:custGeom>
              <a:avLst/>
              <a:gdLst/>
              <a:ahLst/>
              <a:cxnLst/>
              <a:rect l="l" t="t" r="r" b="b"/>
              <a:pathLst>
                <a:path w="6482" h="3728" extrusionOk="0">
                  <a:moveTo>
                    <a:pt x="6482" y="1"/>
                  </a:moveTo>
                  <a:lnTo>
                    <a:pt x="6482" y="1"/>
                  </a:lnTo>
                  <a:cubicBezTo>
                    <a:pt x="6481" y="1"/>
                    <a:pt x="1702" y="190"/>
                    <a:pt x="1" y="3727"/>
                  </a:cubicBezTo>
                  <a:lnTo>
                    <a:pt x="541" y="3727"/>
                  </a:lnTo>
                  <a:cubicBezTo>
                    <a:pt x="1891" y="1405"/>
                    <a:pt x="3997" y="433"/>
                    <a:pt x="6482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0" name="Google Shape;5220;p78"/>
            <p:cNvSpPr/>
            <p:nvPr/>
          </p:nvSpPr>
          <p:spPr>
            <a:xfrm>
              <a:off x="-742750" y="4536413"/>
              <a:ext cx="151925" cy="23850"/>
            </a:xfrm>
            <a:custGeom>
              <a:avLst/>
              <a:gdLst/>
              <a:ahLst/>
              <a:cxnLst/>
              <a:rect l="l" t="t" r="r" b="b"/>
              <a:pathLst>
                <a:path w="6077" h="954" extrusionOk="0">
                  <a:moveTo>
                    <a:pt x="3227" y="1"/>
                  </a:moveTo>
                  <a:cubicBezTo>
                    <a:pt x="2104" y="1"/>
                    <a:pt x="979" y="320"/>
                    <a:pt x="0" y="953"/>
                  </a:cubicBezTo>
                  <a:cubicBezTo>
                    <a:pt x="987" y="460"/>
                    <a:pt x="2035" y="224"/>
                    <a:pt x="3133" y="224"/>
                  </a:cubicBezTo>
                  <a:cubicBezTo>
                    <a:pt x="4080" y="224"/>
                    <a:pt x="5064" y="400"/>
                    <a:pt x="6076" y="737"/>
                  </a:cubicBezTo>
                  <a:cubicBezTo>
                    <a:pt x="5194" y="245"/>
                    <a:pt x="4211" y="1"/>
                    <a:pt x="3227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1" name="Google Shape;5221;p78"/>
            <p:cNvSpPr/>
            <p:nvPr/>
          </p:nvSpPr>
          <p:spPr>
            <a:xfrm>
              <a:off x="-877100" y="4605913"/>
              <a:ext cx="40525" cy="25475"/>
            </a:xfrm>
            <a:custGeom>
              <a:avLst/>
              <a:gdLst/>
              <a:ahLst/>
              <a:cxnLst/>
              <a:rect l="l" t="t" r="r" b="b"/>
              <a:pathLst>
                <a:path w="1621" h="1019" extrusionOk="0">
                  <a:moveTo>
                    <a:pt x="906" y="0"/>
                  </a:moveTo>
                  <a:cubicBezTo>
                    <a:pt x="597" y="0"/>
                    <a:pt x="303" y="178"/>
                    <a:pt x="136" y="441"/>
                  </a:cubicBezTo>
                  <a:cubicBezTo>
                    <a:pt x="1" y="738"/>
                    <a:pt x="217" y="981"/>
                    <a:pt x="595" y="1009"/>
                  </a:cubicBezTo>
                  <a:cubicBezTo>
                    <a:pt x="639" y="1015"/>
                    <a:pt x="684" y="1019"/>
                    <a:pt x="728" y="1019"/>
                  </a:cubicBezTo>
                  <a:cubicBezTo>
                    <a:pt x="1033" y="1019"/>
                    <a:pt x="1324" y="859"/>
                    <a:pt x="1513" y="576"/>
                  </a:cubicBezTo>
                  <a:cubicBezTo>
                    <a:pt x="1621" y="306"/>
                    <a:pt x="1432" y="36"/>
                    <a:pt x="1027" y="9"/>
                  </a:cubicBezTo>
                  <a:cubicBezTo>
                    <a:pt x="987" y="3"/>
                    <a:pt x="946" y="0"/>
                    <a:pt x="906" y="0"/>
                  </a:cubicBezTo>
                  <a:close/>
                </a:path>
              </a:pathLst>
            </a:custGeom>
            <a:solidFill>
              <a:srgbClr val="725D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2" name="Google Shape;5222;p78"/>
            <p:cNvSpPr/>
            <p:nvPr/>
          </p:nvSpPr>
          <p:spPr>
            <a:xfrm>
              <a:off x="-1074225" y="4544038"/>
              <a:ext cx="714950" cy="347000"/>
            </a:xfrm>
            <a:custGeom>
              <a:avLst/>
              <a:gdLst/>
              <a:ahLst/>
              <a:cxnLst/>
              <a:rect l="l" t="t" r="r" b="b"/>
              <a:pathLst>
                <a:path w="28598" h="13880" extrusionOk="0">
                  <a:moveTo>
                    <a:pt x="21604" y="0"/>
                  </a:moveTo>
                  <a:lnTo>
                    <a:pt x="9560" y="2781"/>
                  </a:lnTo>
                  <a:lnTo>
                    <a:pt x="8426" y="2916"/>
                  </a:lnTo>
                  <a:lnTo>
                    <a:pt x="136" y="2916"/>
                  </a:lnTo>
                  <a:lnTo>
                    <a:pt x="1" y="3321"/>
                  </a:lnTo>
                  <a:lnTo>
                    <a:pt x="8237" y="12746"/>
                  </a:lnTo>
                  <a:lnTo>
                    <a:pt x="16446" y="13880"/>
                  </a:lnTo>
                  <a:lnTo>
                    <a:pt x="20226" y="13880"/>
                  </a:lnTo>
                  <a:lnTo>
                    <a:pt x="28597" y="11558"/>
                  </a:lnTo>
                  <a:lnTo>
                    <a:pt x="2160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3" name="Google Shape;5223;p78"/>
            <p:cNvSpPr/>
            <p:nvPr/>
          </p:nvSpPr>
          <p:spPr>
            <a:xfrm>
              <a:off x="-836575" y="4548088"/>
              <a:ext cx="382800" cy="253850"/>
            </a:xfrm>
            <a:custGeom>
              <a:avLst/>
              <a:gdLst/>
              <a:ahLst/>
              <a:cxnLst/>
              <a:rect l="l" t="t" r="r" b="b"/>
              <a:pathLst>
                <a:path w="15312" h="10154" extrusionOk="0">
                  <a:moveTo>
                    <a:pt x="12126" y="0"/>
                  </a:moveTo>
                  <a:lnTo>
                    <a:pt x="82" y="2781"/>
                  </a:lnTo>
                  <a:lnTo>
                    <a:pt x="1" y="2781"/>
                  </a:lnTo>
                  <a:cubicBezTo>
                    <a:pt x="838" y="4699"/>
                    <a:pt x="2107" y="6373"/>
                    <a:pt x="3727" y="7642"/>
                  </a:cubicBezTo>
                  <a:cubicBezTo>
                    <a:pt x="5795" y="9315"/>
                    <a:pt x="8089" y="10154"/>
                    <a:pt x="10091" y="10154"/>
                  </a:cubicBezTo>
                  <a:cubicBezTo>
                    <a:pt x="11934" y="10154"/>
                    <a:pt x="13530" y="9444"/>
                    <a:pt x="14475" y="8020"/>
                  </a:cubicBezTo>
                  <a:cubicBezTo>
                    <a:pt x="14988" y="7183"/>
                    <a:pt x="15285" y="6238"/>
                    <a:pt x="15312" y="5266"/>
                  </a:cubicBezTo>
                  <a:lnTo>
                    <a:pt x="121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4" name="Google Shape;5224;p78"/>
            <p:cNvSpPr/>
            <p:nvPr/>
          </p:nvSpPr>
          <p:spPr>
            <a:xfrm>
              <a:off x="-815650" y="4565638"/>
              <a:ext cx="407775" cy="318650"/>
            </a:xfrm>
            <a:custGeom>
              <a:avLst/>
              <a:gdLst/>
              <a:ahLst/>
              <a:cxnLst/>
              <a:rect l="l" t="t" r="r" b="b"/>
              <a:pathLst>
                <a:path w="16311" h="12746" extrusionOk="0">
                  <a:moveTo>
                    <a:pt x="10774" y="270"/>
                  </a:moveTo>
                  <a:lnTo>
                    <a:pt x="15959" y="9802"/>
                  </a:lnTo>
                  <a:lnTo>
                    <a:pt x="7507" y="12476"/>
                  </a:lnTo>
                  <a:lnTo>
                    <a:pt x="405" y="2782"/>
                  </a:lnTo>
                  <a:lnTo>
                    <a:pt x="10774" y="270"/>
                  </a:lnTo>
                  <a:close/>
                  <a:moveTo>
                    <a:pt x="10855" y="0"/>
                  </a:moveTo>
                  <a:lnTo>
                    <a:pt x="162" y="2620"/>
                  </a:lnTo>
                  <a:lnTo>
                    <a:pt x="0" y="2647"/>
                  </a:lnTo>
                  <a:lnTo>
                    <a:pt x="7345" y="12665"/>
                  </a:lnTo>
                  <a:lnTo>
                    <a:pt x="7399" y="12746"/>
                  </a:lnTo>
                  <a:lnTo>
                    <a:pt x="16310" y="9964"/>
                  </a:lnTo>
                  <a:lnTo>
                    <a:pt x="10855" y="0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5" name="Google Shape;5225;p78"/>
            <p:cNvSpPr/>
            <p:nvPr/>
          </p:nvSpPr>
          <p:spPr>
            <a:xfrm>
              <a:off x="-1074225" y="4627063"/>
              <a:ext cx="411150" cy="263975"/>
            </a:xfrm>
            <a:custGeom>
              <a:avLst/>
              <a:gdLst/>
              <a:ahLst/>
              <a:cxnLst/>
              <a:rect l="l" t="t" r="r" b="b"/>
              <a:pathLst>
                <a:path w="16446" h="10559" extrusionOk="0">
                  <a:moveTo>
                    <a:pt x="1" y="0"/>
                  </a:moveTo>
                  <a:lnTo>
                    <a:pt x="8237" y="9425"/>
                  </a:lnTo>
                  <a:lnTo>
                    <a:pt x="16446" y="10559"/>
                  </a:lnTo>
                  <a:lnTo>
                    <a:pt x="16446" y="10559"/>
                  </a:lnTo>
                  <a:lnTo>
                    <a:pt x="8426" y="13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6" name="Google Shape;5226;p78"/>
            <p:cNvSpPr/>
            <p:nvPr/>
          </p:nvSpPr>
          <p:spPr>
            <a:xfrm>
              <a:off x="-1049250" y="4639888"/>
              <a:ext cx="346350" cy="230900"/>
            </a:xfrm>
            <a:custGeom>
              <a:avLst/>
              <a:gdLst/>
              <a:ahLst/>
              <a:cxnLst/>
              <a:rect l="l" t="t" r="r" b="b"/>
              <a:pathLst>
                <a:path w="13854" h="9236" extrusionOk="0">
                  <a:moveTo>
                    <a:pt x="568" y="271"/>
                  </a:moveTo>
                  <a:lnTo>
                    <a:pt x="7049" y="649"/>
                  </a:lnTo>
                  <a:lnTo>
                    <a:pt x="13341" y="9020"/>
                  </a:lnTo>
                  <a:lnTo>
                    <a:pt x="13341" y="9020"/>
                  </a:lnTo>
                  <a:lnTo>
                    <a:pt x="7535" y="8237"/>
                  </a:lnTo>
                  <a:lnTo>
                    <a:pt x="568" y="271"/>
                  </a:lnTo>
                  <a:close/>
                  <a:moveTo>
                    <a:pt x="1" y="1"/>
                  </a:moveTo>
                  <a:lnTo>
                    <a:pt x="7292" y="8372"/>
                  </a:lnTo>
                  <a:lnTo>
                    <a:pt x="13854" y="9236"/>
                  </a:lnTo>
                  <a:lnTo>
                    <a:pt x="13854" y="9236"/>
                  </a:lnTo>
                  <a:lnTo>
                    <a:pt x="13827" y="9182"/>
                  </a:lnTo>
                  <a:lnTo>
                    <a:pt x="7211" y="406"/>
                  </a:lnTo>
                  <a:lnTo>
                    <a:pt x="7076" y="40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National Library Workers Day XL by Slidesgo">
  <a:themeElements>
    <a:clrScheme name="Simple Light">
      <a:dk1>
        <a:srgbClr val="421B1A"/>
      </a:dk1>
      <a:lt1>
        <a:srgbClr val="FFF0D7"/>
      </a:lt1>
      <a:dk2>
        <a:srgbClr val="C13633"/>
      </a:dk2>
      <a:lt2>
        <a:srgbClr val="893128"/>
      </a:lt2>
      <a:accent1>
        <a:srgbClr val="722420"/>
      </a:accent1>
      <a:accent2>
        <a:srgbClr val="904D9E"/>
      </a:accent2>
      <a:accent3>
        <a:srgbClr val="3D7391"/>
      </a:accent3>
      <a:accent4>
        <a:srgbClr val="D88445"/>
      </a:accent4>
      <a:accent5>
        <a:srgbClr val="827423"/>
      </a:accent5>
      <a:accent6>
        <a:srgbClr val="C13633"/>
      </a:accent6>
      <a:hlink>
        <a:srgbClr val="FFBE3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300</Words>
  <Application>Microsoft Office PowerPoint</Application>
  <PresentationFormat>On-screen Show (16:9)</PresentationFormat>
  <Paragraphs>32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Inter</vt:lpstr>
      <vt:lpstr>Abril Fatface</vt:lpstr>
      <vt:lpstr>Nunito Light</vt:lpstr>
      <vt:lpstr>National Library Workers Day XL by Slidesgo</vt:lpstr>
      <vt:lpstr>Система за управление на библиотека</vt:lpstr>
      <vt:lpstr>Представяне на темата</vt:lpstr>
      <vt:lpstr>Изследване на съществуващи решения</vt:lpstr>
      <vt:lpstr>Избор на технологии</vt:lpstr>
      <vt:lpstr>Дизайн на архитектурата</vt:lpstr>
      <vt:lpstr>Представяне на функционалности и роли</vt:lpstr>
      <vt:lpstr>QR Кодове</vt:lpstr>
      <vt:lpstr>БЛАГОДАРЯ ЗА ВНИМАНИЕТО!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Доротея К. Атанасова</cp:lastModifiedBy>
  <cp:revision>1</cp:revision>
  <dcterms:modified xsi:type="dcterms:W3CDTF">2026-04-24T08:25:42Z</dcterms:modified>
</cp:coreProperties>
</file>